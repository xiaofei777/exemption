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7d5e999a6484d" /><Relationship Type="http://schemas.openxmlformats.org/officeDocument/2006/relationships/extended-properties" Target="/docProps/app.xml" Id="R61f2aa6204e0457e" /><Relationship Type="http://schemas.openxmlformats.org/officeDocument/2006/relationships/officeDocument" Target="/ppt/presentation.xml" Id="Rbbad612a4504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ec77dd500742b7"/>
  </p:sldMasterIdLst>
  <p:notesMasterIdLst>
    <p:notesMasterId xmlns:r="http://schemas.openxmlformats.org/officeDocument/2006/relationships" r:id="R10a8622a47c64855"/>
  </p:notesMasterIdLst>
  <p:sldIdLst>
    <p:sldId xmlns:r="http://schemas.openxmlformats.org/officeDocument/2006/relationships" id="256" r:id="R7f3c2830c4664dd9"/>
    <p:sldId xmlns:r="http://schemas.openxmlformats.org/officeDocument/2006/relationships" id="257" r:id="Re032c98e8e244b6e"/>
    <p:sldId xmlns:r="http://schemas.openxmlformats.org/officeDocument/2006/relationships" id="258" r:id="R9476f44cc4274bfd"/>
    <p:sldId xmlns:r="http://schemas.openxmlformats.org/officeDocument/2006/relationships" id="259" r:id="Red954ef978564cc6"/>
    <p:sldId xmlns:r="http://schemas.openxmlformats.org/officeDocument/2006/relationships" id="260" r:id="Rd243cfeb91c24677"/>
    <p:sldId xmlns:r="http://schemas.openxmlformats.org/officeDocument/2006/relationships" id="261" r:id="Rdfeb2bd8f47e4eb5"/>
    <p:sldId xmlns:r="http://schemas.openxmlformats.org/officeDocument/2006/relationships" id="262" r:id="Rc2980a8e6efd4855"/>
    <p:sldId xmlns:r="http://schemas.openxmlformats.org/officeDocument/2006/relationships" id="263" r:id="R0f1c0cef42764765"/>
    <p:sldId xmlns:r="http://schemas.openxmlformats.org/officeDocument/2006/relationships" id="264" r:id="R2620f39a2f014dc0"/>
    <p:sldId xmlns:r="http://schemas.openxmlformats.org/officeDocument/2006/relationships" id="265" r:id="Raaa45ded57e24cd4"/>
    <p:sldId xmlns:r="http://schemas.openxmlformats.org/officeDocument/2006/relationships" id="266" r:id="Rd9cfa990124d491b"/>
    <p:sldId xmlns:r="http://schemas.openxmlformats.org/officeDocument/2006/relationships" id="267" r:id="Rfa4eca873efb4c96"/>
    <p:sldId xmlns:r="http://schemas.openxmlformats.org/officeDocument/2006/relationships" id="268" r:id="Ra5c53fda8e5c4a81"/>
    <p:sldId xmlns:r="http://schemas.openxmlformats.org/officeDocument/2006/relationships" id="269" r:id="R53ea49618f774144"/>
    <p:sldId xmlns:r="http://schemas.openxmlformats.org/officeDocument/2006/relationships" id="270" r:id="R0755b8a66f2a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550cb010744cba" /><Relationship Type="http://schemas.openxmlformats.org/officeDocument/2006/relationships/slideMaster" Target="/ppt/slideMasters/slideMaster1.xml" Id="R9eec77dd500742b7" /><Relationship Type="http://schemas.openxmlformats.org/officeDocument/2006/relationships/notesMaster" Target="/ppt/notesMasters/notesMaster1.xml" Id="R10a8622a47c64855" /><Relationship Type="http://schemas.openxmlformats.org/officeDocument/2006/relationships/presProps" Target="/ppt/presProps.xml" Id="Rca2459f30d244bf0" /><Relationship Type="http://schemas.openxmlformats.org/officeDocument/2006/relationships/viewProps" Target="/ppt/viewProps.xml" Id="Rfaecf1c6e5cd4928" /><Relationship Type="http://schemas.openxmlformats.org/officeDocument/2006/relationships/tableStyles" Target="/ppt/tableStyles.xml" Id="R99f5029eab534f97" /><Relationship Type="http://schemas.openxmlformats.org/officeDocument/2006/relationships/slide" Target="/ppt/slides/slide1.xml" Id="R7f3c2830c4664dd9" /><Relationship Type="http://schemas.openxmlformats.org/officeDocument/2006/relationships/slide" Target="/ppt/slides/slide2.xml" Id="Re032c98e8e244b6e" /><Relationship Type="http://schemas.openxmlformats.org/officeDocument/2006/relationships/slide" Target="/ppt/slides/slide3.xml" Id="R9476f44cc4274bfd" /><Relationship Type="http://schemas.openxmlformats.org/officeDocument/2006/relationships/slide" Target="/ppt/slides/slide4.xml" Id="Red954ef978564cc6" /><Relationship Type="http://schemas.openxmlformats.org/officeDocument/2006/relationships/slide" Target="/ppt/slides/slide5.xml" Id="Rd243cfeb91c24677" /><Relationship Type="http://schemas.openxmlformats.org/officeDocument/2006/relationships/slide" Target="/ppt/slides/slide6.xml" Id="Rdfeb2bd8f47e4eb5" /><Relationship Type="http://schemas.openxmlformats.org/officeDocument/2006/relationships/slide" Target="/ppt/slides/slide7.xml" Id="Rc2980a8e6efd4855" /><Relationship Type="http://schemas.openxmlformats.org/officeDocument/2006/relationships/slide" Target="/ppt/slides/slide8.xml" Id="R0f1c0cef42764765" /><Relationship Type="http://schemas.openxmlformats.org/officeDocument/2006/relationships/slide" Target="/ppt/slides/slide9.xml" Id="R2620f39a2f014dc0" /><Relationship Type="http://schemas.openxmlformats.org/officeDocument/2006/relationships/slide" Target="/ppt/slides/slide10.xml" Id="Raaa45ded57e24cd4" /><Relationship Type="http://schemas.openxmlformats.org/officeDocument/2006/relationships/slide" Target="/ppt/slides/slide11.xml" Id="Rd9cfa990124d491b" /><Relationship Type="http://schemas.openxmlformats.org/officeDocument/2006/relationships/slide" Target="/ppt/slides/slide12.xml" Id="Rfa4eca873efb4c96" /><Relationship Type="http://schemas.openxmlformats.org/officeDocument/2006/relationships/slide" Target="/ppt/slides/slide13.xml" Id="Ra5c53fda8e5c4a81" /><Relationship Type="http://schemas.openxmlformats.org/officeDocument/2006/relationships/slide" Target="/ppt/slides/slide14.xml" Id="R53ea49618f774144" /><Relationship Type="http://schemas.openxmlformats.org/officeDocument/2006/relationships/slide" Target="/ppt/slides/slide15.xml" Id="R0755b8a66f2a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8c0aa7f2740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12320c8cb4319" /><Relationship Type="http://schemas.openxmlformats.org/officeDocument/2006/relationships/notesMaster" Target="/ppt/notesMasters/notesMaster1.xml" Id="R9db98848db6c47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7e134ead814168" /><Relationship Type="http://schemas.openxmlformats.org/officeDocument/2006/relationships/notesMaster" Target="/ppt/notesMasters/notesMaster1.xml" Id="R86cb36ed794044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64cbf2a814a47" /><Relationship Type="http://schemas.openxmlformats.org/officeDocument/2006/relationships/notesMaster" Target="/ppt/notesMasters/notesMaster1.xml" Id="Rb78d7208ed094a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b47b1f6bc4fa5" /><Relationship Type="http://schemas.openxmlformats.org/officeDocument/2006/relationships/notesMaster" Target="/ppt/notesMasters/notesMaster1.xml" Id="R8797678a10de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ef581ac8a423d" /><Relationship Type="http://schemas.openxmlformats.org/officeDocument/2006/relationships/notesMaster" Target="/ppt/notesMasters/notesMaster1.xml" Id="R35b38f4962e0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8aa5ab96304cdb" /><Relationship Type="http://schemas.openxmlformats.org/officeDocument/2006/relationships/notesMaster" Target="/ppt/notesMasters/notesMaster1.xml" Id="R6aaaef16c1f04e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929c1b5d1f4304" /><Relationship Type="http://schemas.openxmlformats.org/officeDocument/2006/relationships/notesMaster" Target="/ppt/notesMasters/notesMaster1.xml" Id="Re6e5e9736fa5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48755afd644a53" /><Relationship Type="http://schemas.openxmlformats.org/officeDocument/2006/relationships/notesMaster" Target="/ppt/notesMasters/notesMaster1.xml" Id="R3976094a4c9e4e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2e52a09ac4a33" /><Relationship Type="http://schemas.openxmlformats.org/officeDocument/2006/relationships/notesMaster" Target="/ppt/notesMasters/notesMaster1.xml" Id="Reaca1e64b8f341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8651bfcecc428c" /><Relationship Type="http://schemas.openxmlformats.org/officeDocument/2006/relationships/notesMaster" Target="/ppt/notesMasters/notesMaster1.xml" Id="Rcd3cdf4c298743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35a122b4744e4d" /><Relationship Type="http://schemas.openxmlformats.org/officeDocument/2006/relationships/notesMaster" Target="/ppt/notesMasters/notesMaster1.xml" Id="R3883fa0003c740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591bc69ca94df7" /><Relationship Type="http://schemas.openxmlformats.org/officeDocument/2006/relationships/notesMaster" Target="/ppt/notesMasters/notesMaster1.xml" Id="Re98d49ec89f646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9814d7b2a84031" /><Relationship Type="http://schemas.openxmlformats.org/officeDocument/2006/relationships/notesMaster" Target="/ppt/notesMasters/notesMaster1.xml" Id="R4935c2f251fe41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ba987be958439e" /><Relationship Type="http://schemas.openxmlformats.org/officeDocument/2006/relationships/notesMaster" Target="/ppt/notesMasters/notesMaster1.xml" Id="R92d3b8eb31914b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f6aa01fa254ac1" /><Relationship Type="http://schemas.openxmlformats.org/officeDocument/2006/relationships/notesMaster" Target="/ppt/notesMasters/notesMaster1.xml" Id="R19bcefaefbff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e25d2d71847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e8076106a40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e118324cc42dc" /><Relationship Type="http://schemas.openxmlformats.org/officeDocument/2006/relationships/image" Target="/ppt/media/image.jpeg" Id="R1605e811f10944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e5ed0da7041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b42db7b704127" /></Relationships>
</file>

<file path=ppt/slideLayouts/slideLayout1.xml><?xml version="1.0" encoding="utf-8"?>
<p:sldLayout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41478A-8556-43DC-8DB2-C32E2A7C29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4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B6DB43C-10AC-4EC6-9CFE-DEDF6228C7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B1625A-66EF-4ABA-91F2-16C32F57C8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622195-33BE-48F0-867D-8FDE9460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40" y="298937"/>
            <a:ext cx="3346937" cy="625133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0625964-1281-42FA-A839-0F348E07E64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4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2142761-B635-43D7-B6FF-01E87144F79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C9795C-DFE8-4EBD-AE25-14BBEBB227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4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直接连接符 59">
            <a:extLst xmlns:a="http://schemas.openxmlformats.org/drawingml/2006/main">
              <a:ext uri="{FF2B5EF4-FFF2-40B4-BE49-F238E27FC236}">
                <a16:creationId xmlns:a16="http://schemas.microsoft.com/office/drawing/2014/main" id="{9615C8B0-D377-4490-9406-45F0A3B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388" y="4530266"/>
            <a:ext cx="514722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0DDA58E-BFB4-4571-82FC-16283601AB8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522388" y="3642379"/>
            <a:ext cx="5147224" cy="8309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 algn="ctr">
              <a:buNone/>
              <a:defRPr sz="6000" b="1" spc="6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输入标题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8F890F4-6DA6-4271-9D4B-32353FE872C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808179" y="4688846"/>
            <a:ext cx="4575642" cy="263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 algn="ctr">
              <a:buNone/>
              <a:defRPr sz="1200" spc="3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PART ONE</a:t>
            </a:r>
            <a:endParaRPr/>
          </a:p>
        </p:txBody>
      </p:sp>
      <p:sp>
        <p:nvSpPr>
          <p:cNvPr id="12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5E185B6-21CA-455D-AF46-267FF1E662F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36CC38-7EE7-4FBD-9F3A-92014FCBA4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7FD7C3-E8FC-47BF-BED3-7D3556CAF4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4B654517-5AA6-4E9C-8C67-A0DCA86D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035185" y="1046778"/>
            <a:ext cx="2121629" cy="1853624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605e811f10944ff"/>
            <a:srcRect l="0" t="0" r="0" b="0"/>
            <a:stretch>
              <a:fillRect l="0" t="0" r="0" b="0"/>
            </a:stretch>
          </a:blip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C8D2FDD-EEE0-43A1-B31E-97105912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035185" y="1046778"/>
            <a:ext cx="2121629" cy="1853624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25400">
            <a:solidFill>
              <a:schemeClr val="accent1"/>
            </a:solidFill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B39A53CE-5C19-4FA7-87B0-1E368F1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204877" y="1222457"/>
            <a:ext cx="1719472" cy="1502268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3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4800" b="0" i="0" u="none" kern="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任意多边形: 形状 70">
            <a:extLst xmlns:a="http://schemas.openxmlformats.org/drawingml/2006/main">
              <a:ext uri="{FF2B5EF4-FFF2-40B4-BE49-F238E27FC236}">
                <a16:creationId xmlns:a16="http://schemas.microsoft.com/office/drawing/2014/main" id="{05095D53-0FBA-4CFF-8FDC-C4780A1A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任意多边形: 形状 71">
            <a:extLst xmlns:a="http://schemas.openxmlformats.org/drawingml/2006/main">
              <a:ext uri="{FF2B5EF4-FFF2-40B4-BE49-F238E27FC236}">
                <a16:creationId xmlns:a16="http://schemas.microsoft.com/office/drawing/2014/main" id="{BEE9DABE-4B78-4836-8BBD-6B46317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509226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任意多边形: 形状 72">
            <a:extLst xmlns:a="http://schemas.openxmlformats.org/drawingml/2006/main">
              <a:ext uri="{FF2B5EF4-FFF2-40B4-BE49-F238E27FC236}">
                <a16:creationId xmlns:a16="http://schemas.microsoft.com/office/drawing/2014/main" id="{5DD5BB46-9EBA-44D0-A7D4-4B2B969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59674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任意多边形: 形状 73">
            <a:extLst xmlns:a="http://schemas.openxmlformats.org/drawingml/2006/main">
              <a:ext uri="{FF2B5EF4-FFF2-40B4-BE49-F238E27FC236}">
                <a16:creationId xmlns:a16="http://schemas.microsoft.com/office/drawing/2014/main" id="{8E93CA3E-1F49-4C28-96D4-FBEBFAC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68426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8 w 13335"/>
              <a:gd name="connsiteY1" fmla="*/ 13335 h 13335"/>
              <a:gd name="connsiteX2" fmla="*/ 0 w 13335"/>
              <a:gd name="connsiteY2" fmla="*/ 6667 h 13335"/>
              <a:gd name="connsiteX3" fmla="*/ 6668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35789054-BEC0-46B7-A330-99625A9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8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8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任意多边形: 形状 75">
            <a:extLst xmlns:a="http://schemas.openxmlformats.org/drawingml/2006/main">
              <a:ext uri="{FF2B5EF4-FFF2-40B4-BE49-F238E27FC236}">
                <a16:creationId xmlns:a16="http://schemas.microsoft.com/office/drawing/2014/main" id="{26FABFF1-871D-497B-9665-F8E24A4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8 w 13335"/>
              <a:gd name="connsiteY1" fmla="*/ 13335 h 13334"/>
              <a:gd name="connsiteX2" fmla="*/ 0 w 13335"/>
              <a:gd name="connsiteY2" fmla="*/ 6667 h 13334"/>
              <a:gd name="connsiteX3" fmla="*/ 6668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任意多边形: 形状 76">
            <a:extLst xmlns:a="http://schemas.openxmlformats.org/drawingml/2006/main">
              <a:ext uri="{FF2B5EF4-FFF2-40B4-BE49-F238E27FC236}">
                <a16:creationId xmlns:a16="http://schemas.microsoft.com/office/drawing/2014/main" id="{B033A7DA-51EA-4396-A986-1FB685F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623041" y="-2946813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8 w 13335"/>
              <a:gd name="connsiteY1" fmla="*/ 13335 h 13335"/>
              <a:gd name="connsiteX2" fmla="*/ 0 w 13335"/>
              <a:gd name="connsiteY2" fmla="*/ 6668 h 13335"/>
              <a:gd name="connsiteX3" fmla="*/ 6668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8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8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任意多边形: 形状 77">
            <a:extLst xmlns:a="http://schemas.openxmlformats.org/drawingml/2006/main">
              <a:ext uri="{FF2B5EF4-FFF2-40B4-BE49-F238E27FC236}">
                <a16:creationId xmlns:a16="http://schemas.microsoft.com/office/drawing/2014/main" id="{B18428A3-0834-482E-815A-D4D5B08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任意多边形: 形状 78">
            <a:extLst xmlns:a="http://schemas.openxmlformats.org/drawingml/2006/main">
              <a:ext uri="{FF2B5EF4-FFF2-40B4-BE49-F238E27FC236}">
                <a16:creationId xmlns:a16="http://schemas.microsoft.com/office/drawing/2014/main" id="{25C1ADAB-96BA-40DC-99CA-A014C8DE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507239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任意多边形: 形状 79">
            <a:extLst xmlns:a="http://schemas.openxmlformats.org/drawingml/2006/main">
              <a:ext uri="{FF2B5EF4-FFF2-40B4-BE49-F238E27FC236}">
                <a16:creationId xmlns:a16="http://schemas.microsoft.com/office/drawing/2014/main" id="{569EE23C-439C-4F75-BA3E-754AA4A9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59475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任意多边形: 形状 80">
            <a:extLst xmlns:a="http://schemas.openxmlformats.org/drawingml/2006/main">
              <a:ext uri="{FF2B5EF4-FFF2-40B4-BE49-F238E27FC236}">
                <a16:creationId xmlns:a16="http://schemas.microsoft.com/office/drawing/2014/main" id="{4594527A-B26B-4680-B8B6-EDD246D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68227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任意多边形: 形状 81">
            <a:extLst xmlns:a="http://schemas.openxmlformats.org/drawingml/2006/main">
              <a:ext uri="{FF2B5EF4-FFF2-40B4-BE49-F238E27FC236}">
                <a16:creationId xmlns:a16="http://schemas.microsoft.com/office/drawing/2014/main" id="{2AD79106-043A-4208-8018-C2EC07D5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任意多边形: 形状 82">
            <a:extLst xmlns:a="http://schemas.openxmlformats.org/drawingml/2006/main">
              <a:ext uri="{FF2B5EF4-FFF2-40B4-BE49-F238E27FC236}">
                <a16:creationId xmlns:a16="http://schemas.microsoft.com/office/drawing/2014/main" id="{A9932859-C9E1-47C9-B155-61E9DEE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任意多边形: 形状 83">
            <a:extLst xmlns:a="http://schemas.openxmlformats.org/drawingml/2006/main">
              <a:ext uri="{FF2B5EF4-FFF2-40B4-BE49-F238E27FC236}">
                <a16:creationId xmlns:a16="http://schemas.microsoft.com/office/drawing/2014/main" id="{CE8720BB-2A70-4FDB-ABB3-2C6D567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731264" y="-294681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任意多边形: 形状 84">
            <a:extLst xmlns:a="http://schemas.openxmlformats.org/drawingml/2006/main">
              <a:ext uri="{FF2B5EF4-FFF2-40B4-BE49-F238E27FC236}">
                <a16:creationId xmlns:a16="http://schemas.microsoft.com/office/drawing/2014/main" id="{5816A4C7-6557-4F49-A0E0-12733B1F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任意多边形: 形状 85">
            <a:extLst xmlns:a="http://schemas.openxmlformats.org/drawingml/2006/main">
              <a:ext uri="{FF2B5EF4-FFF2-40B4-BE49-F238E27FC236}">
                <a16:creationId xmlns:a16="http://schemas.microsoft.com/office/drawing/2014/main" id="{9DE4C109-55C8-467C-9F07-BF604C08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507239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A96C56-CD6F-4FDB-AE1A-38DABA84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59475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任意多边形: 形状 87">
            <a:extLst xmlns:a="http://schemas.openxmlformats.org/drawingml/2006/main">
              <a:ext uri="{FF2B5EF4-FFF2-40B4-BE49-F238E27FC236}">
                <a16:creationId xmlns:a16="http://schemas.microsoft.com/office/drawing/2014/main" id="{EB8B4604-0B1C-4EBD-94DA-35EA8589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68227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任意多边形: 形状 88">
            <a:extLst xmlns:a="http://schemas.openxmlformats.org/drawingml/2006/main">
              <a:ext uri="{FF2B5EF4-FFF2-40B4-BE49-F238E27FC236}">
                <a16:creationId xmlns:a16="http://schemas.microsoft.com/office/drawing/2014/main" id="{32BC3BEE-5C41-4B4B-986B-EBFBD37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任意多边形: 形状 89">
            <a:extLst xmlns:a="http://schemas.openxmlformats.org/drawingml/2006/main">
              <a:ext uri="{FF2B5EF4-FFF2-40B4-BE49-F238E27FC236}">
                <a16:creationId xmlns:a16="http://schemas.microsoft.com/office/drawing/2014/main" id="{0EF89A01-80D0-4198-BAD7-D094CE5D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任意多边形: 形状 90">
            <a:extLst xmlns:a="http://schemas.openxmlformats.org/drawingml/2006/main">
              <a:ext uri="{FF2B5EF4-FFF2-40B4-BE49-F238E27FC236}">
                <a16:creationId xmlns:a16="http://schemas.microsoft.com/office/drawing/2014/main" id="{0C9089DF-6515-4DCB-9578-0624529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839487" y="-294681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任意多边形: 形状 91">
            <a:extLst xmlns:a="http://schemas.openxmlformats.org/drawingml/2006/main">
              <a:ext uri="{FF2B5EF4-FFF2-40B4-BE49-F238E27FC236}">
                <a16:creationId xmlns:a16="http://schemas.microsoft.com/office/drawing/2014/main" id="{50C7592F-A782-4B14-9606-A9A84B2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任意多边形: 形状 92">
            <a:extLst xmlns:a="http://schemas.openxmlformats.org/drawingml/2006/main">
              <a:ext uri="{FF2B5EF4-FFF2-40B4-BE49-F238E27FC236}">
                <a16:creationId xmlns:a16="http://schemas.microsoft.com/office/drawing/2014/main" id="{AE5DC054-60D8-4515-ABBE-0CFE9C5A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507239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任意多边形: 形状 93">
            <a:extLst xmlns:a="http://schemas.openxmlformats.org/drawingml/2006/main">
              <a:ext uri="{FF2B5EF4-FFF2-40B4-BE49-F238E27FC236}">
                <a16:creationId xmlns:a16="http://schemas.microsoft.com/office/drawing/2014/main" id="{A8CF93A3-A8D7-4C84-8E0E-7AD48F0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59475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任意多边形: 形状 94">
            <a:extLst xmlns:a="http://schemas.openxmlformats.org/drawingml/2006/main">
              <a:ext uri="{FF2B5EF4-FFF2-40B4-BE49-F238E27FC236}">
                <a16:creationId xmlns:a16="http://schemas.microsoft.com/office/drawing/2014/main" id="{75E7F178-42F6-4BFC-8ADC-D00516EE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68227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任意多边形: 形状 95">
            <a:extLst xmlns:a="http://schemas.openxmlformats.org/drawingml/2006/main">
              <a:ext uri="{FF2B5EF4-FFF2-40B4-BE49-F238E27FC236}">
                <a16:creationId xmlns:a16="http://schemas.microsoft.com/office/drawing/2014/main" id="{5BCF4603-EF28-4DF6-9606-2EB1F05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任意多边形: 形状 96">
            <a:extLst xmlns:a="http://schemas.openxmlformats.org/drawingml/2006/main">
              <a:ext uri="{FF2B5EF4-FFF2-40B4-BE49-F238E27FC236}">
                <a16:creationId xmlns:a16="http://schemas.microsoft.com/office/drawing/2014/main" id="{3B1B016A-A398-4BD4-B89D-6538B8A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任意多边形: 形状 97">
            <a:extLst xmlns:a="http://schemas.openxmlformats.org/drawingml/2006/main">
              <a:ext uri="{FF2B5EF4-FFF2-40B4-BE49-F238E27FC236}">
                <a16:creationId xmlns:a16="http://schemas.microsoft.com/office/drawing/2014/main" id="{02652E82-04B1-4AD9-A09F-64F171A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1947710" y="-294681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任意多边形: 形状 98">
            <a:extLst xmlns:a="http://schemas.openxmlformats.org/drawingml/2006/main">
              <a:ext uri="{FF2B5EF4-FFF2-40B4-BE49-F238E27FC236}">
                <a16:creationId xmlns:a16="http://schemas.microsoft.com/office/drawing/2014/main" id="{F7A0DD09-4F00-47FD-BB4D-9EAC924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" name="任意多边形: 形状 99">
            <a:extLst xmlns:a="http://schemas.openxmlformats.org/drawingml/2006/main">
              <a:ext uri="{FF2B5EF4-FFF2-40B4-BE49-F238E27FC236}">
                <a16:creationId xmlns:a16="http://schemas.microsoft.com/office/drawing/2014/main" id="{87061292-950E-4217-A2AC-D904697D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507239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任意多边形: 形状 100">
            <a:extLst xmlns:a="http://schemas.openxmlformats.org/drawingml/2006/main">
              <a:ext uri="{FF2B5EF4-FFF2-40B4-BE49-F238E27FC236}">
                <a16:creationId xmlns:a16="http://schemas.microsoft.com/office/drawing/2014/main" id="{A0D0E45B-B69A-40F9-96F8-B55C9E3C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59475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任意多边形: 形状 101">
            <a:extLst xmlns:a="http://schemas.openxmlformats.org/drawingml/2006/main">
              <a:ext uri="{FF2B5EF4-FFF2-40B4-BE49-F238E27FC236}">
                <a16:creationId xmlns:a16="http://schemas.microsoft.com/office/drawing/2014/main" id="{FB6C572F-644F-4143-8B32-BC9993C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68227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" name="任意多边形: 形状 102">
            <a:extLst xmlns:a="http://schemas.openxmlformats.org/drawingml/2006/main">
              <a:ext uri="{FF2B5EF4-FFF2-40B4-BE49-F238E27FC236}">
                <a16:creationId xmlns:a16="http://schemas.microsoft.com/office/drawing/2014/main" id="{6226DCD2-8E64-4136-B8D7-700E1ED2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4" name="任意多边形: 形状 103">
            <a:extLst xmlns:a="http://schemas.openxmlformats.org/drawingml/2006/main">
              <a:ext uri="{FF2B5EF4-FFF2-40B4-BE49-F238E27FC236}">
                <a16:creationId xmlns:a16="http://schemas.microsoft.com/office/drawing/2014/main" id="{64D7261B-239D-4677-96F0-29EB349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任意多边形: 形状 104">
            <a:extLst xmlns:a="http://schemas.openxmlformats.org/drawingml/2006/main">
              <a:ext uri="{FF2B5EF4-FFF2-40B4-BE49-F238E27FC236}">
                <a16:creationId xmlns:a16="http://schemas.microsoft.com/office/drawing/2014/main" id="{E8F128D0-2D4B-45A5-8C77-4D6F1B6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055933" y="-294681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6" name="任意多边形: 形状 105">
            <a:extLst xmlns:a="http://schemas.openxmlformats.org/drawingml/2006/main">
              <a:ext uri="{FF2B5EF4-FFF2-40B4-BE49-F238E27FC236}">
                <a16:creationId xmlns:a16="http://schemas.microsoft.com/office/drawing/2014/main" id="{D7F75845-CDB5-48E0-A9EA-C044C2B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419720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7" name="任意多边形: 形状 106">
            <a:extLst xmlns:a="http://schemas.openxmlformats.org/drawingml/2006/main">
              <a:ext uri="{FF2B5EF4-FFF2-40B4-BE49-F238E27FC236}">
                <a16:creationId xmlns:a16="http://schemas.microsoft.com/office/drawing/2014/main" id="{C6FFD755-64AC-4513-8DCC-6F93656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507239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8" name="任意多边形: 形状 107">
            <a:extLst xmlns:a="http://schemas.openxmlformats.org/drawingml/2006/main">
              <a:ext uri="{FF2B5EF4-FFF2-40B4-BE49-F238E27FC236}">
                <a16:creationId xmlns:a16="http://schemas.microsoft.com/office/drawing/2014/main" id="{88FA5A1B-BD73-4A05-9EFF-A322344F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59475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7 h 13335"/>
              <a:gd name="connsiteX1" fmla="*/ 6667 w 13335"/>
              <a:gd name="connsiteY1" fmla="*/ 13335 h 13335"/>
              <a:gd name="connsiteX2" fmla="*/ 0 w 13335"/>
              <a:gd name="connsiteY2" fmla="*/ 6667 h 13335"/>
              <a:gd name="connsiteX3" fmla="*/ 6667 w 13335"/>
              <a:gd name="connsiteY3" fmla="*/ 0 h 13335"/>
              <a:gd name="connsiteX4" fmla="*/ 13335 w 13335"/>
              <a:gd name="connsiteY4" fmla="*/ 6667 h 13335"/>
            </a:gdLst>
            <a:rect l="l" t="t" r="r" b="b"/>
            <a:pathLst>
              <a:path w="13335" h="13335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任意多边形: 形状 108">
            <a:extLst xmlns:a="http://schemas.openxmlformats.org/drawingml/2006/main">
              <a:ext uri="{FF2B5EF4-FFF2-40B4-BE49-F238E27FC236}">
                <a16:creationId xmlns:a16="http://schemas.microsoft.com/office/drawing/2014/main" id="{5B07439D-A237-48F6-B10F-C2093C6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682275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3810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0" name="任意多边形: 形状 109">
            <a:extLst xmlns:a="http://schemas.openxmlformats.org/drawingml/2006/main">
              <a:ext uri="{FF2B5EF4-FFF2-40B4-BE49-F238E27FC236}">
                <a16:creationId xmlns:a16="http://schemas.microsoft.com/office/drawing/2014/main" id="{BA9F044A-11E9-4684-9B87-223249E0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771780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7"/>
                  <a:pt x="10477" y="13335"/>
                  <a:pt x="6667" y="13335"/>
                </a:cubicBezTo>
                <a:cubicBezTo>
                  <a:pt x="2857" y="13335"/>
                  <a:pt x="0" y="10477"/>
                  <a:pt x="0" y="6667"/>
                </a:cubicBezTo>
                <a:cubicBezTo>
                  <a:pt x="0" y="2857"/>
                  <a:pt x="2857" y="0"/>
                  <a:pt x="6667" y="0"/>
                </a:cubicBezTo>
                <a:cubicBezTo>
                  <a:pt x="10477" y="0"/>
                  <a:pt x="13335" y="2857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1" name="任意多边形: 形状 110">
            <a:extLst xmlns:a="http://schemas.openxmlformats.org/drawingml/2006/main">
              <a:ext uri="{FF2B5EF4-FFF2-40B4-BE49-F238E27FC236}">
                <a16:creationId xmlns:a16="http://schemas.microsoft.com/office/drawing/2014/main" id="{FA24B02F-D0CC-402D-AF71-054B5DB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859297"/>
            <a:ext cx="27846" cy="27844"/>
          </a:xfrm>
          <a:custGeom xmlns:a="http://schemas.openxmlformats.org/drawingml/2006/main">
            <a:gdLst>
              <a:gd name="connsiteX0" fmla="*/ 13335 w 13335"/>
              <a:gd name="connsiteY0" fmla="*/ 6667 h 13334"/>
              <a:gd name="connsiteX1" fmla="*/ 6667 w 13335"/>
              <a:gd name="connsiteY1" fmla="*/ 13335 h 13334"/>
              <a:gd name="connsiteX2" fmla="*/ 0 w 13335"/>
              <a:gd name="connsiteY2" fmla="*/ 6667 h 13334"/>
              <a:gd name="connsiteX3" fmla="*/ 6667 w 13335"/>
              <a:gd name="connsiteY3" fmla="*/ 0 h 13334"/>
              <a:gd name="connsiteX4" fmla="*/ 13335 w 13335"/>
              <a:gd name="connsiteY4" fmla="*/ 6667 h 13334"/>
            </a:gdLst>
            <a:rect l="l" t="t" r="r" b="b"/>
            <a:pathLst>
              <a:path w="13335" h="13334">
                <a:moveTo>
                  <a:pt x="13335" y="6667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7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任意多边形: 形状 111">
            <a:extLst xmlns:a="http://schemas.openxmlformats.org/drawingml/2006/main">
              <a:ext uri="{FF2B5EF4-FFF2-40B4-BE49-F238E27FC236}">
                <a16:creationId xmlns:a16="http://schemas.microsoft.com/office/drawing/2014/main" id="{17677694-7455-43BB-B16A-D53F3345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164155" y="-2946815"/>
            <a:ext cx="27846" cy="27846"/>
          </a:xfrm>
          <a:custGeom xmlns:a="http://schemas.openxmlformats.org/drawingml/2006/main">
            <a:gdLst>
              <a:gd name="connsiteX0" fmla="*/ 13335 w 13335"/>
              <a:gd name="connsiteY0" fmla="*/ 6668 h 13335"/>
              <a:gd name="connsiteX1" fmla="*/ 6667 w 13335"/>
              <a:gd name="connsiteY1" fmla="*/ 13335 h 13335"/>
              <a:gd name="connsiteX2" fmla="*/ 0 w 13335"/>
              <a:gd name="connsiteY2" fmla="*/ 6668 h 13335"/>
              <a:gd name="connsiteX3" fmla="*/ 6667 w 13335"/>
              <a:gd name="connsiteY3" fmla="*/ 0 h 13335"/>
              <a:gd name="connsiteX4" fmla="*/ 13335 w 13335"/>
              <a:gd name="connsiteY4" fmla="*/ 6668 h 13335"/>
            </a:gdLst>
            <a:rect l="l" t="t" r="r" b="b"/>
            <a:pathLst>
              <a:path w="13335" h="13335">
                <a:moveTo>
                  <a:pt x="13335" y="6668"/>
                </a:moveTo>
                <a:cubicBezTo>
                  <a:pt x="13335" y="10478"/>
                  <a:pt x="10477" y="13335"/>
                  <a:pt x="6667" y="13335"/>
                </a:cubicBezTo>
                <a:cubicBezTo>
                  <a:pt x="2857" y="13335"/>
                  <a:pt x="0" y="10478"/>
                  <a:pt x="0" y="6668"/>
                </a:cubicBezTo>
                <a:cubicBezTo>
                  <a:pt x="0" y="2858"/>
                  <a:pt x="2857" y="0"/>
                  <a:pt x="6667" y="0"/>
                </a:cubicBezTo>
                <a:cubicBezTo>
                  <a:pt x="10477" y="0"/>
                  <a:pt x="13335" y="2858"/>
                  <a:pt x="13335" y="666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A610F156-46FF-4525-9114-68C23DB12FB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7017" y="575069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72000" tIns="36000" rIns="72000" bIns="36000">
            <a:spAutoFit/>
          </a:bodyPr>
          <a:lstStyle xmlns:a="http://schemas.openxmlformats.org/drawingml/2006/main">
            <a:lvl1pPr algn="ctr">
              <a:buNone/>
              <a:defRPr sz="2400" b="1" spc="30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单击此处标题</a:t>
            </a:r>
            <a:endParaRPr/>
          </a:p>
        </p:txBody>
      </p:sp>
      <p:sp>
        <p:nvSpPr>
          <p:cNvPr id="113" name="直接连接符 112">
            <a:extLst xmlns:a="http://schemas.openxmlformats.org/drawingml/2006/main">
              <a:ext uri="{FF2B5EF4-FFF2-40B4-BE49-F238E27FC236}">
                <a16:creationId xmlns:a16="http://schemas.microsoft.com/office/drawing/2014/main" id="{B354EC1D-7324-40E1-8A57-50A8A13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14" y="1108106"/>
            <a:ext cx="2715789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1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E01BE1D-74AD-462A-B9AA-1F2CB46FC1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2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4BDE98-E8B4-4BC3-A9E0-AA778B92CB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3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AA4FE68-4898-40F8-9422-B15EAF40AA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E14D728-03AB-45D5-AC73-39AC728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-189043" y="-266187"/>
            <a:ext cx="1032516" cy="10325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D4ED935-FF86-4786-930C-420A7E8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21942" y="-265384"/>
            <a:ext cx="1032516" cy="10325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72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857E42-0DE8-4BB8-832C-6DF702388E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4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04D496-5F65-43F0-915E-8B2E51C8F82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80B96E-7A62-412E-8846-E38FD022C1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df265005294c36" /><Relationship Type="http://schemas.openxmlformats.org/officeDocument/2006/relationships/slideLayout" Target="/ppt/slideLayouts/slideLayout1.xml" Id="R647af68d0ffd4ae7" /><Relationship Type="http://schemas.openxmlformats.org/officeDocument/2006/relationships/slideLayout" Target="/ppt/slideLayouts/slideLayout2.xml" Id="R29b2c74490604c92" /><Relationship Type="http://schemas.openxmlformats.org/officeDocument/2006/relationships/slideLayout" Target="/ppt/slideLayouts/slideLayout3.xml" Id="R861c718fcb714ad1" /><Relationship Type="http://schemas.openxmlformats.org/officeDocument/2006/relationships/slideLayout" Target="/ppt/slideLayouts/slideLayout4.xml" Id="R149bc4524f664734" /><Relationship Type="http://schemas.openxmlformats.org/officeDocument/2006/relationships/slideLayout" Target="/ppt/slideLayouts/slideLayout5.xml" Id="R4389b8633e73441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998745B-CF78-470C-BEB9-9A5C282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47BF8EA-556E-4E16-901C-F44BEC63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" y="205740"/>
            <a:ext cx="11765280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AB93326-714B-4D96-8009-DD112F1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" y="304800"/>
            <a:ext cx="11562080" cy="6248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solidFill>
              <a:schemeClr val="accent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B9A258-B77A-48F0-B8A2-7895F428BD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2DEBB0-1C95-48AA-9B92-7389B2F31F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8402EA0-50AF-4098-80DE-2DB5AC7852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af68d0ffd4ae7"/>
    <p:sldLayoutId xmlns:r="http://schemas.openxmlformats.org/officeDocument/2006/relationships" id="2147483650" r:id="R29b2c74490604c92"/>
    <p:sldLayoutId xmlns:r="http://schemas.openxmlformats.org/officeDocument/2006/relationships" id="2147483651" r:id="R861c718fcb714ad1"/>
    <p:sldLayoutId xmlns:r="http://schemas.openxmlformats.org/officeDocument/2006/relationships" id="2147483652" r:id="R149bc4524f664734"/>
    <p:sldLayoutId xmlns:r="http://schemas.openxmlformats.org/officeDocument/2006/relationships" id="2147483653" r:id="R4389b8633e73441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980e0664a44e4" /><Relationship Type="http://schemas.openxmlformats.org/officeDocument/2006/relationships/image" Target="/ppt/media/image.png" Id="R5c3856ac6aab4f91" /><Relationship Type="http://schemas.openxmlformats.org/officeDocument/2006/relationships/notesSlide" Target="/ppt/notesSlides/notesSlide1.xml" Id="R70e78ea9ac07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8578b0ea14269" /><Relationship Type="http://schemas.openxmlformats.org/officeDocument/2006/relationships/image" Target="/ppt/media/image2.jpeg" Id="Rd4c7e44f28f940c9" /><Relationship Type="http://schemas.openxmlformats.org/officeDocument/2006/relationships/notesSlide" Target="/ppt/notesSlides/notesSlide2.xml" Id="R96fbd7ca3d1f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31537064114ccf" /><Relationship Type="http://schemas.openxmlformats.org/officeDocument/2006/relationships/notesSlide" Target="/ppt/notesSlides/notesSlide3.xml" Id="R6bc361b51611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9631eebede54c03" /><Relationship Type="http://schemas.openxmlformats.org/officeDocument/2006/relationships/image" Target="/ppt/media/image2.png" Id="Ra450c2ce08154bc3" /><Relationship Type="http://schemas.openxmlformats.org/officeDocument/2006/relationships/notesSlide" Target="/ppt/notesSlides/notesSlide4.xml" Id="R9feca30cb7a245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698251408c489b" /><Relationship Type="http://schemas.openxmlformats.org/officeDocument/2006/relationships/notesSlide" Target="/ppt/notesSlides/notesSlide5.xml" Id="Rff058cd2570c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fa69e96dca47b3" /><Relationship Type="http://schemas.openxmlformats.org/officeDocument/2006/relationships/image" Target="/ppt/media/image3.png" Id="Rf53a9f5b7b814e2b" /><Relationship Type="http://schemas.openxmlformats.org/officeDocument/2006/relationships/image" Target="/ppt/media/image4.png" Id="R4be7be61fd89403f" /><Relationship Type="http://schemas.openxmlformats.org/officeDocument/2006/relationships/image" Target="/ppt/media/image3.jpeg" Id="R92cbdd9572ed4821" /><Relationship Type="http://schemas.openxmlformats.org/officeDocument/2006/relationships/notesSlide" Target="/ppt/notesSlides/notesSlide6.xml" Id="Ra646657db816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d902873fb2e41d7" /><Relationship Type="http://schemas.openxmlformats.org/officeDocument/2006/relationships/image" Target="/ppt/media/image3.png" Id="Rbcb68966748441b4" /><Relationship Type="http://schemas.openxmlformats.org/officeDocument/2006/relationships/image" Target="/ppt/media/image4.png" Id="Rc4059cf83f5c4baf" /><Relationship Type="http://schemas.openxmlformats.org/officeDocument/2006/relationships/notesSlide" Target="/ppt/notesSlides/notesSlide7.xml" Id="R75f0ec68042f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e9b7d9b070462d" /><Relationship Type="http://schemas.openxmlformats.org/officeDocument/2006/relationships/image" Target="/ppt/media/image4.png" Id="Rbb54e55769ee4f7e" /><Relationship Type="http://schemas.openxmlformats.org/officeDocument/2006/relationships/notesSlide" Target="/ppt/notesSlides/notesSlide8.xml" Id="R45c58d6a11fd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1d89ac69c54964" /><Relationship Type="http://schemas.openxmlformats.org/officeDocument/2006/relationships/notesSlide" Target="/ppt/notesSlides/notesSlide9.xml" Id="Ree027282708d4f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cfaa2050ecd4239" /><Relationship Type="http://schemas.openxmlformats.org/officeDocument/2006/relationships/image" Target="/ppt/media/image5.png" Id="R849361bba1534069" /><Relationship Type="http://schemas.openxmlformats.org/officeDocument/2006/relationships/image" Target="/ppt/media/image6.png" Id="R0dcc108c91d84e90" /><Relationship Type="http://schemas.openxmlformats.org/officeDocument/2006/relationships/image" Target="/ppt/media/image7.png" Id="Re290c6df10804c47" /><Relationship Type="http://schemas.openxmlformats.org/officeDocument/2006/relationships/notesSlide" Target="/ppt/notesSlides/notesSlide10.xml" Id="Re4901d9669cc4e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4a34bd9b8e84321" /><Relationship Type="http://schemas.openxmlformats.org/officeDocument/2006/relationships/image" Target="/ppt/media/image4.jpeg" Id="Ra11a83f5588f4303" /><Relationship Type="http://schemas.openxmlformats.org/officeDocument/2006/relationships/image" Target="/ppt/media/image8.png" Id="R1235edfe0cbd4cab" /><Relationship Type="http://schemas.openxmlformats.org/officeDocument/2006/relationships/notesSlide" Target="/ppt/notesSlides/notesSlide11.xml" Id="R2a1eb933c71241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bdff9ca3254ce0" /><Relationship Type="http://schemas.openxmlformats.org/officeDocument/2006/relationships/notesSlide" Target="/ppt/notesSlides/notesSlide12.xml" Id="R20ff1b53cefd4f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beae41cc1574e3c" /><Relationship Type="http://schemas.openxmlformats.org/officeDocument/2006/relationships/image" Target="/ppt/media/image3.jpeg" Id="Rad2f566e3ae94015" /><Relationship Type="http://schemas.openxmlformats.org/officeDocument/2006/relationships/image" Target="/ppt/media/image9.png" Id="R4db21a1b5bd3456e" /><Relationship Type="http://schemas.openxmlformats.org/officeDocument/2006/relationships/notesSlide" Target="/ppt/notesSlides/notesSlide13.xml" Id="R31be93e2052148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dc5550d946949d6" /><Relationship Type="http://schemas.openxmlformats.org/officeDocument/2006/relationships/image" Target="/ppt/media/image5.jpeg" Id="Rb7fb747113b342a9" /><Relationship Type="http://schemas.openxmlformats.org/officeDocument/2006/relationships/notesSlide" Target="/ppt/notesSlides/notesSlide14.xml" Id="R183482bc6b3348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bde592a7f4bc9" /><Relationship Type="http://schemas.openxmlformats.org/officeDocument/2006/relationships/image" Target="/ppt/media/image.png" Id="R8c8b5b6592b44cb4" /><Relationship Type="http://schemas.openxmlformats.org/officeDocument/2006/relationships/notesSlide" Target="/ppt/notesSlides/notesSlide15.xml" Id="R8f425598fa4f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899919E9-8213-4A90-A45F-C5B5DDE8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612" y="3306518"/>
            <a:ext cx="780213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夏令营面试自我陈述</a:t>
            </a:r>
            <a:endParaRPr sz="6000" b="1" spc="600">
              <a:solidFill>
                <a:schemeClr val="accent1"/>
              </a:solidFill>
            </a:endParaRPr>
          </a:p>
        </p:txBody>
      </p:sp>
      <p:sp>
        <p:nvSpPr>
          <p:cNvPr id="57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AE60553-0909-49D4-AA39-72121F78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853" y="4973397"/>
            <a:ext cx="39193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汇报人：大熊猫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7EC8111-D59A-4113-8C13-0E29818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" y="762000"/>
            <a:ext cx="1117228" cy="36625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 spc="600">
                <a:solidFill>
                  <a:srgbClr val="FFFFFF"/>
                </a:solidFill>
              </a:rPr>
              <a:t>中南大学</a:t>
            </a:r>
            <a:endParaRPr sz="4800" b="1" spc="600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</a:pPr>
            <a:endParaRPr sz="4000" b="1" spc="600">
              <a:solidFill>
                <a:srgbClr val="FFFFFF"/>
              </a:solidFill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73A892D-A579-4828-8F5F-FDED901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0168" y="2993380"/>
            <a:ext cx="541020" cy="28623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 spc="600">
                <a:solidFill>
                  <a:srgbClr val="FFFFFF"/>
                </a:solidFill>
              </a:rPr>
              <a:t>大数据学院</a:t>
            </a:r>
            <a:endParaRPr sz="3600" b="1" spc="600">
              <a:solidFill>
                <a:srgbClr val="FFFFFF"/>
              </a:solidFill>
            </a:endParaRPr>
          </a:p>
        </p:txBody>
      </p:sp>
      <p:pic>
        <p:nvPicPr>
          <p:cNvPr id="63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3856ac6aab4f91"/>
          <a:srcRect xmlns:a="http://schemas.openxmlformats.org/drawingml/2006/main" l="0" t="0" r="-3309" b="23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9306" y="742726"/>
            <a:ext cx="3588747" cy="25637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08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DF37728E-E510-47C2-B64F-AF102025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44433" y="1458545"/>
            <a:ext cx="4403564" cy="3902853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4c7e44f28f940c9"/>
            <a:srcRect l="0" t="0" r="0" b="0"/>
            <a:stretch>
              <a:fillRect l="0" t="0" r="0" b="0"/>
            </a:stretch>
          </a:blip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>
            <a:extLst xmlns:a="http://schemas.openxmlformats.org/drawingml/2006/main">
              <a:ext uri="{FF2B5EF4-FFF2-40B4-BE49-F238E27FC236}">
                <a16:creationId xmlns:a16="http://schemas.microsoft.com/office/drawing/2014/main" id="{FD36FF61-E2D8-4E2B-9206-719205A4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44433" y="1458545"/>
            <a:ext cx="4403564" cy="3902853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>
            <a:extLst xmlns:a="http://schemas.openxmlformats.org/drawingml/2006/main">
              <a:ext uri="{FF2B5EF4-FFF2-40B4-BE49-F238E27FC236}">
                <a16:creationId xmlns:a16="http://schemas.microsoft.com/office/drawing/2014/main" id="{7AFD7F04-C6C9-4826-A633-0F054444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461782" y="1828440"/>
            <a:ext cx="3568864" cy="3163064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30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3CA9935-6761-42A9-9E8C-FE9BDD0B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65" y="2544174"/>
            <a:ext cx="3366791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目录</a:t>
            </a:r>
            <a:endParaRPr sz="6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0FA07C8-53C5-4549-A501-3C0898A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818" y="3638437"/>
            <a:ext cx="336679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accent1">
                    <a:lumMod val="100000"/>
                  </a:schemeClr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</a:rPr>
              <a:t>CONTENTS</a:t>
            </a:r>
            <a:endParaRPr sz="3200">
              <a:solidFill>
                <a:schemeClr val="accent1">
                  <a:lumMod val="100000"/>
                </a:schemeClr>
              </a:solidFill>
              <a:effectLst>
                <a:outerShdw blurRad="25400" dist="25400" dir="2700000" algn="tl">
                  <a:srgbClr val="000000">
                    <a:alpha val="34000"/>
                  </a:srgbClr>
                </a:outerShdw>
              </a:effectLst>
            </a:endParaRPr>
          </a:p>
        </p:txBody>
      </p:sp>
      <p:sp>
        <p:nvSpPr>
          <p:cNvPr id="13" name="Freeform 5">
            <a:extLst xmlns:a="http://schemas.openxmlformats.org/drawingml/2006/main">
              <a:ext uri="{FF2B5EF4-FFF2-40B4-BE49-F238E27FC236}">
                <a16:creationId xmlns:a16="http://schemas.microsoft.com/office/drawing/2014/main" id="{69973268-668E-4D91-8F2D-1371A0AA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650867" y="5231654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>
            <a:extLst xmlns:a="http://schemas.openxmlformats.org/drawingml/2006/main">
              <a:ext uri="{FF2B5EF4-FFF2-40B4-BE49-F238E27FC236}">
                <a16:creationId xmlns:a16="http://schemas.microsoft.com/office/drawing/2014/main" id="{C4270BCC-CBC1-4F14-8AE1-E9952D9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688870" y="5265335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>
            <a:extLst xmlns:a="http://schemas.openxmlformats.org/drawingml/2006/main">
              <a:ext uri="{FF2B5EF4-FFF2-40B4-BE49-F238E27FC236}">
                <a16:creationId xmlns:a16="http://schemas.microsoft.com/office/drawing/2014/main" id="{A763600F-04EF-4F60-87E3-54C8F90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337277" y="1744079"/>
            <a:ext cx="643106" cy="569981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>
            <a:extLst xmlns:a="http://schemas.openxmlformats.org/drawingml/2006/main">
              <a:ext uri="{FF2B5EF4-FFF2-40B4-BE49-F238E27FC236}">
                <a16:creationId xmlns:a16="http://schemas.microsoft.com/office/drawing/2014/main" id="{3C7B173E-D589-41CE-AB6C-BDE11034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398227" y="1798098"/>
            <a:ext cx="521205" cy="461940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5">
            <a:extLst xmlns:a="http://schemas.openxmlformats.org/drawingml/2006/main">
              <a:ext uri="{FF2B5EF4-FFF2-40B4-BE49-F238E27FC236}">
                <a16:creationId xmlns:a16="http://schemas.microsoft.com/office/drawing/2014/main" id="{0CCB767B-F46A-47A1-A924-9E63043E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340488" y="2667933"/>
            <a:ext cx="643106" cy="569981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Freeform 5">
            <a:extLst xmlns:a="http://schemas.openxmlformats.org/drawingml/2006/main">
              <a:ext uri="{FF2B5EF4-FFF2-40B4-BE49-F238E27FC236}">
                <a16:creationId xmlns:a16="http://schemas.microsoft.com/office/drawing/2014/main" id="{CEEC84EB-3201-4EC2-A1AF-E2EFFA47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401438" y="2721952"/>
            <a:ext cx="521205" cy="461940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EBEFD483-8D40-4B11-9116-8A48F900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359760" y="3550357"/>
            <a:ext cx="643106" cy="569981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Freeform 5">
            <a:extLst xmlns:a="http://schemas.openxmlformats.org/drawingml/2006/main">
              <a:ext uri="{FF2B5EF4-FFF2-40B4-BE49-F238E27FC236}">
                <a16:creationId xmlns:a16="http://schemas.microsoft.com/office/drawing/2014/main" id="{F1277786-A95E-441C-9BED-3A5008F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420710" y="3604376"/>
            <a:ext cx="521205" cy="461940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D1DCC66-CDAE-4CC9-9A72-872F4FE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369080" y="4384662"/>
            <a:ext cx="643106" cy="569981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Freeform 5">
            <a:extLst xmlns:a="http://schemas.openxmlformats.org/drawingml/2006/main">
              <a:ext uri="{FF2B5EF4-FFF2-40B4-BE49-F238E27FC236}">
                <a16:creationId xmlns:a16="http://schemas.microsoft.com/office/drawing/2014/main" id="{8F42B9A7-9E0C-49CB-A3EA-8474DF54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430030" y="4438681"/>
            <a:ext cx="521205" cy="461940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7F98BDC-E4FC-4F89-9C9C-2477B419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662" y="1856220"/>
            <a:ext cx="4619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A9BDB62-9BF4-4F9A-AC02-181E60C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662" y="2777785"/>
            <a:ext cx="4619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E007094-C2A9-4495-8AF8-28A6CCC4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81" y="3650680"/>
            <a:ext cx="4619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26AE78E3-388D-4D22-A1CA-E35CC11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81" y="4484985"/>
            <a:ext cx="46194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04</a:t>
            </a:r>
            <a:endParaRPr/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B248469-6585-4A0F-A9DD-62CC137C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643" y="1811351"/>
            <a:ext cx="224744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个人信息</a:t>
            </a:r>
            <a:endParaRPr sz="2400" b="1"/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279CC8DD-3787-4D94-96AF-D1634F09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643" y="2671785"/>
            <a:ext cx="224744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竞赛经历</a:t>
            </a:r>
            <a:endParaRPr sz="2400" b="1"/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2F16E00B-7CEB-4E9E-8EA1-0B89E9A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643" y="3532219"/>
            <a:ext cx="224744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科研经历</a:t>
            </a:r>
            <a:endParaRPr sz="2400" b="1"/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FA9CF664-7AD2-4D6D-B2AD-281CABFC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643" y="4392652"/>
            <a:ext cx="224744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校园经历</a:t>
            </a:r>
            <a:endParaRPr sz="2400" b="1"/>
          </a:p>
        </p:txBody>
      </p:sp>
      <p:sp>
        <p:nvSpPr>
          <p:cNvPr id="4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C632792-9BE2-412E-88AB-E9541F27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49563" y="838191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4C3B23-EA19-47DC-93A0-89CB633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4487566" y="871872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0684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D2BBD86E-4C39-4A91-86E6-CC4ED45D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" y="304800"/>
            <a:ext cx="11562080" cy="6248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solidFill>
              <a:schemeClr val="accent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AFBF4016-7113-486C-8778-99E47735F09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个人信息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4B4998D-1E85-4DC6-930F-774535018BF1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custGeom xmlns:a="http://schemas.openxmlformats.org/drawingml/2006/main"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PERSONAL  INFORMATION</a:t>
            </a: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DF8979F-9E8B-4C2B-B6DC-EAF853A0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332" y="1650424"/>
            <a:ext cx="159744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/>
              <a:t>Part I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836689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8922552C-0EEB-4C4F-B0DF-CBAFFA977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439792" y="564052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个人基本情况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3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7AF7A820-E725-4CF6-B7A4-4ACE362E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5625" y="1089439"/>
            <a:ext cx="2419111" cy="672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spc="30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大熊猫</a:t>
            </a:r>
            <a:endParaRPr sz="3200" b="1" spc="30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A22283AF-896A-40B1-BA9A-FDC63A3E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5626" y="1761771"/>
            <a:ext cx="5359079" cy="4246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latin typeface="+mj-ea"/>
                <a:ea typeface="+mj-ea"/>
                <a:cs typeface="+mj-ea"/>
              </a:rPr>
              <a:t>本科院校：</a:t>
            </a:r>
            <a:r>
              <a:rPr b="1">
                <a:latin typeface="+mj-ea"/>
                <a:ea typeface="+mj-ea"/>
                <a:cs typeface="+mj-ea"/>
              </a:rPr>
              <a:t>XXXX</a:t>
            </a:r>
            <a:r>
              <a:rPr b="1">
                <a:latin typeface="+mj-ea"/>
                <a:ea typeface="+mj-ea"/>
                <a:cs typeface="+mj-ea"/>
              </a:rPr>
              <a:t>大学 </a:t>
            </a:r>
            <a:r>
              <a:rPr b="1">
                <a:latin typeface="+mj-ea"/>
                <a:ea typeface="+mj-ea"/>
                <a:cs typeface="+mj-ea"/>
              </a:rPr>
              <a:t>/ </a:t>
            </a:r>
            <a:r>
              <a:rPr b="1">
                <a:latin typeface="+mj-ea"/>
                <a:ea typeface="+mj-ea"/>
                <a:cs typeface="+mj-ea"/>
              </a:rPr>
              <a:t>计算机科学与技术（</a:t>
            </a:r>
            <a:r>
              <a:rPr b="1">
                <a:latin typeface="+mj-ea"/>
                <a:ea typeface="+mj-ea"/>
                <a:cs typeface="+mj-ea"/>
              </a:rPr>
              <a:t>B+</a:t>
            </a:r>
            <a:r>
              <a:rPr b="1">
                <a:latin typeface="+mj-ea"/>
                <a:ea typeface="+mj-ea"/>
                <a:cs typeface="+mj-ea"/>
              </a:rPr>
              <a:t>）</a:t>
            </a:r>
            <a:endParaRPr b="1">
              <a:latin typeface="+mj-ea"/>
              <a:ea typeface="+mj-ea"/>
              <a:cs typeface="+mj-ea"/>
            </a:endParaRPr>
          </a:p>
        </p:txBody>
      </p:sp>
      <p:sp>
        <p:nvSpPr>
          <p:cNvPr id="46" name="powerpoint template design by DAJU_PPT正版来源小红书大橘PPT微信DAJU_PPT请勿抄袭搬运！盗版必究！-3">
            <a:extLst xmlns:a="http://schemas.openxmlformats.org/drawingml/2006/main">
              <a:ext uri="{FF2B5EF4-FFF2-40B4-BE49-F238E27FC236}">
                <a16:creationId xmlns:a16="http://schemas.microsoft.com/office/drawing/2014/main" id="{8E454DCF-9309-489F-B0E0-2564CD5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5626" y="2436695"/>
            <a:ext cx="5806119" cy="33673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b="1">
                <a:latin typeface="+mj-ea"/>
                <a:ea typeface="+mj-ea"/>
                <a:cs typeface="+mj-ea"/>
              </a:rPr>
              <a:t>政治面貌：</a:t>
            </a:r>
            <a:r>
              <a:rPr>
                <a:latin typeface="+mj-ea"/>
                <a:ea typeface="+mj-ea"/>
                <a:cs typeface="+mj-ea"/>
              </a:rPr>
              <a:t>中共预备党员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b="1">
                <a:latin typeface="+mj-ea"/>
                <a:ea typeface="+mj-ea"/>
                <a:cs typeface="+mj-ea"/>
              </a:rPr>
              <a:t>专业成绩：</a:t>
            </a:r>
            <a:r>
              <a:rPr>
                <a:latin typeface="+mj-ea"/>
                <a:ea typeface="+mj-ea"/>
                <a:cs typeface="+mj-ea"/>
              </a:rPr>
              <a:t>绩点</a:t>
            </a:r>
            <a:r>
              <a:rPr>
                <a:latin typeface="+mj-ea"/>
                <a:ea typeface="+mj-ea"/>
                <a:cs typeface="+mj-ea"/>
              </a:rPr>
              <a:t>3XX</a:t>
            </a:r>
            <a:r>
              <a:rPr>
                <a:latin typeface="+mj-ea"/>
                <a:ea typeface="+mj-ea"/>
                <a:cs typeface="+mj-ea"/>
              </a:rPr>
              <a:t>，专业排名</a:t>
            </a:r>
            <a:r>
              <a:rPr b="1">
                <a:latin typeface="+mj-ea"/>
                <a:ea typeface="+mj-ea"/>
                <a:cs typeface="+mj-ea"/>
              </a:rPr>
              <a:t>X/1XX（</a:t>
            </a:r>
            <a:r>
              <a:rPr b="1">
                <a:latin typeface="+mj-ea"/>
                <a:ea typeface="+mj-ea"/>
                <a:cs typeface="+mj-ea"/>
              </a:rPr>
              <a:t>前</a:t>
            </a:r>
            <a:r>
              <a:rPr b="1">
                <a:latin typeface="+mj-ea"/>
                <a:ea typeface="+mj-ea"/>
                <a:cs typeface="+mj-ea"/>
              </a:rPr>
              <a:t>1.XX%）</a:t>
            </a:r>
            <a:r>
              <a:rPr>
                <a:latin typeface="+mj-ea"/>
                <a:ea typeface="+mj-ea"/>
                <a:cs typeface="+mj-ea"/>
              </a:rPr>
              <a:t>，</a:t>
            </a:r>
            <a:r>
              <a:rPr>
                <a:latin typeface="+mj-ea"/>
                <a:ea typeface="+mj-ea"/>
                <a:cs typeface="+mj-ea"/>
              </a:rPr>
              <a:t>XX</a:t>
            </a:r>
            <a:r>
              <a:rPr>
                <a:latin typeface="+mj-ea"/>
                <a:ea typeface="+mj-ea"/>
                <a:cs typeface="+mj-ea"/>
              </a:rPr>
              <a:t>门课程满绩，两次获得</a:t>
            </a:r>
            <a:r>
              <a:rPr>
                <a:latin typeface="+mj-ea"/>
                <a:ea typeface="+mj-ea"/>
                <a:cs typeface="+mj-ea"/>
              </a:rPr>
              <a:t>XXX</a:t>
            </a:r>
            <a:r>
              <a:rPr>
                <a:latin typeface="+mj-ea"/>
                <a:ea typeface="+mj-ea"/>
                <a:cs typeface="+mj-ea"/>
              </a:rPr>
              <a:t>奖学金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b="1">
                <a:latin typeface="+mj-ea"/>
                <a:ea typeface="+mj-ea"/>
                <a:cs typeface="+mj-ea"/>
              </a:rPr>
              <a:t>英语水平：</a:t>
            </a:r>
            <a:r>
              <a:rPr>
                <a:latin typeface="+mj-ea"/>
                <a:ea typeface="+mj-ea"/>
                <a:cs typeface="+mj-ea"/>
              </a:rPr>
              <a:t>CET4-</a:t>
            </a:r>
            <a:r>
              <a:rPr b="1">
                <a:latin typeface="+mj-ea"/>
                <a:ea typeface="+mj-ea"/>
                <a:cs typeface="+mj-ea"/>
              </a:rPr>
              <a:t>XXX</a:t>
            </a:r>
            <a:r>
              <a:rPr>
                <a:latin typeface="+mj-ea"/>
                <a:ea typeface="+mj-ea"/>
                <a:cs typeface="+mj-ea"/>
              </a:rPr>
              <a:t>分，</a:t>
            </a:r>
            <a:r>
              <a:rPr>
                <a:latin typeface="+mj-ea"/>
                <a:ea typeface="+mj-ea"/>
                <a:cs typeface="+mj-ea"/>
              </a:rPr>
              <a:t>CET6-</a:t>
            </a:r>
            <a:r>
              <a:rPr b="1">
                <a:latin typeface="+mj-ea"/>
                <a:ea typeface="+mj-ea"/>
                <a:cs typeface="+mj-ea"/>
              </a:rPr>
              <a:t>XXX</a:t>
            </a:r>
            <a:r>
              <a:rPr>
                <a:latin typeface="+mj-ea"/>
                <a:ea typeface="+mj-ea"/>
                <a:cs typeface="+mj-ea"/>
              </a:rPr>
              <a:t>分（英语不高可不写）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>
                <a:latin typeface="+mj-ea"/>
                <a:ea typeface="+mj-ea"/>
                <a:cs typeface="+mj-ea"/>
              </a:rPr>
              <a:t>学生工作：班长、班学长、</a:t>
            </a:r>
            <a:r>
              <a:rPr>
                <a:latin typeface="+mj-ea"/>
                <a:ea typeface="+mj-ea"/>
                <a:cs typeface="+mj-ea"/>
              </a:rPr>
              <a:t>XXXXXXXXXXXXXX</a:t>
            </a:r>
            <a:r>
              <a:rPr>
                <a:latin typeface="+mj-ea"/>
                <a:ea typeface="+mj-ea"/>
                <a:cs typeface="+mj-ea"/>
              </a:rPr>
              <a:t>、</a:t>
            </a:r>
            <a:r>
              <a:rPr>
                <a:latin typeface="+mj-ea"/>
                <a:ea typeface="+mj-ea"/>
                <a:cs typeface="+mj-ea"/>
              </a:rPr>
              <a:t>XXXXXXXXXXXXXXXXXXX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Font typeface="Wingdings"/>
              <a:buChar char="Ø"/>
            </a:pPr>
            <a:endParaRPr>
              <a:latin typeface="+mj-ea"/>
              <a:ea typeface="+mj-ea"/>
              <a:cs typeface="+mj-ea"/>
            </a:endParaRPr>
          </a:p>
        </p:txBody>
      </p:sp>
      <p:pic>
        <p:nvPicPr>
          <p:cNvPr id="5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0c2ce08154b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7286" y="1648795"/>
            <a:ext cx="2924556" cy="38500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647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742BC22B-43AC-410C-9512-82B7431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388" y="4530266"/>
            <a:ext cx="514722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BD509BA5-36BB-48BE-B65F-285D0ABA812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竞赛经历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C6B5CB7-B3FF-4249-B53E-8E14FF350D6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custGeom xmlns:a="http://schemas.openxmlformats.org/drawingml/2006/main"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COMPETITION EXPERIENCE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5E51DA3-45F1-4FA2-93FA-F29097E7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332" y="1650424"/>
            <a:ext cx="159744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/>
              <a:t>Part II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9621247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56ADA5C3-E9EB-4718-B560-B5CFBED3F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493817" y="572131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创新创业类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2" name="powerpoint template design by DAJU_PPT正版来源小红书大橘PPT微信DAJU_PPT请勿抄袭搬运！盗版必究！-3">
            <a:extLst xmlns:a="http://schemas.openxmlformats.org/drawingml/2006/main">
              <a:ext uri="{FF2B5EF4-FFF2-40B4-BE49-F238E27FC236}">
                <a16:creationId xmlns:a16="http://schemas.microsoft.com/office/drawing/2014/main" id="{20EC715C-2A09-45D2-AF95-86301EFC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062" y="1118901"/>
            <a:ext cx="7547396" cy="1733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国家级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2022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第七届中国国际</a:t>
            </a:r>
            <a:r>
              <a:rPr sz="2000" b="1">
                <a:latin typeface="+mj-ea"/>
                <a:ea typeface="+mj-ea"/>
                <a:cs typeface="+mj-ea"/>
              </a:rPr>
              <a:t>“</a:t>
            </a:r>
            <a:r>
              <a:rPr sz="2000" b="1">
                <a:latin typeface="+mj-ea"/>
                <a:ea typeface="+mj-ea"/>
                <a:cs typeface="+mj-ea"/>
              </a:rPr>
              <a:t>互联网</a:t>
            </a:r>
            <a:r>
              <a:rPr sz="2000" b="1">
                <a:latin typeface="+mj-ea"/>
                <a:ea typeface="+mj-ea"/>
                <a:cs typeface="+mj-ea"/>
              </a:rPr>
              <a:t>+”</a:t>
            </a:r>
            <a:r>
              <a:rPr sz="2000">
                <a:latin typeface="+mj-ea"/>
                <a:ea typeface="+mj-ea"/>
                <a:cs typeface="+mj-ea"/>
              </a:rPr>
              <a:t>XXXX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2022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第六届全国</a:t>
            </a:r>
            <a:r>
              <a:rPr sz="2000">
                <a:latin typeface="+mj-ea"/>
                <a:ea typeface="+mj-ea"/>
                <a:cs typeface="+mj-ea"/>
              </a:rPr>
              <a:t>“</a:t>
            </a:r>
            <a:r>
              <a:rPr sz="2000">
                <a:latin typeface="+mj-ea"/>
                <a:ea typeface="+mj-ea"/>
                <a:cs typeface="+mj-ea"/>
              </a:rPr>
              <a:t>互联网</a:t>
            </a:r>
            <a:r>
              <a:rPr sz="2000">
                <a:latin typeface="+mj-ea"/>
                <a:ea typeface="+mj-ea"/>
                <a:cs typeface="+mj-ea"/>
              </a:rPr>
              <a:t>+”</a:t>
            </a:r>
            <a:r>
              <a:rPr sz="2000">
                <a:latin typeface="+mj-ea"/>
                <a:ea typeface="+mj-ea"/>
                <a:cs typeface="+mj-ea"/>
              </a:rPr>
              <a:t>快递</a:t>
            </a:r>
            <a:r>
              <a:rPr sz="2000">
                <a:latin typeface="+mj-ea"/>
                <a:ea typeface="+mj-ea"/>
                <a:cs typeface="+mj-ea"/>
              </a:rPr>
              <a:t>XXXX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2023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第十三届中国大学生服创大赛全国</a:t>
            </a:r>
            <a:r>
              <a:rPr sz="2000">
                <a:latin typeface="+mj-ea"/>
                <a:ea typeface="+mj-ea"/>
                <a:cs typeface="+mj-ea"/>
              </a:rPr>
              <a:t>XXX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42" name="powerpoint template design by DAJU_PPT正版来源小红书大橘PPT微信DAJU_PPT请勿抄袭搬运！盗版必究！-3">
            <a:extLst xmlns:a="http://schemas.openxmlformats.org/drawingml/2006/main">
              <a:ext uri="{FF2B5EF4-FFF2-40B4-BE49-F238E27FC236}">
                <a16:creationId xmlns:a16="http://schemas.microsoft.com/office/drawing/2014/main" id="{9D901063-9473-47BC-8A42-C42BA75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062" y="2962205"/>
            <a:ext cx="6630341" cy="933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省级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2022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第十二届全国大学生电子商务三创赛</a:t>
            </a:r>
            <a:r>
              <a:rPr sz="2000">
                <a:latin typeface="+mj-ea"/>
                <a:ea typeface="+mj-ea"/>
                <a:cs typeface="+mj-ea"/>
              </a:rPr>
              <a:t>XXX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3515B4F-5D98-4C65-B6D2-39381874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062" y="4199152"/>
            <a:ext cx="7090195" cy="21339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>
                <a:solidFill>
                  <a:srgbClr val="0A73AE"/>
                </a:solidFill>
                <a:latin typeface="+mn-ea"/>
                <a:ea typeface="+mn-ea"/>
                <a:cs typeface="+mn-ea"/>
              </a:rPr>
              <a:t>主要职责</a:t>
            </a:r>
            <a:endParaRPr sz="2400" b="1">
              <a:solidFill>
                <a:srgbClr val="0A73AE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担任队长，统筹规划项目进度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担任答辩人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项目策划书撰写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与企业进行对接</a:t>
            </a:r>
            <a:endParaRPr sz="2000">
              <a:latin typeface="+mj-ea"/>
              <a:ea typeface="+mj-ea"/>
              <a:cs typeface="+mj-ea"/>
            </a:endParaRPr>
          </a:p>
        </p:txBody>
      </p:sp>
      <p:pic>
        <p:nvPicPr>
          <p:cNvPr id="5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a9f5b7b81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343" y="1252703"/>
            <a:ext cx="2170426" cy="2893901"/>
          </a:xfrm>
          <a:prstGeom xmlns:a="http://schemas.openxmlformats.org/drawingml/2006/main" prst="rect">
            <a:avLst/>
          </a:prstGeom>
        </p:spPr>
      </p:pic>
      <p:pic>
        <p:nvPicPr>
          <p:cNvPr id="5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a9f5b7b81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535" y="1210891"/>
            <a:ext cx="2170426" cy="2893901"/>
          </a:xfrm>
          <a:prstGeom xmlns:a="http://schemas.openxmlformats.org/drawingml/2006/main" prst="rect">
            <a:avLst/>
          </a:prstGeom>
        </p:spPr>
      </p:pic>
      <p:pic>
        <p:nvPicPr>
          <p:cNvPr id="5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7be61fd89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970" y="4422074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5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a9f5b7b81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5727" y="1210890"/>
            <a:ext cx="2170426" cy="2893901"/>
          </a:xfrm>
          <a:prstGeom xmlns:a="http://schemas.openxmlformats.org/drawingml/2006/main" prst="rect">
            <a:avLst/>
          </a:prstGeom>
        </p:spPr>
      </p:pic>
      <p:pic>
        <p:nvPicPr>
          <p:cNvPr id="5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a9f5b7b81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2153" y="1252703"/>
            <a:ext cx="2170426" cy="2893901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EBC3EB4B-64FA-4239-B3CC-4C082EAF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494" y="4087885"/>
            <a:ext cx="424149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pic>
        <p:nvPicPr>
          <p:cNvPr id="6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7be61fd89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239" y="4422074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62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7be61fd89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733" y="4422074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6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bdd9572ed48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5973" y="4189945"/>
            <a:ext cx="3164788" cy="21045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5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A0871464-06BA-418E-82E4-580FC2F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11" y="1451169"/>
            <a:ext cx="6967998" cy="197783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E23FA6A6-CD76-44E8-9C63-E7F1CD999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703137" y="615184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英语类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3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60BAB3A1-9DCC-43C3-B078-30CCFDBF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691" y="1569842"/>
            <a:ext cx="5934638" cy="1733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国家级</a:t>
            </a:r>
            <a:r>
              <a:rPr sz="2400" b="1">
                <a:latin typeface="+mj-ea"/>
                <a:ea typeface="+mj-ea"/>
                <a:cs typeface="+mj-ea"/>
              </a:rPr>
              <a:t>&amp;</a:t>
            </a:r>
            <a:r>
              <a:rPr sz="2400" b="1">
                <a:latin typeface="+mj-ea"/>
                <a:ea typeface="+mj-ea"/>
                <a:cs typeface="+mj-ea"/>
              </a:rPr>
              <a:t>省级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2021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全国大学生英语竞赛</a:t>
            </a:r>
            <a:r>
              <a:rPr sz="2000">
                <a:latin typeface="+mj-ea"/>
                <a:ea typeface="+mj-ea"/>
                <a:cs typeface="+mj-ea"/>
              </a:rPr>
              <a:t>XXXXXX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2021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第二届全国高校英语挑战赛</a:t>
            </a:r>
            <a:r>
              <a:rPr sz="2000">
                <a:latin typeface="+mj-ea"/>
                <a:ea typeface="+mj-ea"/>
                <a:cs typeface="+mj-ea"/>
              </a:rPr>
              <a:t>XXXXX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2022</a:t>
            </a:r>
            <a:r>
              <a:rPr sz="2000">
                <a:latin typeface="+mj-ea"/>
                <a:ea typeface="+mj-ea"/>
                <a:cs typeface="+mj-ea"/>
              </a:rPr>
              <a:t>年</a:t>
            </a:r>
            <a:r>
              <a:rPr sz="2000">
                <a:latin typeface="+mj-ea"/>
                <a:ea typeface="+mj-ea"/>
                <a:cs typeface="+mj-ea"/>
              </a:rPr>
              <a:t>	</a:t>
            </a:r>
            <a:r>
              <a:rPr sz="2000">
                <a:latin typeface="+mj-ea"/>
                <a:ea typeface="+mj-ea"/>
                <a:cs typeface="+mj-ea"/>
              </a:rPr>
              <a:t>全国大学生英语竞赛</a:t>
            </a:r>
            <a:r>
              <a:rPr sz="2000">
                <a:latin typeface="+mj-ea"/>
                <a:ea typeface="+mj-ea"/>
                <a:cs typeface="+mj-ea"/>
              </a:rPr>
              <a:t>XXXXXX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62E7F38-6FCF-4B3A-9E19-D939FE7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015" y="4290767"/>
            <a:ext cx="3510426" cy="1333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>
                <a:latin typeface="+mj-ea"/>
                <a:ea typeface="+mj-ea"/>
                <a:cs typeface="+mj-ea"/>
              </a:rPr>
              <a:t> 四六级成绩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2019.12 </a:t>
            </a:r>
            <a:r>
              <a:rPr sz="2000">
                <a:latin typeface="+mj-ea"/>
                <a:ea typeface="+mj-ea"/>
                <a:cs typeface="+mj-ea"/>
              </a:rPr>
              <a:t>四级 </a:t>
            </a:r>
            <a:r>
              <a:rPr sz="2000">
                <a:latin typeface="+mj-ea"/>
                <a:ea typeface="+mj-ea"/>
                <a:cs typeface="+mj-ea"/>
              </a:rPr>
              <a:t>XXX</a:t>
            </a:r>
            <a:r>
              <a:rPr sz="2000">
                <a:latin typeface="+mj-ea"/>
                <a:ea typeface="+mj-ea"/>
                <a:cs typeface="+mj-ea"/>
              </a:rPr>
              <a:t>分</a:t>
            </a:r>
            <a:endParaRPr sz="2000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lnSpc>
                <a:spcPct val="130000"/>
              </a:lnSpc>
              <a:buFont typeface="Arial"/>
              <a:buChar char="•"/>
            </a:pPr>
            <a:r>
              <a:rPr sz="2000">
                <a:latin typeface="+mj-ea"/>
                <a:ea typeface="+mj-ea"/>
                <a:cs typeface="+mj-ea"/>
              </a:rPr>
              <a:t>2020.09 </a:t>
            </a:r>
            <a:r>
              <a:rPr sz="2000">
                <a:latin typeface="+mj-ea"/>
                <a:ea typeface="+mj-ea"/>
                <a:cs typeface="+mj-ea"/>
              </a:rPr>
              <a:t>六级 </a:t>
            </a:r>
            <a:r>
              <a:rPr sz="2000">
                <a:latin typeface="+mj-ea"/>
                <a:ea typeface="+mj-ea"/>
                <a:cs typeface="+mj-ea"/>
              </a:rPr>
              <a:t>XXX</a:t>
            </a:r>
            <a:r>
              <a:rPr sz="2000">
                <a:latin typeface="+mj-ea"/>
                <a:ea typeface="+mj-ea"/>
                <a:cs typeface="+mj-ea"/>
              </a:rPr>
              <a:t>分</a:t>
            </a:r>
            <a:endParaRPr sz="2000">
              <a:latin typeface="+mj-ea"/>
              <a:ea typeface="+mj-ea"/>
              <a:cs typeface="+mj-ea"/>
            </a:endParaRPr>
          </a:p>
        </p:txBody>
      </p:sp>
      <p:sp>
        <p:nvSpPr>
          <p:cNvPr id="1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F1A402C3-D1DE-4EFE-ABBE-6B55D51A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11" y="4086000"/>
            <a:ext cx="6967998" cy="174323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689667484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526" y="1197428"/>
            <a:ext cx="2045834" cy="2727779"/>
          </a:xfrm>
          <a:prstGeom xmlns:a="http://schemas.openxmlformats.org/drawingml/2006/main" prst="rect">
            <a:avLst/>
          </a:prstGeom>
        </p:spPr>
      </p:pic>
      <p:pic>
        <p:nvPicPr>
          <p:cNvPr id="3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689667484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653" y="1220688"/>
            <a:ext cx="2045834" cy="2727778"/>
          </a:xfrm>
          <a:prstGeom xmlns:a="http://schemas.openxmlformats.org/drawingml/2006/main" prst="rect">
            <a:avLst/>
          </a:prstGeom>
        </p:spPr>
      </p:pic>
      <p:pic>
        <p:nvPicPr>
          <p:cNvPr id="3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59cf83f5c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543" y="4375555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3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59cf83f5c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5350" y="4375554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3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59cf83f5c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117" y="4375554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34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689667484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0062" y="1209059"/>
            <a:ext cx="2045834" cy="27277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65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E45133B4-E707-4566-9224-DE8A44655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3442634" y="634710"/>
            <a:ext cx="10392200" cy="365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XXXX</a:t>
            </a:r>
            <a:r>
              <a:rPr>
                <a:latin typeface="+mn-lt"/>
                <a:ea typeface="+mn-lt"/>
                <a:cs typeface="+mn-lt"/>
              </a:rPr>
              <a:t>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BBFD81C-08CC-45BA-844E-C422FA2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43" y="3377492"/>
            <a:ext cx="2934047" cy="417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比赛名称及奖项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FE937B62-4A8E-4193-9B07-3E90181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657" y="3406121"/>
            <a:ext cx="2383420" cy="7774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比赛名称及奖项</a:t>
            </a:r>
            <a:endParaRPr sz="1800"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3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D26C0839-C2CD-4DC1-ADE0-9AAA1390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63" y="5949388"/>
            <a:ext cx="2383420" cy="417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比赛名称及奖项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40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619B580E-E619-4372-9EAD-37BE04C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290" y="5949388"/>
            <a:ext cx="2383420" cy="417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比赛名称及奖项</a:t>
            </a:r>
            <a:endParaRPr sz="1800">
              <a:latin typeface="+mj-ea"/>
              <a:ea typeface="+mj-ea"/>
              <a:cs typeface="+mj-ea"/>
            </a:endParaRPr>
          </a:p>
        </p:txBody>
      </p:sp>
      <p:sp>
        <p:nvSpPr>
          <p:cNvPr id="41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C294B6C3-3652-4919-81AB-9118137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17" y="5949388"/>
            <a:ext cx="2383420" cy="417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>
                <a:latin typeface="+mj-ea"/>
                <a:ea typeface="+mj-ea"/>
                <a:cs typeface="+mj-ea"/>
              </a:rPr>
              <a:t>比赛名称及奖项</a:t>
            </a:r>
            <a:endParaRPr sz="1800">
              <a:latin typeface="+mj-ea"/>
              <a:ea typeface="+mj-ea"/>
              <a:cs typeface="+mj-ea"/>
            </a:endParaRPr>
          </a:p>
        </p:txBody>
      </p:sp>
      <p:pic>
        <p:nvPicPr>
          <p:cNvPr id="5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e55769ee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33131" y="1180428"/>
            <a:ext cx="3314761" cy="2225693"/>
          </a:xfrm>
          <a:prstGeom xmlns:a="http://schemas.openxmlformats.org/drawingml/2006/main" prst="rect">
            <a:avLst/>
          </a:prstGeom>
        </p:spPr>
      </p:pic>
      <p:pic>
        <p:nvPicPr>
          <p:cNvPr id="5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e55769ee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4108" y="1143803"/>
            <a:ext cx="3405819" cy="2286834"/>
          </a:xfrm>
          <a:prstGeom xmlns:a="http://schemas.openxmlformats.org/drawingml/2006/main" prst="rect">
            <a:avLst/>
          </a:prstGeom>
        </p:spPr>
      </p:pic>
      <p:pic>
        <p:nvPicPr>
          <p:cNvPr id="55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e55769ee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257" y="3882593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5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e55769ee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2284" y="3882593"/>
            <a:ext cx="2947432" cy="1979051"/>
          </a:xfrm>
          <a:prstGeom xmlns:a="http://schemas.openxmlformats.org/drawingml/2006/main" prst="rect">
            <a:avLst/>
          </a:prstGeom>
        </p:spPr>
      </p:pic>
      <p:pic>
        <p:nvPicPr>
          <p:cNvPr id="57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e55769ee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7163" y="3882593"/>
            <a:ext cx="2947432" cy="19790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740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E46C3021-2207-4B53-B5E9-838CAD4579D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科研经历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26ACCEB7-5AD6-47C8-8BBC-9E5D64F1B22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custGeom xmlns:a="http://schemas.openxmlformats.org/drawingml/2006/main"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EXPERIENCE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20A5E02-3259-4C7C-A88A-879F5ACB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230" y="1650424"/>
            <a:ext cx="159744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/>
              <a:t>Part III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5150592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361bba153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4859" y="3510533"/>
            <a:ext cx="4261222" cy="2643096"/>
          </a:xfrm>
          <a:prstGeom xmlns:a="http://schemas.openxmlformats.org/drawingml/2006/main" prst="rect">
            <a:avLst/>
          </a:prstGeom>
        </p:spPr>
      </p:pic>
      <p:pic>
        <p:nvPicPr>
          <p:cNvPr id="3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c108c91d8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6999" y="4396411"/>
            <a:ext cx="3400032" cy="1535375"/>
          </a:xfrm>
          <a:prstGeom xmlns:a="http://schemas.openxmlformats.org/drawingml/2006/main" prst="rect">
            <a:avLst/>
          </a:prstGeom>
        </p:spPr>
      </p:pic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B8E8913B-D43A-4F42-90DF-8E7419820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52" y="667169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800" b="1"/>
              <a:t>基于特征分析和预测模型的</a:t>
            </a:r>
            <a:r>
              <a:rPr sz="1800" b="1"/>
              <a:t>XXXX</a:t>
            </a:r>
            <a:r>
              <a:rPr sz="1800" b="1"/>
              <a:t>研究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1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7A963A5C-BC2B-441A-8AEE-BC7ED8EB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79782" y="1380690"/>
            <a:ext cx="9703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项目简介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2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B2D000D1-251F-47F3-96FC-40BE2999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204858" y="1794090"/>
            <a:ext cx="4362149" cy="140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800">
                <a:solidFill>
                  <a:srgbClr val="333333"/>
                </a:solidFill>
              </a:rPr>
              <a:t>针对</a:t>
            </a:r>
            <a:r>
              <a:rPr sz="1800" b="1">
                <a:solidFill>
                  <a:srgbClr val="333333"/>
                </a:solidFill>
              </a:rPr>
              <a:t>XXXXXX</a:t>
            </a:r>
            <a:r>
              <a:rPr sz="1800">
                <a:solidFill>
                  <a:srgbClr val="333333"/>
                </a:solidFill>
              </a:rPr>
              <a:t>事件，</a:t>
            </a:r>
            <a:r>
              <a:rPr sz="1800">
                <a:solidFill>
                  <a:srgbClr val="333333"/>
                </a:solidFill>
              </a:rPr>
              <a:t>针对传统</a:t>
            </a:r>
            <a:r>
              <a:rPr sz="1800" b="1">
                <a:solidFill>
                  <a:srgbClr val="333333"/>
                </a:solidFill>
              </a:rPr>
              <a:t>XXXX</a:t>
            </a:r>
            <a:r>
              <a:rPr sz="1800" b="1">
                <a:solidFill>
                  <a:srgbClr val="333333"/>
                </a:solidFill>
              </a:rPr>
              <a:t>问题</a:t>
            </a:r>
            <a:r>
              <a:rPr sz="1800">
                <a:solidFill>
                  <a:srgbClr val="333333"/>
                </a:solidFill>
              </a:rPr>
              <a:t>中</a:t>
            </a:r>
            <a:r>
              <a:rPr sz="1800">
                <a:solidFill>
                  <a:srgbClr val="333333"/>
                </a:solidFill>
              </a:rPr>
              <a:t>XXXXXXXXXXX</a:t>
            </a:r>
            <a:r>
              <a:rPr sz="1800">
                <a:solidFill>
                  <a:srgbClr val="333333"/>
                </a:solidFill>
              </a:rPr>
              <a:t>、</a:t>
            </a:r>
            <a:r>
              <a:rPr sz="1800">
                <a:solidFill>
                  <a:srgbClr val="333333"/>
                </a:solidFill>
              </a:rPr>
              <a:t>XXXXXXXXXXX</a:t>
            </a:r>
            <a:r>
              <a:rPr sz="1800">
                <a:solidFill>
                  <a:srgbClr val="333333"/>
                </a:solidFill>
              </a:rPr>
              <a:t>等问题</a:t>
            </a:r>
            <a:r>
              <a:rPr sz="1800">
                <a:solidFill>
                  <a:srgbClr val="333333"/>
                </a:solidFill>
              </a:rPr>
              <a:t>，搜集数据、查阅文献，建立</a:t>
            </a:r>
            <a:r>
              <a:rPr sz="1800">
                <a:solidFill>
                  <a:srgbClr val="333333"/>
                </a:solidFill>
              </a:rPr>
              <a:t>XXXX</a:t>
            </a:r>
            <a:r>
              <a:rPr>
                <a:solidFill>
                  <a:srgbClr val="333333"/>
                </a:solidFill>
              </a:rPr>
              <a:t>XXXXX</a:t>
            </a:r>
            <a:r>
              <a:rPr sz="1800">
                <a:solidFill>
                  <a:srgbClr val="333333"/>
                </a:solidFill>
              </a:rPr>
              <a:t>模型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9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469E3D05-AD92-4620-B0A4-D831189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97793" y="3037144"/>
            <a:ext cx="123110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1">
                <a:solidFill>
                  <a:srgbClr val="0A73AE"/>
                </a:solidFill>
                <a:latin typeface="+mj-ea"/>
                <a:ea typeface="+mj-ea"/>
                <a:cs typeface="+mj-ea"/>
              </a:rPr>
              <a:t>主要工作</a:t>
            </a:r>
            <a:endParaRPr sz="2400" b="1">
              <a:solidFill>
                <a:srgbClr val="0A73A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0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7E9B8907-BDF4-4651-98EB-9146D4C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455965" y="3451729"/>
            <a:ext cx="5001573" cy="685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>
                <a:latin typeface="+mn-ea"/>
                <a:ea typeface="+mn-ea"/>
                <a:cs typeface="+mn-ea"/>
              </a:rPr>
              <a:t>数据搜集与预处理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>
                <a:latin typeface="+mn-ea"/>
                <a:ea typeface="+mn-ea"/>
                <a:cs typeface="+mn-ea"/>
              </a:rPr>
              <a:t>论文撰写、图表绘制</a:t>
            </a:r>
            <a:endParaRPr>
              <a:latin typeface="+mn-ea"/>
              <a:ea typeface="+mn-ea"/>
              <a:cs typeface="+mn-ea"/>
            </a:endParaRPr>
          </a:p>
        </p:txBody>
      </p:sp>
      <p:pic>
        <p:nvPicPr>
          <p:cNvPr id="4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0c6df1080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8306" y="4133292"/>
            <a:ext cx="2798890" cy="2234838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FE053063-1B58-470F-8A00-50F165B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161" y="1726880"/>
            <a:ext cx="4362150" cy="8744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作为</a:t>
            </a: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第</a:t>
            </a: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X</a:t>
            </a: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作者</a:t>
            </a:r>
            <a:r>
              <a:rPr>
                <a:solidFill>
                  <a:srgbClr val="333333"/>
                </a:solidFill>
                <a:latin typeface="+mn-ea"/>
                <a:ea typeface="+mn-ea"/>
                <a:cs typeface="+mn-ea"/>
              </a:rPr>
              <a:t>在</a:t>
            </a:r>
            <a:r>
              <a:rPr b="1">
                <a:solidFill>
                  <a:srgbClr val="333333"/>
                </a:solidFill>
                <a:latin typeface="+mn-ea"/>
                <a:ea typeface="+mn-ea"/>
                <a:cs typeface="+mn-ea"/>
              </a:rPr>
              <a:t>XXXX</a:t>
            </a:r>
            <a:r>
              <a:rPr>
                <a:solidFill>
                  <a:srgbClr val="333333"/>
                </a:solidFill>
                <a:latin typeface="+mn-ea"/>
                <a:ea typeface="+mn-ea"/>
                <a:cs typeface="+mn-ea"/>
              </a:rPr>
              <a:t>上发表论文</a:t>
            </a:r>
            <a:endParaRPr kern="100">
              <a:solidFill>
                <a:srgbClr val="333333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+mn-ea"/>
                <a:ea typeface="+mn-ea"/>
                <a:cs typeface="+mn-ea"/>
              </a:rPr>
              <a:t>该研究获得</a:t>
            </a:r>
            <a:r>
              <a:rPr>
                <a:latin typeface="+mn-ea"/>
                <a:ea typeface="+mn-ea"/>
                <a:cs typeface="+mn-ea"/>
              </a:rPr>
              <a:t>XXX</a:t>
            </a:r>
            <a:r>
              <a:rPr>
                <a:latin typeface="+mn-ea"/>
                <a:ea typeface="+mn-ea"/>
                <a:cs typeface="+mn-ea"/>
              </a:rPr>
              <a:t>学术竞赛奖项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94DB68FD-10E6-4E9F-85F0-2631BD15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717816" y="1411696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>
            <a:extLst xmlns:a="http://schemas.openxmlformats.org/drawingml/2006/main">
              <a:ext uri="{FF2B5EF4-FFF2-40B4-BE49-F238E27FC236}">
                <a16:creationId xmlns:a16="http://schemas.microsoft.com/office/drawing/2014/main" id="{10AC44DF-C033-46F2-A501-8239B6D6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755819" y="1445377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A514BD-3D58-438B-BC52-E42AEB9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684134" y="3066260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5">
            <a:extLst xmlns:a="http://schemas.openxmlformats.org/drawingml/2006/main">
              <a:ext uri="{FF2B5EF4-FFF2-40B4-BE49-F238E27FC236}">
                <a16:creationId xmlns:a16="http://schemas.microsoft.com/office/drawing/2014/main" id="{256F42CA-7315-48A2-A69C-F1C400E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722137" y="3099941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5">
            <a:extLst xmlns:a="http://schemas.openxmlformats.org/drawingml/2006/main">
              <a:ext uri="{FF2B5EF4-FFF2-40B4-BE49-F238E27FC236}">
                <a16:creationId xmlns:a16="http://schemas.microsoft.com/office/drawing/2014/main" id="{ECBC5BF1-CB0C-4ADF-AD3C-0672A221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9805" y="1414563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Freeform 5">
            <a:extLst xmlns:a="http://schemas.openxmlformats.org/drawingml/2006/main">
              <a:ext uri="{FF2B5EF4-FFF2-40B4-BE49-F238E27FC236}">
                <a16:creationId xmlns:a16="http://schemas.microsoft.com/office/drawing/2014/main" id="{12E13B62-27AF-4920-A6B4-84AACC28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7808" y="1448244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1A67FC76-B4E0-4B74-9F59-3F298A9A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97792" y="1405500"/>
            <a:ext cx="123110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4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项目成果</a:t>
            </a:r>
            <a:endParaRPr sz="24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277085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CB9C2FF7-D25F-4D66-B706-B25EC366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1893" y="670502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800" b="1"/>
              <a:t>基于特征分析和预测模型的</a:t>
            </a:r>
            <a:r>
              <a:rPr sz="1800" b="1"/>
              <a:t>XXXX</a:t>
            </a:r>
            <a:r>
              <a:rPr sz="1800" b="1"/>
              <a:t>研究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70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2907B58C-EE9A-4913-A4AC-1A9366A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747" y="1531558"/>
            <a:ext cx="1107996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buNone/>
            </a:pPr>
            <a:r>
              <a:rPr b="1"/>
              <a:t>解决方案</a:t>
            </a:r>
            <a:endParaRPr b="1" kern="0"/>
          </a:p>
        </p:txBody>
      </p:sp>
      <p:sp>
        <p:nvSpPr>
          <p:cNvPr id="71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8BCD7335-D4B7-4489-BDB2-8013A5A0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763" y="1879747"/>
            <a:ext cx="4750666" cy="775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lnSpc>
                <a:spcPct val="130000"/>
              </a:lnSpc>
              <a:buNone/>
            </a:pPr>
            <a:r>
              <a:t>构建基于</a:t>
            </a:r>
            <a:r>
              <a:t>XXXXXXXXXXXXXXXXXX</a:t>
            </a:r>
            <a:r>
              <a:t>的</a:t>
            </a:r>
            <a:r>
              <a:t>XXXXXXXXXX</a:t>
            </a:r>
            <a:endParaRPr kern="0"/>
          </a:p>
        </p:txBody>
      </p:sp>
      <p:sp>
        <p:nvSpPr>
          <p:cNvPr id="6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1EA01E5D-ED12-43A4-970E-8FB6699D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414" y="3436343"/>
            <a:ext cx="0" cy="73152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4ACC8246-EB95-41A9-ABAE-2E7FADC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84" y="1482810"/>
            <a:ext cx="4669214" cy="144326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5CA9A210-7DD9-4F8B-B074-53CB076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74" y="1552592"/>
            <a:ext cx="1107996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buNone/>
            </a:pPr>
            <a:r>
              <a:rPr b="1">
                <a:solidFill>
                  <a:schemeClr val="bg1"/>
                </a:solidFill>
              </a:rPr>
              <a:t>研究简介</a:t>
            </a:r>
            <a:endParaRPr b="1" kern="0">
              <a:solidFill>
                <a:schemeClr val="bg1"/>
              </a:solidFill>
            </a:endParaRPr>
          </a:p>
        </p:txBody>
      </p:sp>
      <p:sp>
        <p:nvSpPr>
          <p:cNvPr id="25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CE9E2CFF-65BF-48A6-AA7A-F5655C23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72" y="1913620"/>
            <a:ext cx="4535635" cy="9033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</a:rPr>
              <a:t>针对</a:t>
            </a:r>
            <a:r>
              <a:rPr sz="1400">
                <a:solidFill>
                  <a:schemeClr val="bg1"/>
                </a:solidFill>
              </a:rPr>
              <a:t>XXXXXX</a:t>
            </a:r>
            <a:r>
              <a:rPr sz="1400">
                <a:solidFill>
                  <a:schemeClr val="bg1"/>
                </a:solidFill>
              </a:rPr>
              <a:t>传统算法存在</a:t>
            </a:r>
            <a:r>
              <a:rPr sz="1400">
                <a:solidFill>
                  <a:schemeClr val="bg1"/>
                </a:solidFill>
              </a:rPr>
              <a:t>XXXXXXXX</a:t>
            </a:r>
            <a:r>
              <a:rPr sz="1400">
                <a:solidFill>
                  <a:schemeClr val="bg1"/>
                </a:solidFill>
              </a:rPr>
              <a:t>、</a:t>
            </a:r>
            <a:r>
              <a:rPr sz="1400">
                <a:solidFill>
                  <a:schemeClr val="bg1"/>
                </a:solidFill>
              </a:rPr>
              <a:t>XXXXXXXXXXXXX</a:t>
            </a:r>
            <a:r>
              <a:rPr sz="1400">
                <a:solidFill>
                  <a:schemeClr val="bg1"/>
                </a:solidFill>
              </a:rPr>
              <a:t>的问题，</a:t>
            </a:r>
            <a:r>
              <a:rPr sz="1400">
                <a:solidFill>
                  <a:schemeClr val="bg1"/>
                </a:solidFill>
              </a:rPr>
              <a:t>XXXXXXXXXX</a:t>
            </a:r>
            <a:r>
              <a:rPr sz="1400">
                <a:solidFill>
                  <a:schemeClr val="bg1"/>
                </a:solidFill>
              </a:rPr>
              <a:t>构建</a:t>
            </a:r>
            <a:r>
              <a:rPr sz="1400">
                <a:solidFill>
                  <a:schemeClr val="bg1"/>
                </a:solidFill>
              </a:rPr>
              <a:t>XXXXXXXXXXXXXXXXXXX</a:t>
            </a:r>
            <a:endParaRPr sz="1400" kern="0">
              <a:solidFill>
                <a:schemeClr val="bg1"/>
              </a:solidFill>
            </a:endParaRPr>
          </a:p>
        </p:txBody>
      </p:sp>
      <p:pic>
        <p:nvPicPr>
          <p:cNvPr id="81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83f5588f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284" y="3213868"/>
            <a:ext cx="4669214" cy="26266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2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5edfe0cbd4c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713" y="2684810"/>
            <a:ext cx="4965700" cy="21374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F288578-194B-4EC6-B102-9D109FCD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635" y="5160675"/>
            <a:ext cx="6096000" cy="1054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defTabSz="685800">
              <a:buNone/>
            </a:pPr>
            <a:endParaRPr b="1" kern="0"/>
          </a:p>
          <a:p xmlns:a="http://schemas.openxmlformats.org/drawingml/2006/main">
            <a:pPr defTabSz="685800">
              <a:lnSpc>
                <a:spcPct val="130000"/>
              </a:lnSpc>
              <a:buNone/>
            </a:pPr>
            <a:r>
              <a:t>论文撰写、图表绘制、</a:t>
            </a:r>
            <a:r>
              <a:t>XXXXXXXXXXXXXX</a:t>
            </a:r>
            <a:endParaRPr kern="0"/>
          </a:p>
          <a:p xmlns:a="http://schemas.openxmlformats.org/drawingml/2006/main">
            <a:pPr defTabSz="685800">
              <a:lnSpc>
                <a:spcPct val="130000"/>
              </a:lnSpc>
              <a:buNone/>
            </a:pPr>
            <a:r>
              <a:t>以</a:t>
            </a:r>
            <a:r>
              <a:rPr b="1"/>
              <a:t>第</a:t>
            </a:r>
            <a:r>
              <a:rPr b="1"/>
              <a:t>X</a:t>
            </a:r>
            <a:r>
              <a:rPr b="1"/>
              <a:t>作者</a:t>
            </a:r>
            <a:r>
              <a:t>身份投稿</a:t>
            </a:r>
            <a:r>
              <a:rPr b="1"/>
              <a:t>XXXXXX</a:t>
            </a:r>
            <a:r>
              <a:t>，已</a:t>
            </a:r>
            <a:r>
              <a:t>XX（</a:t>
            </a:r>
            <a:r>
              <a:t>录用</a:t>
            </a:r>
            <a:r>
              <a:t>/</a:t>
            </a:r>
            <a:r>
              <a:t>出刊</a:t>
            </a:r>
            <a:r>
              <a:t>）</a:t>
            </a:r>
            <a:endParaRPr kern="0"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FEA4774-8966-4EB3-9E11-450CDE2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187" y="3429000"/>
            <a:ext cx="709074" cy="52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D9BF49CA-1D67-4EFC-AC84-7C2E7B2E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895509" y="1564378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4E21758-5D48-4BD2-B26E-F0FB5EC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933512" y="1598059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5">
            <a:extLst xmlns:a="http://schemas.openxmlformats.org/drawingml/2006/main">
              <a:ext uri="{FF2B5EF4-FFF2-40B4-BE49-F238E27FC236}">
                <a16:creationId xmlns:a16="http://schemas.microsoft.com/office/drawing/2014/main" id="{6A7F560B-DF21-4CF6-8BBF-29FCB406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895508" y="5039050"/>
            <a:ext cx="400980" cy="355386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100000"/>
            </a:schemeClr>
          </a:soli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Freeform 5">
            <a:extLst xmlns:a="http://schemas.openxmlformats.org/drawingml/2006/main">
              <a:ext uri="{FF2B5EF4-FFF2-40B4-BE49-F238E27FC236}">
                <a16:creationId xmlns:a16="http://schemas.microsoft.com/office/drawing/2014/main" id="{85EB0F97-1FB9-4ED3-96B2-B69EBE4B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933511" y="5072731"/>
            <a:ext cx="324974" cy="288022"/>
          </a:xfrm>
          <a:custGeom xmlns:a="http://schemas.openxmlformats.org/drawingml/2006/main"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xmlns:a="http://schemas.openxmlformats.org/drawingml/2006/main">
            <a:gsLst>
              <a:gs pos="54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9600000" scaled="0"/>
          </a:gradFill>
          <a:ln xmlns:a="http://schemas.openxmlformats.org/drawingml/2006/main" w="25400">
            <a:noFill/>
          </a:ln>
          <a:effectLst xmlns:a="http://schemas.openxmlformats.org/drawingml/2006/main">
            <a:outerShdw blurRad="355600" dist="88900" dir="2700000" algn="tl" rotWithShape="0">
              <a:prstClr val="black">
                <a:alpha val="28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4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0EFBA0B-12EF-4908-834D-E526A6F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765" y="5041206"/>
            <a:ext cx="1633781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buNone/>
            </a:pPr>
            <a:r>
              <a:rPr b="1"/>
              <a:t>主要贡献</a:t>
            </a:r>
            <a:r>
              <a:rPr b="1"/>
              <a:t>/</a:t>
            </a:r>
            <a:r>
              <a:rPr b="1"/>
              <a:t>成果</a:t>
            </a:r>
            <a:endParaRPr b="1" kern="0"/>
          </a:p>
        </p:txBody>
      </p:sp>
    </p:spTree>
    <p:extLst>
      <p:ext uri="{BB962C8B-B14F-4D97-AF65-F5344CB8AC3E}">
        <p14:creationId xmlns:p14="http://schemas.microsoft.com/office/powerpoint/2010/main" val="8012366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7B04202-777A-4D07-9111-692ABF9FD3B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校园经历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52E848E6-1549-4F13-8774-72A9B7BE528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custGeom xmlns:a="http://schemas.openxmlformats.org/drawingml/2006/main"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CAMPUS EXPERIENCE</a:t>
            </a: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188FDC7A-8437-4B46-8B59-CDDE1AD9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179" y="1650424"/>
            <a:ext cx="159744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/>
              <a:t>Part IV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9001156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59885846-D9F2-4058-918C-2B99B270F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207378" y="630153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学生干部工作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25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F36D72A8-30ED-4F66-9A0A-1EF1747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7040" y="1775509"/>
            <a:ext cx="4785360" cy="2433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担任</a:t>
            </a:r>
            <a:r>
              <a:rPr b="1">
                <a:latin typeface="+mn-ea"/>
                <a:ea typeface="+mn-ea"/>
                <a:cs typeface="+mn-ea"/>
              </a:rPr>
              <a:t>XXXXXXXXX</a:t>
            </a:r>
            <a:r>
              <a:rPr b="1">
                <a:latin typeface="+mn-ea"/>
                <a:ea typeface="+mn-ea"/>
                <a:cs typeface="+mn-ea"/>
              </a:rPr>
              <a:t>部长</a:t>
            </a:r>
            <a:r>
              <a:rPr>
                <a:latin typeface="+mn-ea"/>
                <a:ea typeface="+mn-ea"/>
                <a:cs typeface="+mn-ea"/>
              </a:rPr>
              <a:t>，具有出色的文字撰写能力和团队配合意识，曾获得</a:t>
            </a:r>
            <a:r>
              <a:rPr>
                <a:latin typeface="+mn-ea"/>
                <a:ea typeface="+mn-ea"/>
                <a:cs typeface="+mn-ea"/>
              </a:rPr>
              <a:t>XXXXXXXXXXXXXXXXX</a:t>
            </a:r>
            <a:r>
              <a:rPr>
                <a:latin typeface="+mn-ea"/>
                <a:ea typeface="+mn-ea"/>
                <a:cs typeface="+mn-ea"/>
              </a:rPr>
              <a:t>。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曾担任</a:t>
            </a:r>
            <a:r>
              <a:rPr>
                <a:latin typeface="+mn-ea"/>
                <a:ea typeface="+mn-ea"/>
                <a:cs typeface="+mn-ea"/>
              </a:rPr>
              <a:t>XXXXX</a:t>
            </a:r>
            <a:r>
              <a:rPr>
                <a:latin typeface="+mn-ea"/>
                <a:ea typeface="+mn-ea"/>
                <a:cs typeface="+mn-ea"/>
              </a:rPr>
              <a:t>大学</a:t>
            </a:r>
            <a:r>
              <a:rPr b="1">
                <a:latin typeface="+mn-ea"/>
                <a:ea typeface="+mn-ea"/>
                <a:cs typeface="+mn-ea"/>
              </a:rPr>
              <a:t>XXXXX XXXXXXXX</a:t>
            </a:r>
            <a:r>
              <a:rPr>
                <a:latin typeface="+mn-ea"/>
                <a:ea typeface="+mn-ea"/>
                <a:cs typeface="+mn-ea"/>
              </a:rPr>
              <a:t>，</a:t>
            </a:r>
            <a:r>
              <a:rPr>
                <a:latin typeface="+mn-ea"/>
                <a:ea typeface="+mn-ea"/>
                <a:cs typeface="+mn-ea"/>
              </a:rPr>
              <a:t>XXXXXXXXXX</a:t>
            </a:r>
            <a:r>
              <a:rPr>
                <a:latin typeface="+mn-ea"/>
                <a:ea typeface="+mn-ea"/>
                <a:cs typeface="+mn-ea"/>
              </a:rPr>
              <a:t>，</a:t>
            </a:r>
            <a:r>
              <a:rPr>
                <a:latin typeface="+mn-ea"/>
                <a:ea typeface="+mn-ea"/>
                <a:cs typeface="+mn-ea"/>
              </a:rPr>
              <a:t>XXXXXX</a:t>
            </a:r>
            <a:r>
              <a:rPr>
                <a:latin typeface="+mn-ea"/>
                <a:ea typeface="+mn-ea"/>
                <a:cs typeface="+mn-ea"/>
              </a:rPr>
              <a:t>。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  <a:buFont typeface="+mj-lt"/>
              <a:buAutoNum type="arabicPeriod"/>
            </a:pPr>
            <a:r>
              <a:rPr>
                <a:latin typeface="+mn-ea"/>
                <a:ea typeface="+mn-ea"/>
                <a:cs typeface="+mn-ea"/>
              </a:rPr>
              <a:t>曾担任</a:t>
            </a:r>
            <a:r>
              <a:rPr>
                <a:latin typeface="+mn-ea"/>
                <a:ea typeface="+mn-ea"/>
                <a:cs typeface="+mn-ea"/>
              </a:rPr>
              <a:t>XX</a:t>
            </a:r>
            <a:r>
              <a:rPr>
                <a:latin typeface="+mn-ea"/>
                <a:ea typeface="+mn-ea"/>
                <a:cs typeface="+mn-ea"/>
              </a:rPr>
              <a:t>、班</a:t>
            </a:r>
            <a:r>
              <a:rPr>
                <a:latin typeface="+mn-ea"/>
                <a:ea typeface="+mn-ea"/>
                <a:cs typeface="+mn-ea"/>
              </a:rPr>
              <a:t>XX</a:t>
            </a:r>
            <a:r>
              <a:rPr>
                <a:latin typeface="+mn-ea"/>
                <a:ea typeface="+mn-ea"/>
                <a:cs typeface="+mn-ea"/>
              </a:rPr>
              <a:t>，获评优秀学生干部。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6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32C141DE-EAD2-418D-B3EE-E34BDF2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7040" y="1585078"/>
            <a:ext cx="31394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2400" b="1" spc="100">
              <a:latin typeface="+mj-ea"/>
              <a:ea typeface="+mj-ea"/>
              <a:cs typeface="+mj-ea"/>
            </a:endParaRPr>
          </a:p>
        </p:txBody>
      </p:sp>
      <p:sp>
        <p:nvSpPr>
          <p:cNvPr id="3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07A1BABB-B822-4B87-92EC-D5F9C5B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498" y="5649574"/>
            <a:ext cx="315404" cy="293704"/>
          </a:xfrm>
          <a:custGeom xmlns:a="http://schemas.openxmlformats.org/drawingml/2006/main">
            <a:gdLst>
              <a:gd name="T0" fmla="*/ 8052 w 11204"/>
              <a:gd name="T1" fmla="*/ 701 h 10433"/>
              <a:gd name="T2" fmla="*/ 7702 w 11204"/>
              <a:gd name="T3" fmla="*/ 6 h 10433"/>
              <a:gd name="T4" fmla="*/ 7352 w 11204"/>
              <a:gd name="T5" fmla="*/ 701 h 10433"/>
              <a:gd name="T6" fmla="*/ 3854 w 11204"/>
              <a:gd name="T7" fmla="*/ 353 h 10433"/>
              <a:gd name="T8" fmla="*/ 3504 w 11204"/>
              <a:gd name="T9" fmla="*/ 6 h 10433"/>
              <a:gd name="T10" fmla="*/ 3154 w 11204"/>
              <a:gd name="T11" fmla="*/ 353 h 10433"/>
              <a:gd name="T12" fmla="*/ 1755 w 11204"/>
              <a:gd name="T13" fmla="*/ 701 h 10433"/>
              <a:gd name="T14" fmla="*/ 5 w 11204"/>
              <a:gd name="T15" fmla="*/ 2438 h 10433"/>
              <a:gd name="T16" fmla="*/ 513 w 11204"/>
              <a:gd name="T17" fmla="*/ 9925 h 10433"/>
              <a:gd name="T18" fmla="*/ 9450 w 11204"/>
              <a:gd name="T19" fmla="*/ 10428 h 10433"/>
              <a:gd name="T20" fmla="*/ 11200 w 11204"/>
              <a:gd name="T21" fmla="*/ 8691 h 10433"/>
              <a:gd name="T22" fmla="*/ 10693 w 11204"/>
              <a:gd name="T23" fmla="*/ 1205 h 10433"/>
              <a:gd name="T24" fmla="*/ 707 w 11204"/>
              <a:gd name="T25" fmla="*/ 2438 h 10433"/>
              <a:gd name="T26" fmla="*/ 3155 w 11204"/>
              <a:gd name="T27" fmla="*/ 1396 h 10433"/>
              <a:gd name="T28" fmla="*/ 3252 w 11204"/>
              <a:gd name="T29" fmla="*/ 1996 h 10433"/>
              <a:gd name="T30" fmla="*/ 3759 w 11204"/>
              <a:gd name="T31" fmla="*/ 1996 h 10433"/>
              <a:gd name="T32" fmla="*/ 3855 w 11204"/>
              <a:gd name="T33" fmla="*/ 1396 h 10433"/>
              <a:gd name="T34" fmla="*/ 7353 w 11204"/>
              <a:gd name="T35" fmla="*/ 1743 h 10433"/>
              <a:gd name="T36" fmla="*/ 7950 w 11204"/>
              <a:gd name="T37" fmla="*/ 1990 h 10433"/>
              <a:gd name="T38" fmla="*/ 8053 w 11204"/>
              <a:gd name="T39" fmla="*/ 1396 h 10433"/>
              <a:gd name="T40" fmla="*/ 10500 w 11204"/>
              <a:gd name="T41" fmla="*/ 2438 h 10433"/>
              <a:gd name="T42" fmla="*/ 707 w 11204"/>
              <a:gd name="T43" fmla="*/ 3480 h 10433"/>
              <a:gd name="T44" fmla="*/ 10499 w 11204"/>
              <a:gd name="T45" fmla="*/ 8691 h 10433"/>
              <a:gd name="T46" fmla="*/ 1757 w 11204"/>
              <a:gd name="T47" fmla="*/ 9733 h 10433"/>
              <a:gd name="T48" fmla="*/ 707 w 11204"/>
              <a:gd name="T49" fmla="*/ 4175 h 10433"/>
              <a:gd name="T50" fmla="*/ 10499 w 11204"/>
              <a:gd name="T51" fmla="*/ 8691 h 10433"/>
              <a:gd name="T52" fmla="*/ 2504 w 11204"/>
              <a:gd name="T53" fmla="*/ 8691 h 10433"/>
              <a:gd name="T54" fmla="*/ 3202 w 11204"/>
              <a:gd name="T55" fmla="*/ 7996 h 10433"/>
              <a:gd name="T56" fmla="*/ 2502 w 11204"/>
              <a:gd name="T57" fmla="*/ 7301 h 10433"/>
              <a:gd name="T58" fmla="*/ 1802 w 11204"/>
              <a:gd name="T59" fmla="*/ 7996 h 10433"/>
              <a:gd name="T60" fmla="*/ 2504 w 11204"/>
              <a:gd name="T61" fmla="*/ 8691 h 10433"/>
              <a:gd name="T62" fmla="*/ 2991 w 11204"/>
              <a:gd name="T63" fmla="*/ 6398 h 10433"/>
              <a:gd name="T64" fmla="*/ 2991 w 11204"/>
              <a:gd name="T65" fmla="*/ 5426 h 10433"/>
              <a:gd name="T66" fmla="*/ 2012 w 11204"/>
              <a:gd name="T67" fmla="*/ 5426 h 10433"/>
              <a:gd name="T68" fmla="*/ 2012 w 11204"/>
              <a:gd name="T69" fmla="*/ 6398 h 10433"/>
              <a:gd name="T70" fmla="*/ 5646 w 11204"/>
              <a:gd name="T71" fmla="*/ 8691 h 10433"/>
              <a:gd name="T72" fmla="*/ 6136 w 11204"/>
              <a:gd name="T73" fmla="*/ 7510 h 10433"/>
              <a:gd name="T74" fmla="*/ 5156 w 11204"/>
              <a:gd name="T75" fmla="*/ 7510 h 10433"/>
              <a:gd name="T76" fmla="*/ 5156 w 11204"/>
              <a:gd name="T77" fmla="*/ 8482 h 10433"/>
              <a:gd name="T78" fmla="*/ 5646 w 11204"/>
              <a:gd name="T79" fmla="*/ 6606 h 10433"/>
              <a:gd name="T80" fmla="*/ 6139 w 11204"/>
              <a:gd name="T81" fmla="*/ 5426 h 10433"/>
              <a:gd name="T82" fmla="*/ 5159 w 11204"/>
              <a:gd name="T83" fmla="*/ 5426 h 10433"/>
              <a:gd name="T84" fmla="*/ 5154 w 11204"/>
              <a:gd name="T85" fmla="*/ 6398 h 10433"/>
              <a:gd name="T86" fmla="*/ 8630 w 11204"/>
              <a:gd name="T87" fmla="*/ 8691 h 10433"/>
              <a:gd name="T88" fmla="*/ 9330 w 11204"/>
              <a:gd name="T89" fmla="*/ 7996 h 10433"/>
              <a:gd name="T90" fmla="*/ 8630 w 11204"/>
              <a:gd name="T91" fmla="*/ 7301 h 10433"/>
              <a:gd name="T92" fmla="*/ 7930 w 11204"/>
              <a:gd name="T93" fmla="*/ 7996 h 10433"/>
              <a:gd name="T94" fmla="*/ 8630 w 11204"/>
              <a:gd name="T95" fmla="*/ 8691 h 10433"/>
              <a:gd name="T96" fmla="*/ 9329 w 11204"/>
              <a:gd name="T97" fmla="*/ 5912 h 10433"/>
              <a:gd name="T98" fmla="*/ 8629 w 11204"/>
              <a:gd name="T99" fmla="*/ 5217 h 10433"/>
              <a:gd name="T100" fmla="*/ 7929 w 11204"/>
              <a:gd name="T101" fmla="*/ 5912 h 10433"/>
              <a:gd name="T102" fmla="*/ 8630 w 11204"/>
              <a:gd name="T103" fmla="*/ 6606 h 10433"/>
            </a:gdLst>
            <a:rect l="0" t="0" r="r" b="b"/>
            <a:pathLst>
              <a:path w="11204" h="10433">
                <a:moveTo>
                  <a:pt x="9450" y="701"/>
                </a:moveTo>
                <a:lnTo>
                  <a:pt x="8052" y="701"/>
                </a:lnTo>
                <a:lnTo>
                  <a:pt x="8052" y="353"/>
                </a:lnTo>
                <a:cubicBezTo>
                  <a:pt x="8052" y="161"/>
                  <a:pt x="7895" y="6"/>
                  <a:pt x="7702" y="6"/>
                </a:cubicBezTo>
                <a:cubicBezTo>
                  <a:pt x="7509" y="6"/>
                  <a:pt x="7353" y="161"/>
                  <a:pt x="7352" y="353"/>
                </a:cubicBezTo>
                <a:lnTo>
                  <a:pt x="7352" y="701"/>
                </a:lnTo>
                <a:lnTo>
                  <a:pt x="3854" y="701"/>
                </a:lnTo>
                <a:lnTo>
                  <a:pt x="3854" y="353"/>
                </a:lnTo>
                <a:cubicBezTo>
                  <a:pt x="3860" y="260"/>
                  <a:pt x="3825" y="167"/>
                  <a:pt x="3758" y="101"/>
                </a:cubicBezTo>
                <a:cubicBezTo>
                  <a:pt x="3690" y="35"/>
                  <a:pt x="3598" y="0"/>
                  <a:pt x="3504" y="6"/>
                </a:cubicBezTo>
                <a:cubicBezTo>
                  <a:pt x="3410" y="0"/>
                  <a:pt x="3318" y="35"/>
                  <a:pt x="3250" y="101"/>
                </a:cubicBezTo>
                <a:cubicBezTo>
                  <a:pt x="3184" y="167"/>
                  <a:pt x="3149" y="260"/>
                  <a:pt x="3154" y="353"/>
                </a:cubicBezTo>
                <a:lnTo>
                  <a:pt x="3154" y="701"/>
                </a:lnTo>
                <a:lnTo>
                  <a:pt x="1755" y="701"/>
                </a:lnTo>
                <a:cubicBezTo>
                  <a:pt x="1290" y="696"/>
                  <a:pt x="843" y="877"/>
                  <a:pt x="513" y="1205"/>
                </a:cubicBezTo>
                <a:cubicBezTo>
                  <a:pt x="184" y="1531"/>
                  <a:pt x="2" y="1975"/>
                  <a:pt x="5" y="2438"/>
                </a:cubicBezTo>
                <a:lnTo>
                  <a:pt x="5" y="8691"/>
                </a:lnTo>
                <a:cubicBezTo>
                  <a:pt x="0" y="9153"/>
                  <a:pt x="184" y="9598"/>
                  <a:pt x="513" y="9925"/>
                </a:cubicBezTo>
                <a:cubicBezTo>
                  <a:pt x="843" y="10252"/>
                  <a:pt x="1290" y="10433"/>
                  <a:pt x="1755" y="10428"/>
                </a:cubicBezTo>
                <a:lnTo>
                  <a:pt x="9450" y="10428"/>
                </a:lnTo>
                <a:cubicBezTo>
                  <a:pt x="9915" y="10433"/>
                  <a:pt x="10363" y="10252"/>
                  <a:pt x="10693" y="9925"/>
                </a:cubicBezTo>
                <a:cubicBezTo>
                  <a:pt x="11022" y="9598"/>
                  <a:pt x="11204" y="9155"/>
                  <a:pt x="11200" y="8691"/>
                </a:cubicBezTo>
                <a:lnTo>
                  <a:pt x="11200" y="2438"/>
                </a:lnTo>
                <a:cubicBezTo>
                  <a:pt x="11204" y="1976"/>
                  <a:pt x="11022" y="1531"/>
                  <a:pt x="10693" y="1205"/>
                </a:cubicBezTo>
                <a:cubicBezTo>
                  <a:pt x="10362" y="878"/>
                  <a:pt x="9915" y="697"/>
                  <a:pt x="9450" y="701"/>
                </a:cubicBezTo>
                <a:close/>
                <a:moveTo>
                  <a:pt x="707" y="2438"/>
                </a:moveTo>
                <a:cubicBezTo>
                  <a:pt x="720" y="1868"/>
                  <a:pt x="1183" y="1410"/>
                  <a:pt x="1757" y="1396"/>
                </a:cubicBezTo>
                <a:lnTo>
                  <a:pt x="3155" y="1396"/>
                </a:lnTo>
                <a:lnTo>
                  <a:pt x="3155" y="1743"/>
                </a:lnTo>
                <a:cubicBezTo>
                  <a:pt x="3149" y="1837"/>
                  <a:pt x="3184" y="1930"/>
                  <a:pt x="3252" y="1996"/>
                </a:cubicBezTo>
                <a:cubicBezTo>
                  <a:pt x="3319" y="2062"/>
                  <a:pt x="3410" y="2097"/>
                  <a:pt x="3505" y="2091"/>
                </a:cubicBezTo>
                <a:cubicBezTo>
                  <a:pt x="3599" y="2097"/>
                  <a:pt x="3692" y="2062"/>
                  <a:pt x="3759" y="1996"/>
                </a:cubicBezTo>
                <a:cubicBezTo>
                  <a:pt x="3827" y="1930"/>
                  <a:pt x="3862" y="1837"/>
                  <a:pt x="3855" y="1743"/>
                </a:cubicBezTo>
                <a:lnTo>
                  <a:pt x="3855" y="1396"/>
                </a:lnTo>
                <a:lnTo>
                  <a:pt x="7353" y="1396"/>
                </a:lnTo>
                <a:lnTo>
                  <a:pt x="7353" y="1743"/>
                </a:lnTo>
                <a:cubicBezTo>
                  <a:pt x="7353" y="1936"/>
                  <a:pt x="7509" y="2091"/>
                  <a:pt x="7703" y="2091"/>
                </a:cubicBezTo>
                <a:cubicBezTo>
                  <a:pt x="7795" y="2091"/>
                  <a:pt x="7884" y="2055"/>
                  <a:pt x="7950" y="1990"/>
                </a:cubicBezTo>
                <a:cubicBezTo>
                  <a:pt x="8015" y="1925"/>
                  <a:pt x="8053" y="1836"/>
                  <a:pt x="8053" y="1743"/>
                </a:cubicBezTo>
                <a:lnTo>
                  <a:pt x="8053" y="1396"/>
                </a:lnTo>
                <a:lnTo>
                  <a:pt x="9452" y="1396"/>
                </a:lnTo>
                <a:cubicBezTo>
                  <a:pt x="10025" y="1410"/>
                  <a:pt x="10486" y="1868"/>
                  <a:pt x="10500" y="2438"/>
                </a:cubicBezTo>
                <a:lnTo>
                  <a:pt x="10500" y="3480"/>
                </a:lnTo>
                <a:lnTo>
                  <a:pt x="707" y="3480"/>
                </a:lnTo>
                <a:lnTo>
                  <a:pt x="707" y="2438"/>
                </a:lnTo>
                <a:close/>
                <a:moveTo>
                  <a:pt x="10499" y="8691"/>
                </a:moveTo>
                <a:cubicBezTo>
                  <a:pt x="10485" y="9261"/>
                  <a:pt x="10023" y="9718"/>
                  <a:pt x="9450" y="9733"/>
                </a:cubicBezTo>
                <a:lnTo>
                  <a:pt x="1757" y="9733"/>
                </a:lnTo>
                <a:cubicBezTo>
                  <a:pt x="1183" y="9720"/>
                  <a:pt x="720" y="9261"/>
                  <a:pt x="707" y="8691"/>
                </a:cubicBezTo>
                <a:lnTo>
                  <a:pt x="707" y="4175"/>
                </a:lnTo>
                <a:lnTo>
                  <a:pt x="10500" y="4175"/>
                </a:lnTo>
                <a:lnTo>
                  <a:pt x="10499" y="8691"/>
                </a:lnTo>
                <a:close/>
                <a:moveTo>
                  <a:pt x="10499" y="8691"/>
                </a:moveTo>
                <a:close/>
                <a:moveTo>
                  <a:pt x="2504" y="8691"/>
                </a:moveTo>
                <a:cubicBezTo>
                  <a:pt x="2689" y="8696"/>
                  <a:pt x="2868" y="8620"/>
                  <a:pt x="2991" y="8482"/>
                </a:cubicBezTo>
                <a:cubicBezTo>
                  <a:pt x="3125" y="8356"/>
                  <a:pt x="3202" y="8179"/>
                  <a:pt x="3202" y="7996"/>
                </a:cubicBezTo>
                <a:cubicBezTo>
                  <a:pt x="3202" y="7812"/>
                  <a:pt x="3125" y="7636"/>
                  <a:pt x="2991" y="7510"/>
                </a:cubicBezTo>
                <a:cubicBezTo>
                  <a:pt x="2864" y="7376"/>
                  <a:pt x="2687" y="7301"/>
                  <a:pt x="2502" y="7301"/>
                </a:cubicBezTo>
                <a:cubicBezTo>
                  <a:pt x="2316" y="7301"/>
                  <a:pt x="2140" y="7376"/>
                  <a:pt x="2012" y="7510"/>
                </a:cubicBezTo>
                <a:cubicBezTo>
                  <a:pt x="1878" y="7636"/>
                  <a:pt x="1802" y="7812"/>
                  <a:pt x="1802" y="7996"/>
                </a:cubicBezTo>
                <a:cubicBezTo>
                  <a:pt x="1802" y="8179"/>
                  <a:pt x="1878" y="8356"/>
                  <a:pt x="2012" y="8482"/>
                </a:cubicBezTo>
                <a:cubicBezTo>
                  <a:pt x="2137" y="8621"/>
                  <a:pt x="2317" y="8697"/>
                  <a:pt x="2504" y="8691"/>
                </a:cubicBezTo>
                <a:close/>
                <a:moveTo>
                  <a:pt x="2504" y="6606"/>
                </a:moveTo>
                <a:cubicBezTo>
                  <a:pt x="2689" y="6611"/>
                  <a:pt x="2868" y="6535"/>
                  <a:pt x="2991" y="6398"/>
                </a:cubicBezTo>
                <a:cubicBezTo>
                  <a:pt x="3118" y="6267"/>
                  <a:pt x="3193" y="6095"/>
                  <a:pt x="3202" y="5912"/>
                </a:cubicBezTo>
                <a:cubicBezTo>
                  <a:pt x="3194" y="5730"/>
                  <a:pt x="3119" y="5557"/>
                  <a:pt x="2991" y="5426"/>
                </a:cubicBezTo>
                <a:cubicBezTo>
                  <a:pt x="2864" y="5292"/>
                  <a:pt x="2687" y="5217"/>
                  <a:pt x="2502" y="5217"/>
                </a:cubicBezTo>
                <a:cubicBezTo>
                  <a:pt x="2316" y="5217"/>
                  <a:pt x="2139" y="5292"/>
                  <a:pt x="2012" y="5426"/>
                </a:cubicBezTo>
                <a:cubicBezTo>
                  <a:pt x="1885" y="5557"/>
                  <a:pt x="1810" y="5730"/>
                  <a:pt x="1802" y="5912"/>
                </a:cubicBezTo>
                <a:cubicBezTo>
                  <a:pt x="1810" y="6095"/>
                  <a:pt x="1884" y="6267"/>
                  <a:pt x="2012" y="6398"/>
                </a:cubicBezTo>
                <a:cubicBezTo>
                  <a:pt x="2137" y="6536"/>
                  <a:pt x="2317" y="6612"/>
                  <a:pt x="2504" y="6606"/>
                </a:cubicBezTo>
                <a:close/>
                <a:moveTo>
                  <a:pt x="5646" y="8691"/>
                </a:moveTo>
                <a:cubicBezTo>
                  <a:pt x="5929" y="8695"/>
                  <a:pt x="6185" y="8526"/>
                  <a:pt x="6294" y="8265"/>
                </a:cubicBezTo>
                <a:cubicBezTo>
                  <a:pt x="6401" y="8005"/>
                  <a:pt x="6339" y="7705"/>
                  <a:pt x="6136" y="7510"/>
                </a:cubicBezTo>
                <a:cubicBezTo>
                  <a:pt x="6009" y="7376"/>
                  <a:pt x="5831" y="7301"/>
                  <a:pt x="5646" y="7301"/>
                </a:cubicBezTo>
                <a:cubicBezTo>
                  <a:pt x="5461" y="7301"/>
                  <a:pt x="5284" y="7376"/>
                  <a:pt x="5156" y="7510"/>
                </a:cubicBezTo>
                <a:cubicBezTo>
                  <a:pt x="5023" y="7636"/>
                  <a:pt x="4946" y="7812"/>
                  <a:pt x="4946" y="7996"/>
                </a:cubicBezTo>
                <a:cubicBezTo>
                  <a:pt x="4946" y="8179"/>
                  <a:pt x="5023" y="8356"/>
                  <a:pt x="5156" y="8482"/>
                </a:cubicBezTo>
                <a:cubicBezTo>
                  <a:pt x="5281" y="8621"/>
                  <a:pt x="5461" y="8696"/>
                  <a:pt x="5646" y="8691"/>
                </a:cubicBezTo>
                <a:close/>
                <a:moveTo>
                  <a:pt x="5646" y="6606"/>
                </a:moveTo>
                <a:cubicBezTo>
                  <a:pt x="6030" y="6598"/>
                  <a:pt x="6339" y="6292"/>
                  <a:pt x="6349" y="5912"/>
                </a:cubicBezTo>
                <a:cubicBezTo>
                  <a:pt x="6340" y="5730"/>
                  <a:pt x="6267" y="5557"/>
                  <a:pt x="6139" y="5426"/>
                </a:cubicBezTo>
                <a:cubicBezTo>
                  <a:pt x="6012" y="5292"/>
                  <a:pt x="5834" y="5217"/>
                  <a:pt x="5649" y="5217"/>
                </a:cubicBezTo>
                <a:cubicBezTo>
                  <a:pt x="5464" y="5217"/>
                  <a:pt x="5288" y="5292"/>
                  <a:pt x="5159" y="5426"/>
                </a:cubicBezTo>
                <a:cubicBezTo>
                  <a:pt x="5032" y="5557"/>
                  <a:pt x="4958" y="5730"/>
                  <a:pt x="4949" y="5912"/>
                </a:cubicBezTo>
                <a:cubicBezTo>
                  <a:pt x="4957" y="6093"/>
                  <a:pt x="5029" y="6266"/>
                  <a:pt x="5154" y="6398"/>
                </a:cubicBezTo>
                <a:cubicBezTo>
                  <a:pt x="5280" y="6536"/>
                  <a:pt x="5460" y="6612"/>
                  <a:pt x="5646" y="6606"/>
                </a:cubicBezTo>
                <a:close/>
                <a:moveTo>
                  <a:pt x="8630" y="8691"/>
                </a:moveTo>
                <a:cubicBezTo>
                  <a:pt x="8817" y="8696"/>
                  <a:pt x="8995" y="8620"/>
                  <a:pt x="9120" y="8482"/>
                </a:cubicBezTo>
                <a:cubicBezTo>
                  <a:pt x="9254" y="8356"/>
                  <a:pt x="9330" y="8179"/>
                  <a:pt x="9330" y="7996"/>
                </a:cubicBezTo>
                <a:cubicBezTo>
                  <a:pt x="9330" y="7812"/>
                  <a:pt x="9254" y="7636"/>
                  <a:pt x="9120" y="7510"/>
                </a:cubicBezTo>
                <a:cubicBezTo>
                  <a:pt x="8993" y="7376"/>
                  <a:pt x="8815" y="7301"/>
                  <a:pt x="8630" y="7301"/>
                </a:cubicBezTo>
                <a:cubicBezTo>
                  <a:pt x="8445" y="7301"/>
                  <a:pt x="8268" y="7376"/>
                  <a:pt x="8140" y="7510"/>
                </a:cubicBezTo>
                <a:cubicBezTo>
                  <a:pt x="8003" y="7633"/>
                  <a:pt x="7925" y="7811"/>
                  <a:pt x="7930" y="7996"/>
                </a:cubicBezTo>
                <a:cubicBezTo>
                  <a:pt x="7939" y="8178"/>
                  <a:pt x="8013" y="8351"/>
                  <a:pt x="8140" y="8482"/>
                </a:cubicBezTo>
                <a:cubicBezTo>
                  <a:pt x="8265" y="8620"/>
                  <a:pt x="8444" y="8696"/>
                  <a:pt x="8630" y="8691"/>
                </a:cubicBezTo>
                <a:close/>
                <a:moveTo>
                  <a:pt x="8630" y="6606"/>
                </a:moveTo>
                <a:cubicBezTo>
                  <a:pt x="9013" y="6597"/>
                  <a:pt x="9320" y="6291"/>
                  <a:pt x="9329" y="5912"/>
                </a:cubicBezTo>
                <a:cubicBezTo>
                  <a:pt x="9320" y="5730"/>
                  <a:pt x="9247" y="5557"/>
                  <a:pt x="9119" y="5426"/>
                </a:cubicBezTo>
                <a:cubicBezTo>
                  <a:pt x="8992" y="5292"/>
                  <a:pt x="8814" y="5217"/>
                  <a:pt x="8629" y="5217"/>
                </a:cubicBezTo>
                <a:cubicBezTo>
                  <a:pt x="8444" y="5217"/>
                  <a:pt x="8267" y="5292"/>
                  <a:pt x="8139" y="5426"/>
                </a:cubicBezTo>
                <a:cubicBezTo>
                  <a:pt x="8013" y="5557"/>
                  <a:pt x="7938" y="5730"/>
                  <a:pt x="7929" y="5912"/>
                </a:cubicBezTo>
                <a:cubicBezTo>
                  <a:pt x="7938" y="6095"/>
                  <a:pt x="8012" y="6267"/>
                  <a:pt x="8139" y="6398"/>
                </a:cubicBezTo>
                <a:cubicBezTo>
                  <a:pt x="8265" y="6536"/>
                  <a:pt x="8444" y="6612"/>
                  <a:pt x="8630" y="6606"/>
                </a:cubicBezTo>
                <a:close/>
                <a:moveTo>
                  <a:pt x="8630" y="6606"/>
                </a:move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6A9F2C83-5892-4409-B0C2-0C42CC9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58" y="5649693"/>
            <a:ext cx="315404" cy="293465"/>
          </a:xfrm>
          <a:custGeom xmlns:a="http://schemas.openxmlformats.org/drawingml/2006/main">
            <a:gdLst>
              <a:gd name="connsiteX0" fmla="*/ 152463 w 579032"/>
              <a:gd name="connsiteY0" fmla="*/ 122028 h 538757"/>
              <a:gd name="connsiteX1" fmla="*/ 163208 w 579032"/>
              <a:gd name="connsiteY1" fmla="*/ 126290 h 538757"/>
              <a:gd name="connsiteX2" fmla="*/ 254646 w 579032"/>
              <a:gd name="connsiteY2" fmla="*/ 217725 h 538757"/>
              <a:gd name="connsiteX3" fmla="*/ 254646 w 579032"/>
              <a:gd name="connsiteY3" fmla="*/ 239251 h 538757"/>
              <a:gd name="connsiteX4" fmla="*/ 163208 w 579032"/>
              <a:gd name="connsiteY4" fmla="*/ 330686 h 538757"/>
              <a:gd name="connsiteX5" fmla="*/ 141634 w 579032"/>
              <a:gd name="connsiteY5" fmla="*/ 330733 h 538757"/>
              <a:gd name="connsiteX6" fmla="*/ 141634 w 579032"/>
              <a:gd name="connsiteY6" fmla="*/ 309160 h 538757"/>
              <a:gd name="connsiteX7" fmla="*/ 207070 w 579032"/>
              <a:gd name="connsiteY7" fmla="*/ 243727 h 538757"/>
              <a:gd name="connsiteX8" fmla="*/ 15240 w 579032"/>
              <a:gd name="connsiteY8" fmla="*/ 243727 h 538757"/>
              <a:gd name="connsiteX9" fmla="*/ 0 w 579032"/>
              <a:gd name="connsiteY9" fmla="*/ 228488 h 538757"/>
              <a:gd name="connsiteX10" fmla="*/ 15240 w 579032"/>
              <a:gd name="connsiteY10" fmla="*/ 213249 h 538757"/>
              <a:gd name="connsiteX11" fmla="*/ 207070 w 579032"/>
              <a:gd name="connsiteY11" fmla="*/ 213249 h 538757"/>
              <a:gd name="connsiteX12" fmla="*/ 141634 w 579032"/>
              <a:gd name="connsiteY12" fmla="*/ 147863 h 538757"/>
              <a:gd name="connsiteX13" fmla="*/ 141825 w 579032"/>
              <a:gd name="connsiteY13" fmla="*/ 126481 h 538757"/>
              <a:gd name="connsiteX14" fmla="*/ 152463 w 579032"/>
              <a:gd name="connsiteY14" fmla="*/ 122028 h 538757"/>
              <a:gd name="connsiteX15" fmla="*/ 546990 w 579032"/>
              <a:gd name="connsiteY15" fmla="*/ 38996 h 538757"/>
              <a:gd name="connsiteX16" fmla="*/ 384494 w 579032"/>
              <a:gd name="connsiteY16" fmla="*/ 108656 h 538757"/>
              <a:gd name="connsiteX17" fmla="*/ 365735 w 579032"/>
              <a:gd name="connsiteY17" fmla="*/ 137129 h 538757"/>
              <a:gd name="connsiteX18" fmla="*/ 365735 w 579032"/>
              <a:gd name="connsiteY18" fmla="*/ 502808 h 538757"/>
              <a:gd name="connsiteX19" fmla="*/ 367116 w 579032"/>
              <a:gd name="connsiteY19" fmla="*/ 508093 h 538757"/>
              <a:gd name="connsiteX20" fmla="*/ 372496 w 579032"/>
              <a:gd name="connsiteY20" fmla="*/ 507236 h 538757"/>
              <a:gd name="connsiteX21" fmla="*/ 529802 w 579032"/>
              <a:gd name="connsiteY21" fmla="*/ 439862 h 538757"/>
              <a:gd name="connsiteX22" fmla="*/ 548561 w 579032"/>
              <a:gd name="connsiteY22" fmla="*/ 411388 h 538757"/>
              <a:gd name="connsiteX23" fmla="*/ 548561 w 579032"/>
              <a:gd name="connsiteY23" fmla="*/ 45710 h 538757"/>
              <a:gd name="connsiteX24" fmla="*/ 546990 w 579032"/>
              <a:gd name="connsiteY24" fmla="*/ 38996 h 538757"/>
              <a:gd name="connsiteX25" fmla="*/ 259087 w 579032"/>
              <a:gd name="connsiteY25" fmla="*/ 0 h 538757"/>
              <a:gd name="connsiteX26" fmla="*/ 533325 w 579032"/>
              <a:gd name="connsiteY26" fmla="*/ 0 h 538757"/>
              <a:gd name="connsiteX27" fmla="*/ 579032 w 579032"/>
              <a:gd name="connsiteY27" fmla="*/ 45710 h 538757"/>
              <a:gd name="connsiteX28" fmla="*/ 579032 w 579032"/>
              <a:gd name="connsiteY28" fmla="*/ 411388 h 538757"/>
              <a:gd name="connsiteX29" fmla="*/ 541800 w 579032"/>
              <a:gd name="connsiteY29" fmla="*/ 467907 h 538757"/>
              <a:gd name="connsiteX30" fmla="*/ 384494 w 579032"/>
              <a:gd name="connsiteY30" fmla="*/ 535281 h 538757"/>
              <a:gd name="connsiteX31" fmla="*/ 368306 w 579032"/>
              <a:gd name="connsiteY31" fmla="*/ 538757 h 538757"/>
              <a:gd name="connsiteX32" fmla="*/ 350357 w 579032"/>
              <a:gd name="connsiteY32" fmla="*/ 533519 h 538757"/>
              <a:gd name="connsiteX33" fmla="*/ 335264 w 579032"/>
              <a:gd name="connsiteY33" fmla="*/ 502808 h 538757"/>
              <a:gd name="connsiteX34" fmla="*/ 335264 w 579032"/>
              <a:gd name="connsiteY34" fmla="*/ 457098 h 538757"/>
              <a:gd name="connsiteX35" fmla="*/ 259087 w 579032"/>
              <a:gd name="connsiteY35" fmla="*/ 457098 h 538757"/>
              <a:gd name="connsiteX36" fmla="*/ 213380 w 579032"/>
              <a:gd name="connsiteY36" fmla="*/ 411388 h 538757"/>
              <a:gd name="connsiteX37" fmla="*/ 213380 w 579032"/>
              <a:gd name="connsiteY37" fmla="*/ 319969 h 538757"/>
              <a:gd name="connsiteX38" fmla="*/ 228615 w 579032"/>
              <a:gd name="connsiteY38" fmla="*/ 304732 h 538757"/>
              <a:gd name="connsiteX39" fmla="*/ 243851 w 579032"/>
              <a:gd name="connsiteY39" fmla="*/ 319969 h 538757"/>
              <a:gd name="connsiteX40" fmla="*/ 243851 w 579032"/>
              <a:gd name="connsiteY40" fmla="*/ 411388 h 538757"/>
              <a:gd name="connsiteX41" fmla="*/ 259087 w 579032"/>
              <a:gd name="connsiteY41" fmla="*/ 426625 h 538757"/>
              <a:gd name="connsiteX42" fmla="*/ 335264 w 579032"/>
              <a:gd name="connsiteY42" fmla="*/ 426625 h 538757"/>
              <a:gd name="connsiteX43" fmla="*/ 335264 w 579032"/>
              <a:gd name="connsiteY43" fmla="*/ 137129 h 538757"/>
              <a:gd name="connsiteX44" fmla="*/ 372496 w 579032"/>
              <a:gd name="connsiteY44" fmla="*/ 80659 h 538757"/>
              <a:gd name="connsiteX45" fmla="*/ 489571 w 579032"/>
              <a:gd name="connsiteY45" fmla="*/ 30473 h 538757"/>
              <a:gd name="connsiteX46" fmla="*/ 259087 w 579032"/>
              <a:gd name="connsiteY46" fmla="*/ 30473 h 538757"/>
              <a:gd name="connsiteX47" fmla="*/ 243851 w 579032"/>
              <a:gd name="connsiteY47" fmla="*/ 45710 h 538757"/>
              <a:gd name="connsiteX48" fmla="*/ 243851 w 579032"/>
              <a:gd name="connsiteY48" fmla="*/ 137129 h 538757"/>
              <a:gd name="connsiteX49" fmla="*/ 228615 w 579032"/>
              <a:gd name="connsiteY49" fmla="*/ 152366 h 538757"/>
              <a:gd name="connsiteX50" fmla="*/ 213380 w 579032"/>
              <a:gd name="connsiteY50" fmla="*/ 137129 h 538757"/>
              <a:gd name="connsiteX51" fmla="*/ 213380 w 579032"/>
              <a:gd name="connsiteY51" fmla="*/ 45710 h 538757"/>
              <a:gd name="connsiteX52" fmla="*/ 259087 w 579032"/>
              <a:gd name="connsiteY52" fmla="*/ 0 h 538757"/>
            </a:gdLst>
            <a:rect l="l" t="t" r="r" b="b"/>
            <a:pathLst>
              <a:path w="579032" h="538757">
                <a:moveTo>
                  <a:pt x="152463" y="122028"/>
                </a:moveTo>
                <a:cubicBezTo>
                  <a:pt x="156326" y="121992"/>
                  <a:pt x="160208" y="123409"/>
                  <a:pt x="163208" y="126290"/>
                </a:cubicBezTo>
                <a:lnTo>
                  <a:pt x="254646" y="217725"/>
                </a:lnTo>
                <a:cubicBezTo>
                  <a:pt x="260599" y="223678"/>
                  <a:pt x="260599" y="233298"/>
                  <a:pt x="254646" y="239251"/>
                </a:cubicBezTo>
                <a:lnTo>
                  <a:pt x="163208" y="330686"/>
                </a:lnTo>
                <a:cubicBezTo>
                  <a:pt x="157255" y="336638"/>
                  <a:pt x="147635" y="336686"/>
                  <a:pt x="141634" y="330733"/>
                </a:cubicBezTo>
                <a:cubicBezTo>
                  <a:pt x="135681" y="324780"/>
                  <a:pt x="135681" y="315113"/>
                  <a:pt x="141634" y="309160"/>
                </a:cubicBezTo>
                <a:lnTo>
                  <a:pt x="207070" y="243727"/>
                </a:lnTo>
                <a:lnTo>
                  <a:pt x="15240" y="243727"/>
                </a:lnTo>
                <a:cubicBezTo>
                  <a:pt x="6810" y="243727"/>
                  <a:pt x="0" y="236917"/>
                  <a:pt x="0" y="228488"/>
                </a:cubicBezTo>
                <a:cubicBezTo>
                  <a:pt x="0" y="220106"/>
                  <a:pt x="6810" y="213249"/>
                  <a:pt x="15240" y="213249"/>
                </a:cubicBezTo>
                <a:lnTo>
                  <a:pt x="207070" y="213249"/>
                </a:lnTo>
                <a:lnTo>
                  <a:pt x="141634" y="147863"/>
                </a:lnTo>
                <a:cubicBezTo>
                  <a:pt x="135872" y="141863"/>
                  <a:pt x="135967" y="132386"/>
                  <a:pt x="141825" y="126481"/>
                </a:cubicBezTo>
                <a:cubicBezTo>
                  <a:pt x="144754" y="123552"/>
                  <a:pt x="148599" y="122064"/>
                  <a:pt x="152463" y="122028"/>
                </a:cubicBezTo>
                <a:close/>
                <a:moveTo>
                  <a:pt x="546990" y="38996"/>
                </a:moveTo>
                <a:lnTo>
                  <a:pt x="384494" y="108656"/>
                </a:lnTo>
                <a:cubicBezTo>
                  <a:pt x="374686" y="112894"/>
                  <a:pt x="365735" y="126416"/>
                  <a:pt x="365735" y="137129"/>
                </a:cubicBezTo>
                <a:lnTo>
                  <a:pt x="365735" y="502808"/>
                </a:lnTo>
                <a:cubicBezTo>
                  <a:pt x="365735" y="505998"/>
                  <a:pt x="366544" y="507760"/>
                  <a:pt x="367116" y="508093"/>
                </a:cubicBezTo>
                <a:cubicBezTo>
                  <a:pt x="367639" y="508427"/>
                  <a:pt x="369591" y="508522"/>
                  <a:pt x="372496" y="507236"/>
                </a:cubicBezTo>
                <a:lnTo>
                  <a:pt x="529802" y="439862"/>
                </a:lnTo>
                <a:cubicBezTo>
                  <a:pt x="539610" y="435624"/>
                  <a:pt x="548561" y="422102"/>
                  <a:pt x="548561" y="411388"/>
                </a:cubicBezTo>
                <a:lnTo>
                  <a:pt x="548561" y="45710"/>
                </a:lnTo>
                <a:cubicBezTo>
                  <a:pt x="548561" y="43377"/>
                  <a:pt x="548037" y="41091"/>
                  <a:pt x="546990" y="38996"/>
                </a:cubicBezTo>
                <a:close/>
                <a:moveTo>
                  <a:pt x="259087" y="0"/>
                </a:moveTo>
                <a:lnTo>
                  <a:pt x="533325" y="0"/>
                </a:lnTo>
                <a:cubicBezTo>
                  <a:pt x="558512" y="0"/>
                  <a:pt x="579032" y="20522"/>
                  <a:pt x="579032" y="45710"/>
                </a:cubicBezTo>
                <a:lnTo>
                  <a:pt x="579032" y="411388"/>
                </a:lnTo>
                <a:cubicBezTo>
                  <a:pt x="579032" y="434101"/>
                  <a:pt x="562654" y="458908"/>
                  <a:pt x="541800" y="467907"/>
                </a:cubicBezTo>
                <a:lnTo>
                  <a:pt x="384494" y="535281"/>
                </a:lnTo>
                <a:cubicBezTo>
                  <a:pt x="379066" y="537614"/>
                  <a:pt x="373543" y="538757"/>
                  <a:pt x="368306" y="538757"/>
                </a:cubicBezTo>
                <a:cubicBezTo>
                  <a:pt x="361783" y="538757"/>
                  <a:pt x="355641" y="536995"/>
                  <a:pt x="350357" y="533519"/>
                </a:cubicBezTo>
                <a:cubicBezTo>
                  <a:pt x="340739" y="527234"/>
                  <a:pt x="335264" y="515997"/>
                  <a:pt x="335264" y="502808"/>
                </a:cubicBezTo>
                <a:lnTo>
                  <a:pt x="335264" y="457098"/>
                </a:lnTo>
                <a:lnTo>
                  <a:pt x="259087" y="457098"/>
                </a:lnTo>
                <a:cubicBezTo>
                  <a:pt x="233900" y="457098"/>
                  <a:pt x="213380" y="436577"/>
                  <a:pt x="213380" y="411388"/>
                </a:cubicBezTo>
                <a:lnTo>
                  <a:pt x="213380" y="319969"/>
                </a:lnTo>
                <a:cubicBezTo>
                  <a:pt x="213380" y="311541"/>
                  <a:pt x="220188" y="304732"/>
                  <a:pt x="228615" y="304732"/>
                </a:cubicBezTo>
                <a:cubicBezTo>
                  <a:pt x="237043" y="304732"/>
                  <a:pt x="243851" y="311541"/>
                  <a:pt x="243851" y="319969"/>
                </a:cubicBezTo>
                <a:lnTo>
                  <a:pt x="243851" y="411388"/>
                </a:lnTo>
                <a:cubicBezTo>
                  <a:pt x="243851" y="419816"/>
                  <a:pt x="250659" y="426625"/>
                  <a:pt x="259087" y="426625"/>
                </a:cubicBezTo>
                <a:lnTo>
                  <a:pt x="335264" y="426625"/>
                </a:lnTo>
                <a:lnTo>
                  <a:pt x="335264" y="137129"/>
                </a:lnTo>
                <a:cubicBezTo>
                  <a:pt x="335264" y="114417"/>
                  <a:pt x="351642" y="89610"/>
                  <a:pt x="372496" y="80659"/>
                </a:cubicBezTo>
                <a:lnTo>
                  <a:pt x="489571" y="30473"/>
                </a:lnTo>
                <a:lnTo>
                  <a:pt x="259087" y="30473"/>
                </a:lnTo>
                <a:cubicBezTo>
                  <a:pt x="250659" y="30473"/>
                  <a:pt x="243851" y="37282"/>
                  <a:pt x="243851" y="45710"/>
                </a:cubicBezTo>
                <a:lnTo>
                  <a:pt x="243851" y="137129"/>
                </a:lnTo>
                <a:cubicBezTo>
                  <a:pt x="243851" y="145557"/>
                  <a:pt x="237043" y="152366"/>
                  <a:pt x="228615" y="152366"/>
                </a:cubicBezTo>
                <a:cubicBezTo>
                  <a:pt x="220188" y="152366"/>
                  <a:pt x="213380" y="145557"/>
                  <a:pt x="213380" y="137129"/>
                </a:cubicBezTo>
                <a:lnTo>
                  <a:pt x="213380" y="45710"/>
                </a:lnTo>
                <a:cubicBezTo>
                  <a:pt x="213380" y="20522"/>
                  <a:pt x="233900" y="0"/>
                  <a:pt x="25908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8E352CF4-C68E-4F88-B845-B4B1A6FA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048" y="5638724"/>
            <a:ext cx="315343" cy="315404"/>
          </a:xfrm>
          <a:custGeom xmlns:a="http://schemas.openxmlformats.org/drawingml/2006/main">
            <a:gdLst>
              <a:gd name="connsiteX0" fmla="*/ 380952 w 518123"/>
              <a:gd name="connsiteY0" fmla="*/ 365797 h 518222"/>
              <a:gd name="connsiteX1" fmla="*/ 365716 w 518123"/>
              <a:gd name="connsiteY1" fmla="*/ 381038 h 518222"/>
              <a:gd name="connsiteX2" fmla="*/ 380952 w 518123"/>
              <a:gd name="connsiteY2" fmla="*/ 396278 h 518222"/>
              <a:gd name="connsiteX3" fmla="*/ 396189 w 518123"/>
              <a:gd name="connsiteY3" fmla="*/ 381038 h 518222"/>
              <a:gd name="connsiteX4" fmla="*/ 380952 w 518123"/>
              <a:gd name="connsiteY4" fmla="*/ 365797 h 518222"/>
              <a:gd name="connsiteX5" fmla="*/ 137172 w 518123"/>
              <a:gd name="connsiteY5" fmla="*/ 365797 h 518222"/>
              <a:gd name="connsiteX6" fmla="*/ 121936 w 518123"/>
              <a:gd name="connsiteY6" fmla="*/ 381038 h 518222"/>
              <a:gd name="connsiteX7" fmla="*/ 137172 w 518123"/>
              <a:gd name="connsiteY7" fmla="*/ 396278 h 518222"/>
              <a:gd name="connsiteX8" fmla="*/ 152408 w 518123"/>
              <a:gd name="connsiteY8" fmla="*/ 381038 h 518222"/>
              <a:gd name="connsiteX9" fmla="*/ 137172 w 518123"/>
              <a:gd name="connsiteY9" fmla="*/ 365797 h 518222"/>
              <a:gd name="connsiteX10" fmla="*/ 380952 w 518123"/>
              <a:gd name="connsiteY10" fmla="*/ 335315 h 518222"/>
              <a:gd name="connsiteX11" fmla="*/ 426661 w 518123"/>
              <a:gd name="connsiteY11" fmla="*/ 381038 h 518222"/>
              <a:gd name="connsiteX12" fmla="*/ 380952 w 518123"/>
              <a:gd name="connsiteY12" fmla="*/ 426760 h 518222"/>
              <a:gd name="connsiteX13" fmla="*/ 335243 w 518123"/>
              <a:gd name="connsiteY13" fmla="*/ 381038 h 518222"/>
              <a:gd name="connsiteX14" fmla="*/ 380952 w 518123"/>
              <a:gd name="connsiteY14" fmla="*/ 335315 h 518222"/>
              <a:gd name="connsiteX15" fmla="*/ 137172 w 518123"/>
              <a:gd name="connsiteY15" fmla="*/ 335315 h 518222"/>
              <a:gd name="connsiteX16" fmla="*/ 182881 w 518123"/>
              <a:gd name="connsiteY16" fmla="*/ 381038 h 518222"/>
              <a:gd name="connsiteX17" fmla="*/ 137172 w 518123"/>
              <a:gd name="connsiteY17" fmla="*/ 426760 h 518222"/>
              <a:gd name="connsiteX18" fmla="*/ 91463 w 518123"/>
              <a:gd name="connsiteY18" fmla="*/ 381038 h 518222"/>
              <a:gd name="connsiteX19" fmla="*/ 137172 w 518123"/>
              <a:gd name="connsiteY19" fmla="*/ 335315 h 518222"/>
              <a:gd name="connsiteX20" fmla="*/ 380952 w 518123"/>
              <a:gd name="connsiteY20" fmla="*/ 243871 h 518222"/>
              <a:gd name="connsiteX21" fmla="*/ 365716 w 518123"/>
              <a:gd name="connsiteY21" fmla="*/ 259112 h 518222"/>
              <a:gd name="connsiteX22" fmla="*/ 380952 w 518123"/>
              <a:gd name="connsiteY22" fmla="*/ 274352 h 518222"/>
              <a:gd name="connsiteX23" fmla="*/ 396189 w 518123"/>
              <a:gd name="connsiteY23" fmla="*/ 259112 h 518222"/>
              <a:gd name="connsiteX24" fmla="*/ 380952 w 518123"/>
              <a:gd name="connsiteY24" fmla="*/ 243871 h 518222"/>
              <a:gd name="connsiteX25" fmla="*/ 137172 w 518123"/>
              <a:gd name="connsiteY25" fmla="*/ 243871 h 518222"/>
              <a:gd name="connsiteX26" fmla="*/ 121936 w 518123"/>
              <a:gd name="connsiteY26" fmla="*/ 259112 h 518222"/>
              <a:gd name="connsiteX27" fmla="*/ 137172 w 518123"/>
              <a:gd name="connsiteY27" fmla="*/ 274352 h 518222"/>
              <a:gd name="connsiteX28" fmla="*/ 152408 w 518123"/>
              <a:gd name="connsiteY28" fmla="*/ 259112 h 518222"/>
              <a:gd name="connsiteX29" fmla="*/ 137172 w 518123"/>
              <a:gd name="connsiteY29" fmla="*/ 243871 h 518222"/>
              <a:gd name="connsiteX30" fmla="*/ 380952 w 518123"/>
              <a:gd name="connsiteY30" fmla="*/ 213389 h 518222"/>
              <a:gd name="connsiteX31" fmla="*/ 426661 w 518123"/>
              <a:gd name="connsiteY31" fmla="*/ 259112 h 518222"/>
              <a:gd name="connsiteX32" fmla="*/ 380952 w 518123"/>
              <a:gd name="connsiteY32" fmla="*/ 304834 h 518222"/>
              <a:gd name="connsiteX33" fmla="*/ 335243 w 518123"/>
              <a:gd name="connsiteY33" fmla="*/ 259112 h 518222"/>
              <a:gd name="connsiteX34" fmla="*/ 380952 w 518123"/>
              <a:gd name="connsiteY34" fmla="*/ 213389 h 518222"/>
              <a:gd name="connsiteX35" fmla="*/ 137172 w 518123"/>
              <a:gd name="connsiteY35" fmla="*/ 213389 h 518222"/>
              <a:gd name="connsiteX36" fmla="*/ 182881 w 518123"/>
              <a:gd name="connsiteY36" fmla="*/ 259112 h 518222"/>
              <a:gd name="connsiteX37" fmla="*/ 137172 w 518123"/>
              <a:gd name="connsiteY37" fmla="*/ 304834 h 518222"/>
              <a:gd name="connsiteX38" fmla="*/ 91463 w 518123"/>
              <a:gd name="connsiteY38" fmla="*/ 259112 h 518222"/>
              <a:gd name="connsiteX39" fmla="*/ 137172 w 518123"/>
              <a:gd name="connsiteY39" fmla="*/ 213389 h 518222"/>
              <a:gd name="connsiteX40" fmla="*/ 380952 w 518123"/>
              <a:gd name="connsiteY40" fmla="*/ 121945 h 518222"/>
              <a:gd name="connsiteX41" fmla="*/ 365716 w 518123"/>
              <a:gd name="connsiteY41" fmla="*/ 137185 h 518222"/>
              <a:gd name="connsiteX42" fmla="*/ 380952 w 518123"/>
              <a:gd name="connsiteY42" fmla="*/ 152426 h 518222"/>
              <a:gd name="connsiteX43" fmla="*/ 396189 w 518123"/>
              <a:gd name="connsiteY43" fmla="*/ 137185 h 518222"/>
              <a:gd name="connsiteX44" fmla="*/ 380952 w 518123"/>
              <a:gd name="connsiteY44" fmla="*/ 121945 h 518222"/>
              <a:gd name="connsiteX45" fmla="*/ 137172 w 518123"/>
              <a:gd name="connsiteY45" fmla="*/ 121945 h 518222"/>
              <a:gd name="connsiteX46" fmla="*/ 121936 w 518123"/>
              <a:gd name="connsiteY46" fmla="*/ 137185 h 518222"/>
              <a:gd name="connsiteX47" fmla="*/ 137172 w 518123"/>
              <a:gd name="connsiteY47" fmla="*/ 152426 h 518222"/>
              <a:gd name="connsiteX48" fmla="*/ 152408 w 518123"/>
              <a:gd name="connsiteY48" fmla="*/ 137185 h 518222"/>
              <a:gd name="connsiteX49" fmla="*/ 137172 w 518123"/>
              <a:gd name="connsiteY49" fmla="*/ 121945 h 518222"/>
              <a:gd name="connsiteX50" fmla="*/ 380952 w 518123"/>
              <a:gd name="connsiteY50" fmla="*/ 91463 h 518222"/>
              <a:gd name="connsiteX51" fmla="*/ 426661 w 518123"/>
              <a:gd name="connsiteY51" fmla="*/ 137185 h 518222"/>
              <a:gd name="connsiteX52" fmla="*/ 380952 w 518123"/>
              <a:gd name="connsiteY52" fmla="*/ 182908 h 518222"/>
              <a:gd name="connsiteX53" fmla="*/ 335243 w 518123"/>
              <a:gd name="connsiteY53" fmla="*/ 137185 h 518222"/>
              <a:gd name="connsiteX54" fmla="*/ 380952 w 518123"/>
              <a:gd name="connsiteY54" fmla="*/ 91463 h 518222"/>
              <a:gd name="connsiteX55" fmla="*/ 137172 w 518123"/>
              <a:gd name="connsiteY55" fmla="*/ 91463 h 518222"/>
              <a:gd name="connsiteX56" fmla="*/ 182881 w 518123"/>
              <a:gd name="connsiteY56" fmla="*/ 137185 h 518222"/>
              <a:gd name="connsiteX57" fmla="*/ 137172 w 518123"/>
              <a:gd name="connsiteY57" fmla="*/ 182908 h 518222"/>
              <a:gd name="connsiteX58" fmla="*/ 91463 w 518123"/>
              <a:gd name="connsiteY58" fmla="*/ 137185 h 518222"/>
              <a:gd name="connsiteX59" fmla="*/ 137172 w 518123"/>
              <a:gd name="connsiteY59" fmla="*/ 91463 h 518222"/>
              <a:gd name="connsiteX60" fmla="*/ 76195 w 518123"/>
              <a:gd name="connsiteY60" fmla="*/ 30484 h 518222"/>
              <a:gd name="connsiteX61" fmla="*/ 30478 w 518123"/>
              <a:gd name="connsiteY61" fmla="*/ 76209 h 518222"/>
              <a:gd name="connsiteX62" fmla="*/ 30478 w 518123"/>
              <a:gd name="connsiteY62" fmla="*/ 442013 h 518222"/>
              <a:gd name="connsiteX63" fmla="*/ 76195 w 518123"/>
              <a:gd name="connsiteY63" fmla="*/ 487738 h 518222"/>
              <a:gd name="connsiteX64" fmla="*/ 441929 w 518123"/>
              <a:gd name="connsiteY64" fmla="*/ 487738 h 518222"/>
              <a:gd name="connsiteX65" fmla="*/ 487645 w 518123"/>
              <a:gd name="connsiteY65" fmla="*/ 442013 h 518222"/>
              <a:gd name="connsiteX66" fmla="*/ 487645 w 518123"/>
              <a:gd name="connsiteY66" fmla="*/ 76209 h 518222"/>
              <a:gd name="connsiteX67" fmla="*/ 441929 w 518123"/>
              <a:gd name="connsiteY67" fmla="*/ 30484 h 518222"/>
              <a:gd name="connsiteX68" fmla="*/ 76195 w 518123"/>
              <a:gd name="connsiteY68" fmla="*/ 0 h 518222"/>
              <a:gd name="connsiteX69" fmla="*/ 441929 w 518123"/>
              <a:gd name="connsiteY69" fmla="*/ 0 h 518222"/>
              <a:gd name="connsiteX70" fmla="*/ 518123 w 518123"/>
              <a:gd name="connsiteY70" fmla="*/ 76209 h 518222"/>
              <a:gd name="connsiteX71" fmla="*/ 518123 w 518123"/>
              <a:gd name="connsiteY71" fmla="*/ 442013 h 518222"/>
              <a:gd name="connsiteX72" fmla="*/ 441929 w 518123"/>
              <a:gd name="connsiteY72" fmla="*/ 518222 h 518222"/>
              <a:gd name="connsiteX73" fmla="*/ 76195 w 518123"/>
              <a:gd name="connsiteY73" fmla="*/ 518222 h 518222"/>
              <a:gd name="connsiteX74" fmla="*/ 0 w 518123"/>
              <a:gd name="connsiteY74" fmla="*/ 442013 h 518222"/>
              <a:gd name="connsiteX75" fmla="*/ 0 w 518123"/>
              <a:gd name="connsiteY75" fmla="*/ 76209 h 518222"/>
              <a:gd name="connsiteX76" fmla="*/ 76195 w 518123"/>
              <a:gd name="connsiteY76" fmla="*/ 0 h 518222"/>
            </a:gdLst>
            <a:rect l="l" t="t" r="r" b="b"/>
            <a:pathLst>
              <a:path w="518123" h="518222">
                <a:moveTo>
                  <a:pt x="380952" y="365797"/>
                </a:moveTo>
                <a:cubicBezTo>
                  <a:pt x="372525" y="365797"/>
                  <a:pt x="365716" y="372608"/>
                  <a:pt x="365716" y="381038"/>
                </a:cubicBezTo>
                <a:cubicBezTo>
                  <a:pt x="365716" y="389468"/>
                  <a:pt x="372525" y="396278"/>
                  <a:pt x="380952" y="396278"/>
                </a:cubicBezTo>
                <a:cubicBezTo>
                  <a:pt x="389380" y="396278"/>
                  <a:pt x="396189" y="389468"/>
                  <a:pt x="396189" y="381038"/>
                </a:cubicBezTo>
                <a:cubicBezTo>
                  <a:pt x="396189" y="372608"/>
                  <a:pt x="389380" y="365797"/>
                  <a:pt x="380952" y="365797"/>
                </a:cubicBezTo>
                <a:close/>
                <a:moveTo>
                  <a:pt x="137172" y="365797"/>
                </a:moveTo>
                <a:cubicBezTo>
                  <a:pt x="128744" y="365797"/>
                  <a:pt x="121936" y="372608"/>
                  <a:pt x="121936" y="381038"/>
                </a:cubicBezTo>
                <a:cubicBezTo>
                  <a:pt x="121936" y="389468"/>
                  <a:pt x="128744" y="396278"/>
                  <a:pt x="137172" y="396278"/>
                </a:cubicBezTo>
                <a:cubicBezTo>
                  <a:pt x="145600" y="396278"/>
                  <a:pt x="152408" y="389468"/>
                  <a:pt x="152408" y="381038"/>
                </a:cubicBezTo>
                <a:cubicBezTo>
                  <a:pt x="152408" y="372608"/>
                  <a:pt x="145600" y="365797"/>
                  <a:pt x="137172" y="365797"/>
                </a:cubicBezTo>
                <a:close/>
                <a:moveTo>
                  <a:pt x="380952" y="335315"/>
                </a:moveTo>
                <a:cubicBezTo>
                  <a:pt x="406140" y="335315"/>
                  <a:pt x="426661" y="355843"/>
                  <a:pt x="426661" y="381038"/>
                </a:cubicBezTo>
                <a:cubicBezTo>
                  <a:pt x="426661" y="406233"/>
                  <a:pt x="406140" y="426760"/>
                  <a:pt x="380952" y="426760"/>
                </a:cubicBezTo>
                <a:cubicBezTo>
                  <a:pt x="355765" y="426760"/>
                  <a:pt x="335243" y="406233"/>
                  <a:pt x="335243" y="381038"/>
                </a:cubicBezTo>
                <a:cubicBezTo>
                  <a:pt x="335243" y="355843"/>
                  <a:pt x="355765" y="335315"/>
                  <a:pt x="380952" y="335315"/>
                </a:cubicBezTo>
                <a:close/>
                <a:moveTo>
                  <a:pt x="137172" y="335315"/>
                </a:moveTo>
                <a:cubicBezTo>
                  <a:pt x="162359" y="335315"/>
                  <a:pt x="182881" y="355843"/>
                  <a:pt x="182881" y="381038"/>
                </a:cubicBezTo>
                <a:cubicBezTo>
                  <a:pt x="182881" y="406233"/>
                  <a:pt x="162359" y="426760"/>
                  <a:pt x="137172" y="426760"/>
                </a:cubicBezTo>
                <a:cubicBezTo>
                  <a:pt x="111984" y="426760"/>
                  <a:pt x="91463" y="406233"/>
                  <a:pt x="91463" y="381038"/>
                </a:cubicBezTo>
                <a:cubicBezTo>
                  <a:pt x="91463" y="355843"/>
                  <a:pt x="111984" y="335315"/>
                  <a:pt x="137172" y="335315"/>
                </a:cubicBezTo>
                <a:close/>
                <a:moveTo>
                  <a:pt x="380952" y="243871"/>
                </a:moveTo>
                <a:cubicBezTo>
                  <a:pt x="372525" y="243871"/>
                  <a:pt x="365716" y="250681"/>
                  <a:pt x="365716" y="259112"/>
                </a:cubicBezTo>
                <a:cubicBezTo>
                  <a:pt x="365716" y="267542"/>
                  <a:pt x="372525" y="274352"/>
                  <a:pt x="380952" y="274352"/>
                </a:cubicBezTo>
                <a:cubicBezTo>
                  <a:pt x="389380" y="274352"/>
                  <a:pt x="396189" y="267542"/>
                  <a:pt x="396189" y="259112"/>
                </a:cubicBezTo>
                <a:cubicBezTo>
                  <a:pt x="396189" y="250681"/>
                  <a:pt x="389380" y="243871"/>
                  <a:pt x="380952" y="243871"/>
                </a:cubicBezTo>
                <a:close/>
                <a:moveTo>
                  <a:pt x="137172" y="243871"/>
                </a:moveTo>
                <a:cubicBezTo>
                  <a:pt x="128744" y="243871"/>
                  <a:pt x="121936" y="250681"/>
                  <a:pt x="121936" y="259112"/>
                </a:cubicBezTo>
                <a:cubicBezTo>
                  <a:pt x="121936" y="267542"/>
                  <a:pt x="128744" y="274352"/>
                  <a:pt x="137172" y="274352"/>
                </a:cubicBezTo>
                <a:cubicBezTo>
                  <a:pt x="145600" y="274352"/>
                  <a:pt x="152408" y="267542"/>
                  <a:pt x="152408" y="259112"/>
                </a:cubicBezTo>
                <a:cubicBezTo>
                  <a:pt x="152408" y="250681"/>
                  <a:pt x="145600" y="243871"/>
                  <a:pt x="137172" y="243871"/>
                </a:cubicBezTo>
                <a:close/>
                <a:moveTo>
                  <a:pt x="380952" y="213389"/>
                </a:moveTo>
                <a:cubicBezTo>
                  <a:pt x="406140" y="213389"/>
                  <a:pt x="426661" y="233917"/>
                  <a:pt x="426661" y="259112"/>
                </a:cubicBezTo>
                <a:cubicBezTo>
                  <a:pt x="426661" y="284306"/>
                  <a:pt x="406140" y="304834"/>
                  <a:pt x="380952" y="304834"/>
                </a:cubicBezTo>
                <a:cubicBezTo>
                  <a:pt x="355765" y="304834"/>
                  <a:pt x="335243" y="284306"/>
                  <a:pt x="335243" y="259112"/>
                </a:cubicBezTo>
                <a:cubicBezTo>
                  <a:pt x="335243" y="233917"/>
                  <a:pt x="355765" y="213389"/>
                  <a:pt x="380952" y="213389"/>
                </a:cubicBezTo>
                <a:close/>
                <a:moveTo>
                  <a:pt x="137172" y="213389"/>
                </a:moveTo>
                <a:cubicBezTo>
                  <a:pt x="162359" y="213389"/>
                  <a:pt x="182881" y="233917"/>
                  <a:pt x="182881" y="259112"/>
                </a:cubicBezTo>
                <a:cubicBezTo>
                  <a:pt x="182881" y="284306"/>
                  <a:pt x="162359" y="304834"/>
                  <a:pt x="137172" y="304834"/>
                </a:cubicBezTo>
                <a:cubicBezTo>
                  <a:pt x="111984" y="304834"/>
                  <a:pt x="91463" y="284306"/>
                  <a:pt x="91463" y="259112"/>
                </a:cubicBezTo>
                <a:cubicBezTo>
                  <a:pt x="91463" y="233917"/>
                  <a:pt x="111984" y="213389"/>
                  <a:pt x="137172" y="213389"/>
                </a:cubicBezTo>
                <a:close/>
                <a:moveTo>
                  <a:pt x="380952" y="121945"/>
                </a:moveTo>
                <a:cubicBezTo>
                  <a:pt x="372525" y="121945"/>
                  <a:pt x="365716" y="128755"/>
                  <a:pt x="365716" y="137185"/>
                </a:cubicBezTo>
                <a:cubicBezTo>
                  <a:pt x="365716" y="145615"/>
                  <a:pt x="372525" y="152426"/>
                  <a:pt x="380952" y="152426"/>
                </a:cubicBezTo>
                <a:cubicBezTo>
                  <a:pt x="389380" y="152426"/>
                  <a:pt x="396189" y="145615"/>
                  <a:pt x="396189" y="137185"/>
                </a:cubicBezTo>
                <a:cubicBezTo>
                  <a:pt x="396189" y="128755"/>
                  <a:pt x="389380" y="121945"/>
                  <a:pt x="380952" y="121945"/>
                </a:cubicBezTo>
                <a:close/>
                <a:moveTo>
                  <a:pt x="137172" y="121945"/>
                </a:moveTo>
                <a:cubicBezTo>
                  <a:pt x="128744" y="121945"/>
                  <a:pt x="121936" y="128755"/>
                  <a:pt x="121936" y="137185"/>
                </a:cubicBezTo>
                <a:cubicBezTo>
                  <a:pt x="121936" y="145615"/>
                  <a:pt x="128744" y="152426"/>
                  <a:pt x="137172" y="152426"/>
                </a:cubicBezTo>
                <a:cubicBezTo>
                  <a:pt x="145600" y="152426"/>
                  <a:pt x="152408" y="145615"/>
                  <a:pt x="152408" y="137185"/>
                </a:cubicBezTo>
                <a:cubicBezTo>
                  <a:pt x="152408" y="128755"/>
                  <a:pt x="145600" y="121945"/>
                  <a:pt x="137172" y="121945"/>
                </a:cubicBezTo>
                <a:close/>
                <a:moveTo>
                  <a:pt x="380952" y="91463"/>
                </a:moveTo>
                <a:cubicBezTo>
                  <a:pt x="406140" y="91463"/>
                  <a:pt x="426661" y="111990"/>
                  <a:pt x="426661" y="137185"/>
                </a:cubicBezTo>
                <a:cubicBezTo>
                  <a:pt x="426661" y="162380"/>
                  <a:pt x="406140" y="182908"/>
                  <a:pt x="380952" y="182908"/>
                </a:cubicBezTo>
                <a:cubicBezTo>
                  <a:pt x="355765" y="182908"/>
                  <a:pt x="335243" y="162380"/>
                  <a:pt x="335243" y="137185"/>
                </a:cubicBezTo>
                <a:cubicBezTo>
                  <a:pt x="335243" y="111990"/>
                  <a:pt x="355765" y="91463"/>
                  <a:pt x="380952" y="91463"/>
                </a:cubicBezTo>
                <a:close/>
                <a:moveTo>
                  <a:pt x="137172" y="91463"/>
                </a:moveTo>
                <a:cubicBezTo>
                  <a:pt x="162359" y="91463"/>
                  <a:pt x="182881" y="111990"/>
                  <a:pt x="182881" y="137185"/>
                </a:cubicBezTo>
                <a:cubicBezTo>
                  <a:pt x="182881" y="162380"/>
                  <a:pt x="162359" y="182908"/>
                  <a:pt x="137172" y="182908"/>
                </a:cubicBezTo>
                <a:cubicBezTo>
                  <a:pt x="111984" y="182908"/>
                  <a:pt x="91463" y="162380"/>
                  <a:pt x="91463" y="137185"/>
                </a:cubicBezTo>
                <a:cubicBezTo>
                  <a:pt x="91463" y="111990"/>
                  <a:pt x="111984" y="91463"/>
                  <a:pt x="137172" y="91463"/>
                </a:cubicBezTo>
                <a:close/>
                <a:moveTo>
                  <a:pt x="76195" y="30484"/>
                </a:moveTo>
                <a:cubicBezTo>
                  <a:pt x="51003" y="30484"/>
                  <a:pt x="30478" y="51012"/>
                  <a:pt x="30478" y="76209"/>
                </a:cubicBezTo>
                <a:lnTo>
                  <a:pt x="30478" y="442013"/>
                </a:lnTo>
                <a:cubicBezTo>
                  <a:pt x="30478" y="467210"/>
                  <a:pt x="51003" y="487738"/>
                  <a:pt x="76195" y="487738"/>
                </a:cubicBezTo>
                <a:lnTo>
                  <a:pt x="441929" y="487738"/>
                </a:lnTo>
                <a:cubicBezTo>
                  <a:pt x="467120" y="487738"/>
                  <a:pt x="487645" y="467210"/>
                  <a:pt x="487645" y="442013"/>
                </a:cubicBezTo>
                <a:lnTo>
                  <a:pt x="487645" y="76209"/>
                </a:lnTo>
                <a:cubicBezTo>
                  <a:pt x="487645" y="51012"/>
                  <a:pt x="467120" y="30484"/>
                  <a:pt x="441929" y="30484"/>
                </a:cubicBezTo>
                <a:close/>
                <a:moveTo>
                  <a:pt x="76195" y="0"/>
                </a:moveTo>
                <a:lnTo>
                  <a:pt x="441929" y="0"/>
                </a:lnTo>
                <a:cubicBezTo>
                  <a:pt x="483931" y="0"/>
                  <a:pt x="518123" y="34199"/>
                  <a:pt x="518123" y="76209"/>
                </a:cubicBezTo>
                <a:lnTo>
                  <a:pt x="518123" y="442013"/>
                </a:lnTo>
                <a:cubicBezTo>
                  <a:pt x="518123" y="484023"/>
                  <a:pt x="483931" y="518222"/>
                  <a:pt x="441929" y="518222"/>
                </a:cubicBezTo>
                <a:lnTo>
                  <a:pt x="76195" y="518222"/>
                </a:lnTo>
                <a:cubicBezTo>
                  <a:pt x="34145" y="518174"/>
                  <a:pt x="48" y="484071"/>
                  <a:pt x="0" y="442013"/>
                </a:cubicBezTo>
                <a:lnTo>
                  <a:pt x="0" y="76209"/>
                </a:lnTo>
                <a:cubicBezTo>
                  <a:pt x="0" y="34199"/>
                  <a:pt x="34192" y="0"/>
                  <a:pt x="76195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F5BAD52E-3D10-4A03-998A-CBEF4A5D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778" y="5678169"/>
            <a:ext cx="315404" cy="236514"/>
          </a:xfrm>
          <a:custGeom xmlns:a="http://schemas.openxmlformats.org/drawingml/2006/main">
            <a:gdLst>
              <a:gd name="connsiteX0" fmla="*/ 502847 w 609586"/>
              <a:gd name="connsiteY0" fmla="*/ 365700 h 457115"/>
              <a:gd name="connsiteX1" fmla="*/ 518077 w 609586"/>
              <a:gd name="connsiteY1" fmla="*/ 380929 h 457115"/>
              <a:gd name="connsiteX2" fmla="*/ 502847 w 609586"/>
              <a:gd name="connsiteY2" fmla="*/ 396159 h 457115"/>
              <a:gd name="connsiteX3" fmla="*/ 487618 w 609586"/>
              <a:gd name="connsiteY3" fmla="*/ 380929 h 457115"/>
              <a:gd name="connsiteX4" fmla="*/ 502847 w 609586"/>
              <a:gd name="connsiteY4" fmla="*/ 365700 h 457115"/>
              <a:gd name="connsiteX5" fmla="*/ 15238 w 609586"/>
              <a:gd name="connsiteY5" fmla="*/ 365692 h 457115"/>
              <a:gd name="connsiteX6" fmla="*/ 350480 w 609586"/>
              <a:gd name="connsiteY6" fmla="*/ 365692 h 457115"/>
              <a:gd name="connsiteX7" fmla="*/ 365719 w 609586"/>
              <a:gd name="connsiteY7" fmla="*/ 380929 h 457115"/>
              <a:gd name="connsiteX8" fmla="*/ 350480 w 609586"/>
              <a:gd name="connsiteY8" fmla="*/ 396167 h 457115"/>
              <a:gd name="connsiteX9" fmla="*/ 30476 w 609586"/>
              <a:gd name="connsiteY9" fmla="*/ 396167 h 457115"/>
              <a:gd name="connsiteX10" fmla="*/ 30476 w 609586"/>
              <a:gd name="connsiteY10" fmla="*/ 411404 h 457115"/>
              <a:gd name="connsiteX11" fmla="*/ 45715 w 609586"/>
              <a:gd name="connsiteY11" fmla="*/ 426641 h 457115"/>
              <a:gd name="connsiteX12" fmla="*/ 350480 w 609586"/>
              <a:gd name="connsiteY12" fmla="*/ 426641 h 457115"/>
              <a:gd name="connsiteX13" fmla="*/ 365719 w 609586"/>
              <a:gd name="connsiteY13" fmla="*/ 441878 h 457115"/>
              <a:gd name="connsiteX14" fmla="*/ 350480 w 609586"/>
              <a:gd name="connsiteY14" fmla="*/ 457115 h 457115"/>
              <a:gd name="connsiteX15" fmla="*/ 45715 w 609586"/>
              <a:gd name="connsiteY15" fmla="*/ 457115 h 457115"/>
              <a:gd name="connsiteX16" fmla="*/ 0 w 609586"/>
              <a:gd name="connsiteY16" fmla="*/ 411404 h 457115"/>
              <a:gd name="connsiteX17" fmla="*/ 0 w 609586"/>
              <a:gd name="connsiteY17" fmla="*/ 380929 h 457115"/>
              <a:gd name="connsiteX18" fmla="*/ 15238 w 609586"/>
              <a:gd name="connsiteY18" fmla="*/ 365692 h 457115"/>
              <a:gd name="connsiteX19" fmla="*/ 441930 w 609586"/>
              <a:gd name="connsiteY19" fmla="*/ 152389 h 457115"/>
              <a:gd name="connsiteX20" fmla="*/ 426689 w 609586"/>
              <a:gd name="connsiteY20" fmla="*/ 167626 h 457115"/>
              <a:gd name="connsiteX21" fmla="*/ 426689 w 609586"/>
              <a:gd name="connsiteY21" fmla="*/ 411406 h 457115"/>
              <a:gd name="connsiteX22" fmla="*/ 441930 w 609586"/>
              <a:gd name="connsiteY22" fmla="*/ 426643 h 457115"/>
              <a:gd name="connsiteX23" fmla="*/ 563862 w 609586"/>
              <a:gd name="connsiteY23" fmla="*/ 426643 h 457115"/>
              <a:gd name="connsiteX24" fmla="*/ 579103 w 609586"/>
              <a:gd name="connsiteY24" fmla="*/ 411406 h 457115"/>
              <a:gd name="connsiteX25" fmla="*/ 579103 w 609586"/>
              <a:gd name="connsiteY25" fmla="*/ 167626 h 457115"/>
              <a:gd name="connsiteX26" fmla="*/ 563862 w 609586"/>
              <a:gd name="connsiteY26" fmla="*/ 152389 h 457115"/>
              <a:gd name="connsiteX27" fmla="*/ 441930 w 609586"/>
              <a:gd name="connsiteY27" fmla="*/ 121917 h 457115"/>
              <a:gd name="connsiteX28" fmla="*/ 563862 w 609586"/>
              <a:gd name="connsiteY28" fmla="*/ 121917 h 457115"/>
              <a:gd name="connsiteX29" fmla="*/ 609586 w 609586"/>
              <a:gd name="connsiteY29" fmla="*/ 167626 h 457115"/>
              <a:gd name="connsiteX30" fmla="*/ 609586 w 609586"/>
              <a:gd name="connsiteY30" fmla="*/ 411406 h 457115"/>
              <a:gd name="connsiteX31" fmla="*/ 563862 w 609586"/>
              <a:gd name="connsiteY31" fmla="*/ 457115 h 457115"/>
              <a:gd name="connsiteX32" fmla="*/ 441930 w 609586"/>
              <a:gd name="connsiteY32" fmla="*/ 457115 h 457115"/>
              <a:gd name="connsiteX33" fmla="*/ 396206 w 609586"/>
              <a:gd name="connsiteY33" fmla="*/ 411406 h 457115"/>
              <a:gd name="connsiteX34" fmla="*/ 396206 w 609586"/>
              <a:gd name="connsiteY34" fmla="*/ 167626 h 457115"/>
              <a:gd name="connsiteX35" fmla="*/ 441930 w 609586"/>
              <a:gd name="connsiteY35" fmla="*/ 121917 h 457115"/>
              <a:gd name="connsiteX36" fmla="*/ 106668 w 609586"/>
              <a:gd name="connsiteY36" fmla="*/ 0 h 457115"/>
              <a:gd name="connsiteX37" fmla="*/ 502863 w 609586"/>
              <a:gd name="connsiteY37" fmla="*/ 0 h 457115"/>
              <a:gd name="connsiteX38" fmla="*/ 548578 w 609586"/>
              <a:gd name="connsiteY38" fmla="*/ 45711 h 457115"/>
              <a:gd name="connsiteX39" fmla="*/ 548578 w 609586"/>
              <a:gd name="connsiteY39" fmla="*/ 76186 h 457115"/>
              <a:gd name="connsiteX40" fmla="*/ 533340 w 609586"/>
              <a:gd name="connsiteY40" fmla="*/ 91423 h 457115"/>
              <a:gd name="connsiteX41" fmla="*/ 518102 w 609586"/>
              <a:gd name="connsiteY41" fmla="*/ 76186 h 457115"/>
              <a:gd name="connsiteX42" fmla="*/ 518102 w 609586"/>
              <a:gd name="connsiteY42" fmla="*/ 45711 h 457115"/>
              <a:gd name="connsiteX43" fmla="*/ 502863 w 609586"/>
              <a:gd name="connsiteY43" fmla="*/ 30474 h 457115"/>
              <a:gd name="connsiteX44" fmla="*/ 106668 w 609586"/>
              <a:gd name="connsiteY44" fmla="*/ 30474 h 457115"/>
              <a:gd name="connsiteX45" fmla="*/ 91430 w 609586"/>
              <a:gd name="connsiteY45" fmla="*/ 45711 h 457115"/>
              <a:gd name="connsiteX46" fmla="*/ 91430 w 609586"/>
              <a:gd name="connsiteY46" fmla="*/ 289506 h 457115"/>
              <a:gd name="connsiteX47" fmla="*/ 106668 w 609586"/>
              <a:gd name="connsiteY47" fmla="*/ 304743 h 457115"/>
              <a:gd name="connsiteX48" fmla="*/ 350480 w 609586"/>
              <a:gd name="connsiteY48" fmla="*/ 304743 h 457115"/>
              <a:gd name="connsiteX49" fmla="*/ 365719 w 609586"/>
              <a:gd name="connsiteY49" fmla="*/ 319980 h 457115"/>
              <a:gd name="connsiteX50" fmla="*/ 350480 w 609586"/>
              <a:gd name="connsiteY50" fmla="*/ 335217 h 457115"/>
              <a:gd name="connsiteX51" fmla="*/ 106668 w 609586"/>
              <a:gd name="connsiteY51" fmla="*/ 335217 h 457115"/>
              <a:gd name="connsiteX52" fmla="*/ 60953 w 609586"/>
              <a:gd name="connsiteY52" fmla="*/ 289506 h 457115"/>
              <a:gd name="connsiteX53" fmla="*/ 60953 w 609586"/>
              <a:gd name="connsiteY53" fmla="*/ 45711 h 457115"/>
              <a:gd name="connsiteX54" fmla="*/ 106668 w 609586"/>
              <a:gd name="connsiteY54" fmla="*/ 0 h 457115"/>
            </a:gdLst>
            <a:rect l="l" t="t" r="r" b="b"/>
            <a:pathLst>
              <a:path w="609586" h="457115">
                <a:moveTo>
                  <a:pt x="502847" y="365700"/>
                </a:moveTo>
                <a:cubicBezTo>
                  <a:pt x="511271" y="365652"/>
                  <a:pt x="518124" y="372505"/>
                  <a:pt x="518077" y="380929"/>
                </a:cubicBezTo>
                <a:cubicBezTo>
                  <a:pt x="518124" y="389353"/>
                  <a:pt x="511271" y="396206"/>
                  <a:pt x="502847" y="396159"/>
                </a:cubicBezTo>
                <a:cubicBezTo>
                  <a:pt x="494423" y="396206"/>
                  <a:pt x="487570" y="389353"/>
                  <a:pt x="487618" y="380929"/>
                </a:cubicBezTo>
                <a:cubicBezTo>
                  <a:pt x="487570" y="372505"/>
                  <a:pt x="494423" y="365652"/>
                  <a:pt x="502847" y="365700"/>
                </a:cubicBezTo>
                <a:close/>
                <a:moveTo>
                  <a:pt x="15238" y="365692"/>
                </a:moveTo>
                <a:lnTo>
                  <a:pt x="350480" y="365692"/>
                </a:lnTo>
                <a:cubicBezTo>
                  <a:pt x="358909" y="365692"/>
                  <a:pt x="365719" y="372501"/>
                  <a:pt x="365719" y="380929"/>
                </a:cubicBezTo>
                <a:cubicBezTo>
                  <a:pt x="365719" y="389357"/>
                  <a:pt x="358909" y="396167"/>
                  <a:pt x="350480" y="396167"/>
                </a:cubicBezTo>
                <a:lnTo>
                  <a:pt x="30476" y="396167"/>
                </a:lnTo>
                <a:lnTo>
                  <a:pt x="30476" y="411404"/>
                </a:lnTo>
                <a:cubicBezTo>
                  <a:pt x="30476" y="419832"/>
                  <a:pt x="37286" y="426641"/>
                  <a:pt x="45715" y="426641"/>
                </a:cubicBezTo>
                <a:lnTo>
                  <a:pt x="350480" y="426641"/>
                </a:lnTo>
                <a:cubicBezTo>
                  <a:pt x="358909" y="426641"/>
                  <a:pt x="365719" y="433450"/>
                  <a:pt x="365719" y="441878"/>
                </a:cubicBezTo>
                <a:cubicBezTo>
                  <a:pt x="365719" y="450306"/>
                  <a:pt x="358909" y="457115"/>
                  <a:pt x="350480" y="457115"/>
                </a:cubicBezTo>
                <a:lnTo>
                  <a:pt x="45715" y="457115"/>
                </a:lnTo>
                <a:cubicBezTo>
                  <a:pt x="20524" y="457115"/>
                  <a:pt x="0" y="436593"/>
                  <a:pt x="0" y="411404"/>
                </a:cubicBezTo>
                <a:lnTo>
                  <a:pt x="0" y="380929"/>
                </a:lnTo>
                <a:cubicBezTo>
                  <a:pt x="0" y="372501"/>
                  <a:pt x="6809" y="365692"/>
                  <a:pt x="15238" y="365692"/>
                </a:cubicBezTo>
                <a:close/>
                <a:moveTo>
                  <a:pt x="441930" y="152389"/>
                </a:moveTo>
                <a:cubicBezTo>
                  <a:pt x="433500" y="152389"/>
                  <a:pt x="426689" y="159198"/>
                  <a:pt x="426689" y="167626"/>
                </a:cubicBezTo>
                <a:lnTo>
                  <a:pt x="426689" y="411406"/>
                </a:lnTo>
                <a:cubicBezTo>
                  <a:pt x="426689" y="419834"/>
                  <a:pt x="433500" y="426643"/>
                  <a:pt x="441930" y="426643"/>
                </a:cubicBezTo>
                <a:lnTo>
                  <a:pt x="563862" y="426643"/>
                </a:lnTo>
                <a:cubicBezTo>
                  <a:pt x="572292" y="426643"/>
                  <a:pt x="579103" y="419834"/>
                  <a:pt x="579103" y="411406"/>
                </a:cubicBezTo>
                <a:lnTo>
                  <a:pt x="579103" y="167626"/>
                </a:lnTo>
                <a:cubicBezTo>
                  <a:pt x="579103" y="159198"/>
                  <a:pt x="572292" y="152389"/>
                  <a:pt x="563862" y="152389"/>
                </a:cubicBezTo>
                <a:close/>
                <a:moveTo>
                  <a:pt x="441930" y="121917"/>
                </a:moveTo>
                <a:lnTo>
                  <a:pt x="563862" y="121917"/>
                </a:lnTo>
                <a:cubicBezTo>
                  <a:pt x="589058" y="121917"/>
                  <a:pt x="609586" y="142438"/>
                  <a:pt x="609586" y="167626"/>
                </a:cubicBezTo>
                <a:lnTo>
                  <a:pt x="609586" y="411406"/>
                </a:lnTo>
                <a:cubicBezTo>
                  <a:pt x="609586" y="436594"/>
                  <a:pt x="589058" y="457115"/>
                  <a:pt x="563862" y="457115"/>
                </a:cubicBezTo>
                <a:lnTo>
                  <a:pt x="441930" y="457115"/>
                </a:lnTo>
                <a:cubicBezTo>
                  <a:pt x="416734" y="457115"/>
                  <a:pt x="396206" y="436594"/>
                  <a:pt x="396206" y="411406"/>
                </a:cubicBezTo>
                <a:lnTo>
                  <a:pt x="396206" y="167626"/>
                </a:lnTo>
                <a:cubicBezTo>
                  <a:pt x="396206" y="142438"/>
                  <a:pt x="416734" y="121917"/>
                  <a:pt x="441930" y="121917"/>
                </a:cubicBezTo>
                <a:close/>
                <a:moveTo>
                  <a:pt x="106668" y="0"/>
                </a:moveTo>
                <a:lnTo>
                  <a:pt x="502863" y="0"/>
                </a:lnTo>
                <a:cubicBezTo>
                  <a:pt x="528054" y="0"/>
                  <a:pt x="548578" y="20522"/>
                  <a:pt x="548578" y="45711"/>
                </a:cubicBezTo>
                <a:lnTo>
                  <a:pt x="548578" y="76186"/>
                </a:lnTo>
                <a:cubicBezTo>
                  <a:pt x="548578" y="84614"/>
                  <a:pt x="541769" y="91423"/>
                  <a:pt x="533340" y="91423"/>
                </a:cubicBezTo>
                <a:cubicBezTo>
                  <a:pt x="524911" y="91423"/>
                  <a:pt x="518102" y="84614"/>
                  <a:pt x="518102" y="76186"/>
                </a:cubicBezTo>
                <a:lnTo>
                  <a:pt x="518102" y="45711"/>
                </a:lnTo>
                <a:cubicBezTo>
                  <a:pt x="518102" y="37283"/>
                  <a:pt x="511292" y="30474"/>
                  <a:pt x="502863" y="30474"/>
                </a:cubicBezTo>
                <a:lnTo>
                  <a:pt x="106668" y="30474"/>
                </a:lnTo>
                <a:cubicBezTo>
                  <a:pt x="98239" y="30474"/>
                  <a:pt x="91430" y="37283"/>
                  <a:pt x="91430" y="45711"/>
                </a:cubicBezTo>
                <a:lnTo>
                  <a:pt x="91430" y="289506"/>
                </a:lnTo>
                <a:cubicBezTo>
                  <a:pt x="91430" y="297934"/>
                  <a:pt x="98239" y="304743"/>
                  <a:pt x="106668" y="304743"/>
                </a:cubicBezTo>
                <a:lnTo>
                  <a:pt x="350480" y="304743"/>
                </a:lnTo>
                <a:cubicBezTo>
                  <a:pt x="358909" y="304743"/>
                  <a:pt x="365719" y="311552"/>
                  <a:pt x="365719" y="319980"/>
                </a:cubicBezTo>
                <a:cubicBezTo>
                  <a:pt x="365719" y="328408"/>
                  <a:pt x="358909" y="335217"/>
                  <a:pt x="350480" y="335217"/>
                </a:cubicBezTo>
                <a:lnTo>
                  <a:pt x="106668" y="335217"/>
                </a:lnTo>
                <a:cubicBezTo>
                  <a:pt x="81477" y="335217"/>
                  <a:pt x="60953" y="314695"/>
                  <a:pt x="60953" y="289506"/>
                </a:cubicBezTo>
                <a:lnTo>
                  <a:pt x="60953" y="45711"/>
                </a:lnTo>
                <a:cubicBezTo>
                  <a:pt x="60953" y="20522"/>
                  <a:pt x="81477" y="0"/>
                  <a:pt x="1066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f566e3ae940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371" y="1704094"/>
            <a:ext cx="5715000" cy="3800475"/>
          </a:xfrm>
          <a:prstGeom xmlns:a="http://schemas.openxmlformats.org/drawingml/2006/main" prst="rect">
            <a:avLst/>
          </a:prstGeom>
        </p:spPr>
      </p:pic>
      <p:pic>
        <p:nvPicPr>
          <p:cNvPr id="5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21a1b5bd345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1750" y="4399235"/>
            <a:ext cx="2315727" cy="1554893"/>
          </a:xfrm>
          <a:prstGeom xmlns:a="http://schemas.openxmlformats.org/drawingml/2006/main" prst="rect">
            <a:avLst/>
          </a:prstGeom>
        </p:spPr>
      </p:pic>
      <p:pic>
        <p:nvPicPr>
          <p:cNvPr id="5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21a1b5bd345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3096" y="4399235"/>
            <a:ext cx="2315727" cy="15548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581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owerpoint template design by DAJU_PPT正版来源小红书大橘PPT微信DAJU_PPT请勿抄袭搬运！盗版必究！-6">
            <a:extLst xmlns:a="http://schemas.openxmlformats.org/drawingml/2006/main">
              <a:ext uri="{FF2B5EF4-FFF2-40B4-BE49-F238E27FC236}">
                <a16:creationId xmlns:a16="http://schemas.microsoft.com/office/drawing/2014/main" id="{3D55D81B-6F08-420C-8D57-B9AE161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14" y="1894450"/>
            <a:ext cx="3496302" cy="26768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325F3B1A-9217-4466-A18C-86856BADEC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580708" y="537477"/>
            <a:ext cx="6012872" cy="405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志愿服务工作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6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DE78BC0D-0F9B-4EBB-8D85-B6C4B4FA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725" y="4873210"/>
            <a:ext cx="11028550" cy="386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60960" tIns="30480" rIns="60960" bIns="3048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1450975">
              <a:lnSpc>
                <a:spcPct val="130000"/>
              </a:lnSpc>
              <a:buNone/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除此，还参加了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XXXX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大学</a:t>
            </a: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校庆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志愿者、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XX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区</a:t>
            </a: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残联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志愿者等，志愿时长超过</a:t>
            </a: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XXXh</a:t>
            </a:r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.</a:t>
            </a:r>
            <a:endParaRPr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7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B0F0C791-F377-493D-8ED1-A58C51F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774" y="1886234"/>
            <a:ext cx="3496302" cy="26768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powerpoint template design by DAJU_PPT正版来源小红书大橘PPT微信DAJU_PPT请勿抄袭搬运！盗版必究！-5">
            <a:extLst xmlns:a="http://schemas.openxmlformats.org/drawingml/2006/main">
              <a:ext uri="{FF2B5EF4-FFF2-40B4-BE49-F238E27FC236}">
                <a16:creationId xmlns:a16="http://schemas.microsoft.com/office/drawing/2014/main" id="{5EB6806F-BCED-46D5-9180-12432B9A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50" y="4056662"/>
            <a:ext cx="2164214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chemeClr val="bg1"/>
                </a:solidFill>
              </a:rPr>
              <a:t>美丽中国支教项目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57" name="powerpoint template design by DAJU_PPT正版来源小红书大橘PPT微信DAJU_PPT请勿抄袭搬运！盗版必究！-6">
            <a:extLst xmlns:a="http://schemas.openxmlformats.org/drawingml/2006/main">
              <a:ext uri="{FF2B5EF4-FFF2-40B4-BE49-F238E27FC236}">
                <a16:creationId xmlns:a16="http://schemas.microsoft.com/office/drawing/2014/main" id="{22DA51C5-E369-4E6C-9B7D-14DA7CFA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898" y="1884536"/>
            <a:ext cx="3496302" cy="26768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powerpoint template design by DAJU_PPT正版来源小红书大橘PPT微信DAJU_PPT请勿抄袭搬运！盗版必究！-8">
            <a:extLst xmlns:a="http://schemas.openxmlformats.org/drawingml/2006/main">
              <a:ext uri="{FF2B5EF4-FFF2-40B4-BE49-F238E27FC236}">
                <a16:creationId xmlns:a16="http://schemas.microsoft.com/office/drawing/2014/main" id="{5DC87E73-69F6-4D37-9F1A-BA02D04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9538" y="3435787"/>
            <a:ext cx="3003433" cy="3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60960" tIns="30480" rIns="60960" bIns="3048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defTabSz="685800">
              <a:lnSpc>
                <a:spcPct val="130000"/>
              </a:lnSpc>
              <a:buNone/>
            </a:pPr>
            <a:endParaRPr sz="1600" kern="0"/>
          </a:p>
        </p:txBody>
      </p:sp>
      <p:sp>
        <p:nvSpPr>
          <p:cNvPr id="60" name="powerpoint template design by DAJU_PPT正版来源小红书大橘PPT微信DAJU_PPT请勿抄袭搬运！盗版必究！-9">
            <a:extLst xmlns:a="http://schemas.openxmlformats.org/drawingml/2006/main">
              <a:ext uri="{FF2B5EF4-FFF2-40B4-BE49-F238E27FC236}">
                <a16:creationId xmlns:a16="http://schemas.microsoft.com/office/drawing/2014/main" id="{E90EF9B2-7DA0-4203-96A2-F880603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6755" y="4044070"/>
            <a:ext cx="1830818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chemeClr val="bg1"/>
                </a:solidFill>
              </a:rPr>
              <a:t>无偿献血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7" name="powerpoint template design by DAJU_PPT正版来源小红书大橘PPT微信DAJU_PPT请勿抄袭搬运！盗版必究！-5">
            <a:extLst xmlns:a="http://schemas.openxmlformats.org/drawingml/2006/main">
              <a:ext uri="{FF2B5EF4-FFF2-40B4-BE49-F238E27FC236}">
                <a16:creationId xmlns:a16="http://schemas.microsoft.com/office/drawing/2014/main" id="{3883B6AC-08DF-4494-B389-FA8967B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748" y="3988073"/>
            <a:ext cx="3204931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chemeClr val="bg1"/>
                </a:solidFill>
              </a:rPr>
              <a:t>组织班级同学共同参加</a:t>
            </a:r>
            <a:r>
              <a:rPr b="1">
                <a:solidFill>
                  <a:schemeClr val="bg1"/>
                </a:solidFill>
              </a:rPr>
              <a:t>“</a:t>
            </a:r>
            <a:r>
              <a:rPr b="1">
                <a:solidFill>
                  <a:schemeClr val="bg1"/>
                </a:solidFill>
              </a:rPr>
              <a:t>重马</a:t>
            </a:r>
            <a:r>
              <a:rPr b="1">
                <a:solidFill>
                  <a:schemeClr val="bg1"/>
                </a:solidFill>
              </a:rPr>
              <a:t>”</a:t>
            </a:r>
            <a:r>
              <a:rPr b="1">
                <a:solidFill>
                  <a:schemeClr val="bg1"/>
                </a:solidFill>
              </a:rPr>
              <a:t>志愿者</a:t>
            </a:r>
            <a:endParaRPr b="1">
              <a:solidFill>
                <a:schemeClr val="bg1"/>
              </a:solidFill>
            </a:endParaRPr>
          </a:p>
        </p:txBody>
      </p:sp>
      <p:pic>
        <p:nvPicPr>
          <p:cNvPr id="7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fb747113b342a9"/>
          <a:srcRect xmlns:a="http://schemas.openxmlformats.org/drawingml/2006/main" l="1231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774" y="1920755"/>
            <a:ext cx="3180490" cy="2093846"/>
          </a:xfrm>
          <a:prstGeom xmlns:a="http://schemas.openxmlformats.org/drawingml/2006/main" prst="rect">
            <a:avLst/>
          </a:prstGeom>
        </p:spPr>
      </p:pic>
      <p:pic>
        <p:nvPicPr>
          <p:cNvPr id="7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fb747113b342a9"/>
          <a:srcRect xmlns:a="http://schemas.openxmlformats.org/drawingml/2006/main" l="1231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8924" y="1911553"/>
            <a:ext cx="3180490" cy="2093846"/>
          </a:xfrm>
          <a:prstGeom xmlns:a="http://schemas.openxmlformats.org/drawingml/2006/main" prst="rect">
            <a:avLst/>
          </a:prstGeom>
        </p:spPr>
      </p:pic>
      <p:pic>
        <p:nvPicPr>
          <p:cNvPr id="75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fb747113b342a9"/>
          <a:srcRect xmlns:a="http://schemas.openxmlformats.org/drawingml/2006/main" l="1231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311" y="1902325"/>
            <a:ext cx="3180490" cy="2093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owerpoint template design by DAJU_PPT正版来源小红书大橘PPT微信DAJU_PPT请勿抄袭搬运！盗版必究！-1">
            <a:extLst xmlns:a="http://schemas.openxmlformats.org/drawingml/2006/main">
              <a:ext uri="{FF2B5EF4-FFF2-40B4-BE49-F238E27FC236}">
                <a16:creationId xmlns:a16="http://schemas.microsoft.com/office/drawing/2014/main" id="{ADF58927-8C8D-4DC1-B597-E845E83D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24280" cy="1224280"/>
          </a:xfrm>
          <a:custGeom xmlns:a="http://schemas.openxmlformats.org/drawingml/2006/main"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powerpoint template design by DAJU_PPT正版来源小红书大橘PPT微信DAJU_PPT请勿抄袭搬运！盗版必究！-2">
            <a:extLst xmlns:a="http://schemas.openxmlformats.org/drawingml/2006/main">
              <a:ext uri="{FF2B5EF4-FFF2-40B4-BE49-F238E27FC236}">
                <a16:creationId xmlns:a16="http://schemas.microsoft.com/office/drawing/2014/main" id="{AD6C5685-0AA6-412C-AD36-71D6B43D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967720" y="0"/>
            <a:ext cx="1224280" cy="1224280"/>
          </a:xfrm>
          <a:custGeom xmlns:a="http://schemas.openxmlformats.org/drawingml/2006/main"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powerpoint template design by DAJU_PPT正版来源小红书大橘PPT微信DAJU_PPT请勿抄袭搬运！盗版必究！-3">
            <a:extLst xmlns:a="http://schemas.openxmlformats.org/drawingml/2006/main">
              <a:ext uri="{FF2B5EF4-FFF2-40B4-BE49-F238E27FC236}">
                <a16:creationId xmlns:a16="http://schemas.microsoft.com/office/drawing/2014/main" id="{5D11EF22-1214-45D1-B0DB-8F88DCF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0" y="5633720"/>
            <a:ext cx="1224280" cy="1224280"/>
          </a:xfrm>
          <a:custGeom xmlns:a="http://schemas.openxmlformats.org/drawingml/2006/main"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powerpoint template design by DAJU_PPT正版来源小红书大橘PPT微信DAJU_PPT请勿抄袭搬运！盗版必究！-4">
            <a:extLst xmlns:a="http://schemas.openxmlformats.org/drawingml/2006/main">
              <a:ext uri="{FF2B5EF4-FFF2-40B4-BE49-F238E27FC236}">
                <a16:creationId xmlns:a16="http://schemas.microsoft.com/office/drawing/2014/main" id="{3007F5E6-6ED7-4DDC-83EA-5F57778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967720" y="5633720"/>
            <a:ext cx="1224280" cy="1224280"/>
          </a:xfrm>
          <a:custGeom xmlns:a="http://schemas.openxmlformats.org/drawingml/2006/main">
            <a:gdLst>
              <a:gd name="connsiteX0" fmla="*/ 0 w 1224280"/>
              <a:gd name="connsiteY0" fmla="*/ 0 h 1224280"/>
              <a:gd name="connsiteX1" fmla="*/ 1224280 w 1224280"/>
              <a:gd name="connsiteY1" fmla="*/ 0 h 1224280"/>
              <a:gd name="connsiteX2" fmla="*/ 0 w 1224280"/>
              <a:gd name="connsiteY2" fmla="*/ 1224280 h 1224280"/>
            </a:gdLst>
            <a:rect l="l" t="t" r="r" b="b"/>
            <a:pathLst>
              <a:path w="1224280" h="1224280">
                <a:moveTo>
                  <a:pt x="0" y="0"/>
                </a:moveTo>
                <a:lnTo>
                  <a:pt x="1224280" y="0"/>
                </a:lnTo>
                <a:cubicBezTo>
                  <a:pt x="1224280" y="676151"/>
                  <a:pt x="676151" y="1224280"/>
                  <a:pt x="0" y="122428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powerpoint template design by DAJU_PPT正版来源小红书大橘PPT微信DAJU_PPT请勿抄袭搬运！盗版必究！-5">
            <a:extLst xmlns:a="http://schemas.openxmlformats.org/drawingml/2006/main">
              <a:ext uri="{FF2B5EF4-FFF2-40B4-BE49-F238E27FC236}">
                <a16:creationId xmlns:a16="http://schemas.microsoft.com/office/drawing/2014/main" id="{60391FC5-1843-42CD-A7C0-B95D8F19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3360" y="205740"/>
            <a:ext cx="11765280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228600" sx="98000" sy="98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powerpoint template design by DAJU_PPT正版来源小红书大橘PPT微信DAJU_PPT请勿抄袭搬运！盗版必究！-6">
            <a:extLst xmlns:a="http://schemas.openxmlformats.org/drawingml/2006/main">
              <a:ext uri="{FF2B5EF4-FFF2-40B4-BE49-F238E27FC236}">
                <a16:creationId xmlns:a16="http://schemas.microsoft.com/office/drawing/2014/main" id="{64C6515D-B0E9-4CB1-96B0-F8439639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960" y="304800"/>
            <a:ext cx="11562080" cy="6248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solidFill>
              <a:schemeClr val="accent1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powerpoint template design by DAJU_PPT正版来源小红书大橘PPT微信DAJU_PPT请勿抄袭搬运！盗版必究！">
            <a:extLst xmlns:a="http://schemas.openxmlformats.org/drawingml/2006/main">
              <a:ext uri="{FF2B5EF4-FFF2-40B4-BE49-F238E27FC236}">
                <a16:creationId xmlns:a16="http://schemas.microsoft.com/office/drawing/2014/main" id="{274DFFF1-C944-4F56-8005-120AE627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39" y="3134976"/>
            <a:ext cx="864852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0" b="1" spc="600">
                <a:solidFill>
                  <a:schemeClr val="accent1"/>
                </a:solidFill>
              </a:rPr>
              <a:t>恳请各位导师批评指导</a:t>
            </a:r>
            <a:endParaRPr sz="6000" b="1" spc="600">
              <a:solidFill>
                <a:schemeClr val="accent1"/>
              </a:solidFill>
            </a:endParaRPr>
          </a:p>
        </p:txBody>
      </p:sp>
      <p:pic>
        <p:nvPicPr>
          <p:cNvPr id="6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b5b6592b44c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0543" y="979814"/>
            <a:ext cx="1870911" cy="1809670"/>
          </a:xfrm>
          <a:prstGeom xmlns:a="http://schemas.openxmlformats.org/drawingml/2006/main" prst="rect">
            <a:avLst/>
          </a:prstGeom>
        </p:spPr>
      </p:pic>
      <p:sp>
        <p:nvSpPr>
          <p:cNvPr id="4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555E153-DAD7-497A-A7C0-37252DC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0850" y="4930685"/>
            <a:ext cx="39193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汇报人：大熊猫</a:t>
            </a:r>
            <a:endParaRPr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4784"/>
      </p:ext>
    </p:extLst>
  </p:cSld>
</p:sld>
</file>

<file path=ppt/theme/theme1.xml><?xml version="1.0" encoding="utf-8"?>
<a:theme xmlns:a="http://schemas.openxmlformats.org/drawingml/2006/main" name="Office Theme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73AE"/>
      </a:accent1>
      <a:accent2>
        <a:srgbClr val="0A73AE"/>
      </a:accent2>
      <a:accent3>
        <a:srgbClr val="0A73AE"/>
      </a:accent3>
      <a:accent4>
        <a:srgbClr val="0A73AE"/>
      </a:accent4>
      <a:accent5>
        <a:srgbClr val="0A73AE"/>
      </a:accent5>
      <a:accent6>
        <a:srgbClr val="70AD47"/>
      </a:accent6>
      <a:hlink>
        <a:srgbClr val="0563C1"/>
      </a:hlink>
      <a:folHlink>
        <a:srgbClr val="954F72"/>
      </a:folHlink>
    </a:clrScheme>
    <a:fontScheme name="mmhun25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2026-09-07T14:27:26.9780000Z</dcterms:created>
  <dcterms:modified xsi:type="dcterms:W3CDTF">2026-09-07T14:27:26.9780000Z</dcterms:modified>
</coreProperties>
</file>