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2ea8e777e4f20" /><Relationship Type="http://schemas.openxmlformats.org/officeDocument/2006/relationships/extended-properties" Target="/docProps/app.xml" Id="R58a0993cfbae4ca3" /><Relationship Type="http://schemas.openxmlformats.org/officeDocument/2006/relationships/officeDocument" Target="/ppt/presentation.xml" Id="R43882f95798c47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da8f91ee34408"/>
  </p:sldMasterIdLst>
  <p:notesMasterIdLst>
    <p:notesMasterId xmlns:r="http://schemas.openxmlformats.org/officeDocument/2006/relationships" r:id="Raa731d58007443a2"/>
  </p:notesMasterIdLst>
  <p:sldIdLst>
    <p:sldId xmlns:r="http://schemas.openxmlformats.org/officeDocument/2006/relationships" id="256" r:id="Rb195779c0be84a6a"/>
    <p:sldId xmlns:r="http://schemas.openxmlformats.org/officeDocument/2006/relationships" id="257" r:id="Ra9ff0397ba084491"/>
    <p:sldId xmlns:r="http://schemas.openxmlformats.org/officeDocument/2006/relationships" id="258" r:id="R6623df9c626341d1"/>
    <p:sldId xmlns:r="http://schemas.openxmlformats.org/officeDocument/2006/relationships" id="259" r:id="R9737af8e12504a93"/>
    <p:sldId xmlns:r="http://schemas.openxmlformats.org/officeDocument/2006/relationships" id="260" r:id="Rb97a7e0a3cc844aa"/>
    <p:sldId xmlns:r="http://schemas.openxmlformats.org/officeDocument/2006/relationships" id="261" r:id="R91ae6d75acd24c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bdbb93ddf43a6" /><Relationship Type="http://schemas.openxmlformats.org/officeDocument/2006/relationships/slideMaster" Target="/ppt/slideMasters/slideMaster1.xml" Id="R2fbda8f91ee34408" /><Relationship Type="http://schemas.openxmlformats.org/officeDocument/2006/relationships/notesMaster" Target="/ppt/notesMasters/notesMaster1.xml" Id="Raa731d58007443a2" /><Relationship Type="http://schemas.openxmlformats.org/officeDocument/2006/relationships/presProps" Target="/ppt/presProps.xml" Id="R691910fa8f23468c" /><Relationship Type="http://schemas.openxmlformats.org/officeDocument/2006/relationships/viewProps" Target="/ppt/viewProps.xml" Id="Rc2e30c522b894f21" /><Relationship Type="http://schemas.openxmlformats.org/officeDocument/2006/relationships/tableStyles" Target="/ppt/tableStyles.xml" Id="R74c3bd5d552640d2" /><Relationship Type="http://schemas.openxmlformats.org/officeDocument/2006/relationships/slide" Target="/ppt/slides/slide1.xml" Id="Rb195779c0be84a6a" /><Relationship Type="http://schemas.openxmlformats.org/officeDocument/2006/relationships/slide" Target="/ppt/slides/slide2.xml" Id="Ra9ff0397ba084491" /><Relationship Type="http://schemas.openxmlformats.org/officeDocument/2006/relationships/slide" Target="/ppt/slides/slide3.xml" Id="R6623df9c626341d1" /><Relationship Type="http://schemas.openxmlformats.org/officeDocument/2006/relationships/slide" Target="/ppt/slides/slide4.xml" Id="R9737af8e12504a93" /><Relationship Type="http://schemas.openxmlformats.org/officeDocument/2006/relationships/slide" Target="/ppt/slides/slide5.xml" Id="Rb97a7e0a3cc844aa" /><Relationship Type="http://schemas.openxmlformats.org/officeDocument/2006/relationships/slide" Target="/ppt/slides/slide6.xml" Id="R91ae6d75acd24c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51a6075c2e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店铺-蓝金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4A70"/>
      </a:accent1>
      <a:accent2>
        <a:srgbClr val="EFC475"/>
      </a:accent2>
      <a:accent3>
        <a:srgbClr val="1CC78F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店铺-蓝金绿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0e5922f31946f4" /><Relationship Type="http://schemas.openxmlformats.org/officeDocument/2006/relationships/notesMaster" Target="/ppt/notesMasters/notesMaster1.xml" Id="Rf676263ce72242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72060fc22a403f" /><Relationship Type="http://schemas.openxmlformats.org/officeDocument/2006/relationships/notesMaster" Target="/ppt/notesMasters/notesMaster1.xml" Id="R0a078f9ba2ce45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f5e4d1738340b9" /><Relationship Type="http://schemas.openxmlformats.org/officeDocument/2006/relationships/notesMaster" Target="/ppt/notesMasters/notesMaster1.xml" Id="R6be823ef8f6b44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bbdd97acf46c0" /><Relationship Type="http://schemas.openxmlformats.org/officeDocument/2006/relationships/notesMaster" Target="/ppt/notesMasters/notesMaster1.xml" Id="R865647ff673b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fbaa5dc0b849ca" /><Relationship Type="http://schemas.openxmlformats.org/officeDocument/2006/relationships/notesMaster" Target="/ppt/notesMasters/notesMaster1.xml" Id="R187f442090e64c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49d98c1842489b" /><Relationship Type="http://schemas.openxmlformats.org/officeDocument/2006/relationships/notesMaster" Target="/ppt/notesMasters/notesMaster1.xml" Id="R5d3dfb1d6ffe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d3230e63e41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0346e012d4c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25097adb343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30ffdf64e4c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8261d438e40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02c25f56a40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379b188ad4c9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942c2c9e247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79426963f42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36bd1153f4da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1419f5f714f7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7D0BA5C-2B68-CC30-4A1D-F5CF5184B54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42B548F-8237-67C2-FF50-0B6D0C5D25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E16E7A5-00B4-CBE8-CC12-B7C3393030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14D395-D2FA-C5BE-420F-0A65709A86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C411E5-4E93-6C9F-4520-6A747DB5E4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E8641A-F993-2072-A52D-4AB286507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92896F8-04E2-4DAC-4515-964D1058CC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ADFA6F8-F629-58BD-2CEB-073979D136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794BF5C-BAFC-540F-0821-9B206257D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7094C6-0EDB-9917-264C-769186121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8E50E-535E-CADB-4E0C-36BB2DFEC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880A809-664F-BC4F-995B-223035E0DF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24E4B67-B868-1D98-A7AC-A9E13B47D1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E0CD5-7804-9C15-CC85-20FCC92B4A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732976-80FA-F4B1-9998-F1057CAA4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AC2B0F-3435-184B-5346-5A0BB8F65D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03B4DDF-3AAE-A8C5-7F90-15564B216B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9BBC862-D143-3ECB-373C-97645266BB1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90EE68E-0710-A3F1-CF79-5D76A82DD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4BC3695-5CC6-4643-FE2D-7A9F23C3F0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54C9F20-F1C9-2533-8D85-1587E3C520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B9A703-7F16-9F9C-95C9-4CEC853DCA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A409ED7-3293-D4BF-3B17-55A576541E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2436CC4-3883-5FA2-F81E-14E971906A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032E36E-EFD5-C37E-2F3F-DFA1607C217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7082D43-4CAE-8FE0-8135-F0B73927015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DA2DDDD-919F-4C5B-133E-BCC6106044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A4B824E-0905-9BB4-B424-1678B5F70A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01DCA8A-54B1-ADAC-0B5A-B098194FC2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4E34D7-5D18-A469-6F52-1CC464A89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8E79CB7-1020-CD78-9729-3524E609C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51354E8-5674-E092-344D-E6F374EE3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CDCF003-6618-B85B-23EE-79F100234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0D0A35B-2EA9-B2DF-1250-E41293F5EF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4F3BADE-2B18-C595-932B-704D12FDA8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FD15729-6981-6FD1-59AE-0A4B6F4FAD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62DC98-9D01-7AC5-4574-BADEDE089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3A21AC0-F875-C57A-B1DB-E8345F3C0A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75A9D46-4D2E-CEE9-B713-BF9F97CA3C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4FD9437-586D-394C-42F2-5B946B4336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E30EBB0-7D65-91DF-892C-E0147E3AC3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BBC8272-A6E5-28B1-F7A7-1A863DC418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720E68-499C-F063-0FD5-F25516AB9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6BAB9A8-2B77-7EB7-AB93-AF798AEDAC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7D0E05B-452B-225F-83C9-F7FA944CA4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5039D98-091C-6813-2B96-08A4404F97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3D8D635-D957-D12B-F092-1255969208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AD371E-8D8B-0F0B-79E6-E2AC96FCD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6BCE70-143D-2B13-8A8B-7293A7CC3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402B55E-0738-2630-AA49-26DE28FD4F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5DC2A86-FCAB-9E84-2899-321AAD19C3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EAD1FCF-6AD1-CA80-A452-066A45A58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5E6E41-DE86-D66F-02F3-E88501BA98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195A0AE-4364-8059-8D34-A496AEC57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7775E0B-1CE8-5413-C2E8-ACC2D60FD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AFB811-0D17-20A2-2A9B-A05C314208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8A96D8-6654-6BBD-0938-FB64F0CBA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B5FA3D-3032-61B4-B591-64A5177AA4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c2f78bfeb42d5" /><Relationship Type="http://schemas.openxmlformats.org/officeDocument/2006/relationships/slideLayout" Target="/ppt/slideLayouts/slideLayout1.xml" Id="Rb446dc5aae2b4ccd" /><Relationship Type="http://schemas.openxmlformats.org/officeDocument/2006/relationships/slideLayout" Target="/ppt/slideLayouts/slideLayout2.xml" Id="R590909b1a47d421b" /><Relationship Type="http://schemas.openxmlformats.org/officeDocument/2006/relationships/slideLayout" Target="/ppt/slideLayouts/slideLayout3.xml" Id="R356a0d1f805644c5" /><Relationship Type="http://schemas.openxmlformats.org/officeDocument/2006/relationships/slideLayout" Target="/ppt/slideLayouts/slideLayout4.xml" Id="R19f19706e1e24758" /><Relationship Type="http://schemas.openxmlformats.org/officeDocument/2006/relationships/slideLayout" Target="/ppt/slideLayouts/slideLayout5.xml" Id="R48d48ba7dcf14c62" /><Relationship Type="http://schemas.openxmlformats.org/officeDocument/2006/relationships/slideLayout" Target="/ppt/slideLayouts/slideLayout6.xml" Id="Ra661e698e2bc4891" /><Relationship Type="http://schemas.openxmlformats.org/officeDocument/2006/relationships/slideLayout" Target="/ppt/slideLayouts/slideLayout7.xml" Id="Rc43f483437f046e1" /><Relationship Type="http://schemas.openxmlformats.org/officeDocument/2006/relationships/slideLayout" Target="/ppt/slideLayouts/slideLayout8.xml" Id="R1eecff29d0a341a3" /><Relationship Type="http://schemas.openxmlformats.org/officeDocument/2006/relationships/slideLayout" Target="/ppt/slideLayouts/slideLayout9.xml" Id="Ra9a07808f41c431e" /><Relationship Type="http://schemas.openxmlformats.org/officeDocument/2006/relationships/slideLayout" Target="/ppt/slideLayouts/slideLayout10.xml" Id="Rf2d8c33034854a39" /><Relationship Type="http://schemas.openxmlformats.org/officeDocument/2006/relationships/slideLayout" Target="/ppt/slideLayouts/slideLayout11.xml" Id="R52e8726a9951430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7E0888C-33C5-15C1-BF8A-A6C0676FC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3EBF6C-FBE3-4D53-3BED-06FDD368D5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2499A3-47C8-0BC8-7424-E5D771B980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28FE119-898D-427D-93F2-ABE8B031D5FC}" type="datetimeFigureOut">
              <a:t>2026/8/5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CD5D67-4508-B130-53C0-AC74C9D1F8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91D05B-24F5-88AB-DB3F-0E812AA260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4CC93E2-92BB-4838-94A4-A03525FE8C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46dc5aae2b4ccd"/>
    <p:sldLayoutId xmlns:r="http://schemas.openxmlformats.org/officeDocument/2006/relationships" id="2147483650" r:id="R590909b1a47d421b"/>
    <p:sldLayoutId xmlns:r="http://schemas.openxmlformats.org/officeDocument/2006/relationships" id="2147483651" r:id="R356a0d1f805644c5"/>
    <p:sldLayoutId xmlns:r="http://schemas.openxmlformats.org/officeDocument/2006/relationships" id="2147483652" r:id="R19f19706e1e24758"/>
    <p:sldLayoutId xmlns:r="http://schemas.openxmlformats.org/officeDocument/2006/relationships" id="2147483653" r:id="R48d48ba7dcf14c62"/>
    <p:sldLayoutId xmlns:r="http://schemas.openxmlformats.org/officeDocument/2006/relationships" id="2147483654" r:id="Ra661e698e2bc4891"/>
    <p:sldLayoutId xmlns:r="http://schemas.openxmlformats.org/officeDocument/2006/relationships" id="2147483655" r:id="Rc43f483437f046e1"/>
    <p:sldLayoutId xmlns:r="http://schemas.openxmlformats.org/officeDocument/2006/relationships" id="2147483656" r:id="R1eecff29d0a341a3"/>
    <p:sldLayoutId xmlns:r="http://schemas.openxmlformats.org/officeDocument/2006/relationships" id="2147483657" r:id="Ra9a07808f41c431e"/>
    <p:sldLayoutId xmlns:r="http://schemas.openxmlformats.org/officeDocument/2006/relationships" id="2147483658" r:id="Rf2d8c33034854a39"/>
    <p:sldLayoutId xmlns:r="http://schemas.openxmlformats.org/officeDocument/2006/relationships" id="2147483659" r:id="R52e8726a9951430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店铺-蓝金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4A70"/>
      </a:accent1>
      <a:accent2>
        <a:srgbClr val="EFC475"/>
      </a:accent2>
      <a:accent3>
        <a:srgbClr val="1CC78F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店铺-蓝金绿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e04e3607a41b4" /><Relationship Type="http://schemas.openxmlformats.org/officeDocument/2006/relationships/image" Target="/ppt/media/image.png" Id="Rc12c427618dd45a6" /><Relationship Type="http://schemas.openxmlformats.org/officeDocument/2006/relationships/notesSlide" Target="/ppt/notesSlides/notesSlide1.xml" Id="R1dbac969fe9e4f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4ed19c32a247b5" /><Relationship Type="http://schemas.openxmlformats.org/officeDocument/2006/relationships/image" Target="/ppt/media/image.png" Id="Reae8022533b54881" /><Relationship Type="http://schemas.openxmlformats.org/officeDocument/2006/relationships/notesSlide" Target="/ppt/notesSlides/notesSlide2.xml" Id="R0a486dcf73ba4c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66227319844cc4" /><Relationship Type="http://schemas.openxmlformats.org/officeDocument/2006/relationships/image" Target="/ppt/media/image.jpeg" Id="Ra4bbabd8869644bf" /><Relationship Type="http://schemas.openxmlformats.org/officeDocument/2006/relationships/notesSlide" Target="/ppt/notesSlides/notesSlide3.xml" Id="R1112e7fb96b044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779e499194224" /><Relationship Type="http://schemas.openxmlformats.org/officeDocument/2006/relationships/image" Target="/ppt/media/image2.png" Id="R98171074c5634a95" /><Relationship Type="http://schemas.openxmlformats.org/officeDocument/2006/relationships/image" Target="/ppt/media/image3.png" Id="Rd7a0f47c56804006" /><Relationship Type="http://schemas.openxmlformats.org/officeDocument/2006/relationships/image" Target="/ppt/media/image4.png" Id="R3928263f9e474494" /><Relationship Type="http://schemas.openxmlformats.org/officeDocument/2006/relationships/image" Target="/ppt/media/image5.png" Id="Rc2146a073c9848e4" /><Relationship Type="http://schemas.openxmlformats.org/officeDocument/2006/relationships/notesSlide" Target="/ppt/notesSlides/notesSlide4.xml" Id="Rc6d6f3e59f7b4e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0b3ac95574ed1" /><Relationship Type="http://schemas.openxmlformats.org/officeDocument/2006/relationships/image" Target="/ppt/media/image6.png" Id="R8ebf50c729b44f53" /><Relationship Type="http://schemas.openxmlformats.org/officeDocument/2006/relationships/image" Target="/ppt/media/image7.png" Id="Raabb07eb4ff84699" /><Relationship Type="http://schemas.openxmlformats.org/officeDocument/2006/relationships/image" Target="/ppt/media/image8.png" Id="R8c9082c906914229" /><Relationship Type="http://schemas.openxmlformats.org/officeDocument/2006/relationships/notesSlide" Target="/ppt/notesSlides/notesSlide5.xml" Id="R70e800279b7148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88565da0b4894" /><Relationship Type="http://schemas.openxmlformats.org/officeDocument/2006/relationships/notesSlide" Target="/ppt/notesSlides/notesSlide6.xml" Id="R7d976e5c2e8446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BACDCB7-88BC-1C62-3CA8-775D8DFD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4571"/>
            <a:ext cx="12192000" cy="23658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258FB1A-13AE-4427-0307-108CBAA2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50" y="2610476"/>
            <a:ext cx="11665100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保研推免自我介绍</a:t>
            </a:r>
          </a:p>
        </p:txBody>
      </p:sp>
      <p:pic>
        <p:nvPicPr>
          <p:cNvPr id="8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c427618dd45a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91893" y="786011"/>
            <a:ext cx="2208214" cy="948597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B00D02A-7A48-8808-EF10-60510C55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" y="3626139"/>
            <a:ext cx="11439144" cy="470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Personal Statement · Graduate Recommendation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25CE910-3349-D3A6-7795-31FAE914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764" y="5467544"/>
            <a:ext cx="3137373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2026.09</a:t>
            </a:r>
            <a:endParaRPr b="1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直接连接符 37">
            <a:extLst xmlns:a="http://schemas.openxmlformats.org/drawingml/2006/main">
              <a:ext uri="{FF2B5EF4-FFF2-40B4-BE49-F238E27FC236}">
                <a16:creationId xmlns:a16="http://schemas.microsoft.com/office/drawing/2014/main" id="{A0580DA3-3177-4EDA-AA12-F653928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8" y="4238625"/>
            <a:ext cx="993624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80D04DE-DBD7-07F1-F851-F418E586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" y="4626864"/>
            <a:ext cx="114391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武汉科技大学 · 计算机科学与技术 · 2023级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3127C1D-6047-D562-DEB0-A94BE63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1" y="150470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BC5CF55-0F2F-6A16-92D5-16B5DD3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67" y="150470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1153195F-12CD-2B0C-A44B-4A72FE1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63" y="150470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52093713-CB5D-CE93-BEEB-6383FA36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1" y="306934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0F1E065-73D9-0B7B-13E0-D4F7BF3C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67" y="306934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B3D178FD-9424-01EA-EE32-39CF9FA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63" y="306934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D040366E-197B-0949-61A1-59ED6243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1" y="463398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518E3A4C-7298-D68D-8808-D828F8F5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67" y="463398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D46879D0-9C0E-6944-E939-5784E77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63" y="463398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95C0613-BE8E-FFE0-FD8C-E99BC0C2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14207" y="661630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0D76F4BD-4952-6643-B706-675AA27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751911" y="661630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8FDE7035-261E-F1F9-5FF4-C43FFA32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89615" y="661630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735CADD5-DFD4-9330-55B7-C4E1845F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14207" y="6459841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D740DE84-8CC6-7548-5E0E-122ACE7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751911" y="6459841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5E18D8C-35EF-CD9D-B88E-116A340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89615" y="6459841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67896C01-0FC4-508B-DD4B-CB347072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14207" y="6303377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1D83AAA-6D01-6AE8-08DC-19B106DC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751911" y="6303377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B532C114-35D6-2AE3-C729-A79CD015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89615" y="6303377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任意形状 77">
            <a:extLst xmlns:a="http://schemas.openxmlformats.org/drawingml/2006/main">
              <a:ext uri="{FF2B5EF4-FFF2-40B4-BE49-F238E27FC236}">
                <a16:creationId xmlns:a16="http://schemas.microsoft.com/office/drawing/2014/main" id="{4825BBDF-47C1-3C4F-49A4-432AEAED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6623" y="5663256"/>
            <a:ext cx="184489" cy="103704"/>
          </a:xfrm>
          <a:custGeom xmlns:a="http://schemas.openxmlformats.org/drawingml/2006/main">
            <a:gdLst>
              <a:gd name="connsiteX0" fmla="*/ 1075134 w 1140396"/>
              <a:gd name="connsiteY0" fmla="*/ 161925 h 641032"/>
              <a:gd name="connsiteX1" fmla="*/ 841772 w 1140396"/>
              <a:gd name="connsiteY1" fmla="*/ 0 h 641032"/>
              <a:gd name="connsiteX2" fmla="*/ 636984 w 1140396"/>
              <a:gd name="connsiteY2" fmla="*/ 119301 h 641032"/>
              <a:gd name="connsiteX3" fmla="*/ 637223 w 1140396"/>
              <a:gd name="connsiteY3" fmla="*/ 119539 h 641032"/>
              <a:gd name="connsiteX4" fmla="*/ 604123 w 1140396"/>
              <a:gd name="connsiteY4" fmla="*/ 152638 h 641032"/>
              <a:gd name="connsiteX5" fmla="*/ 636984 w 1140396"/>
              <a:gd name="connsiteY5" fmla="*/ 252889 h 641032"/>
              <a:gd name="connsiteX6" fmla="*/ 570548 w 1140396"/>
              <a:gd name="connsiteY6" fmla="*/ 604361 h 641032"/>
              <a:gd name="connsiteX7" fmla="*/ 504111 w 1140396"/>
              <a:gd name="connsiteY7" fmla="*/ 252889 h 641032"/>
              <a:gd name="connsiteX8" fmla="*/ 536972 w 1140396"/>
              <a:gd name="connsiteY8" fmla="*/ 152638 h 641032"/>
              <a:gd name="connsiteX9" fmla="*/ 503873 w 1140396"/>
              <a:gd name="connsiteY9" fmla="*/ 119539 h 641032"/>
              <a:gd name="connsiteX10" fmla="*/ 504111 w 1140396"/>
              <a:gd name="connsiteY10" fmla="*/ 119301 h 641032"/>
              <a:gd name="connsiteX11" fmla="*/ 299323 w 1140396"/>
              <a:gd name="connsiteY11" fmla="*/ 0 h 641032"/>
              <a:gd name="connsiteX12" fmla="*/ 65723 w 1140396"/>
              <a:gd name="connsiteY12" fmla="*/ 162401 h 641032"/>
              <a:gd name="connsiteX13" fmla="*/ 0 w 1140396"/>
              <a:gd name="connsiteY13" fmla="*/ 326708 h 641032"/>
              <a:gd name="connsiteX14" fmla="*/ 0 w 1140396"/>
              <a:gd name="connsiteY14" fmla="*/ 527209 h 641032"/>
              <a:gd name="connsiteX15" fmla="*/ 113824 w 1140396"/>
              <a:gd name="connsiteY15" fmla="*/ 641033 h 641032"/>
              <a:gd name="connsiteX16" fmla="*/ 1026557 w 1140396"/>
              <a:gd name="connsiteY16" fmla="*/ 641033 h 641032"/>
              <a:gd name="connsiteX17" fmla="*/ 1140381 w 1140396"/>
              <a:gd name="connsiteY17" fmla="*/ 527209 h 641032"/>
              <a:gd name="connsiteX18" fmla="*/ 1140381 w 1140396"/>
              <a:gd name="connsiteY18" fmla="*/ 326469 h 641032"/>
              <a:gd name="connsiteX19" fmla="*/ 1075134 w 1140396"/>
              <a:gd name="connsiteY19" fmla="*/ 161925 h 641032"/>
            </a:gdLst>
            <a:rect l="l" t="t" r="r" b="b"/>
            <a:pathLst>
              <a:path w="1140396" h="641032">
                <a:moveTo>
                  <a:pt x="1075134" y="161925"/>
                </a:moveTo>
                <a:cubicBezTo>
                  <a:pt x="1009311" y="92475"/>
                  <a:pt x="929868" y="37351"/>
                  <a:pt x="841772" y="0"/>
                </a:cubicBezTo>
                <a:cubicBezTo>
                  <a:pt x="789227" y="62094"/>
                  <a:pt x="716917" y="104219"/>
                  <a:pt x="636984" y="119301"/>
                </a:cubicBezTo>
                <a:lnTo>
                  <a:pt x="637223" y="119539"/>
                </a:lnTo>
                <a:lnTo>
                  <a:pt x="604123" y="152638"/>
                </a:lnTo>
                <a:lnTo>
                  <a:pt x="636984" y="252889"/>
                </a:lnTo>
                <a:lnTo>
                  <a:pt x="570548" y="604361"/>
                </a:lnTo>
                <a:lnTo>
                  <a:pt x="504111" y="252889"/>
                </a:lnTo>
                <a:lnTo>
                  <a:pt x="536972" y="152638"/>
                </a:lnTo>
                <a:lnTo>
                  <a:pt x="503873" y="119539"/>
                </a:lnTo>
                <a:lnTo>
                  <a:pt x="504111" y="119301"/>
                </a:lnTo>
                <a:cubicBezTo>
                  <a:pt x="422672" y="103822"/>
                  <a:pt x="350996" y="60960"/>
                  <a:pt x="299323" y="0"/>
                </a:cubicBezTo>
                <a:cubicBezTo>
                  <a:pt x="211117" y="37494"/>
                  <a:pt x="131593" y="92779"/>
                  <a:pt x="65723" y="162401"/>
                </a:cubicBezTo>
                <a:cubicBezTo>
                  <a:pt x="23543" y="206708"/>
                  <a:pt x="12" y="265534"/>
                  <a:pt x="0" y="326708"/>
                </a:cubicBezTo>
                <a:lnTo>
                  <a:pt x="0" y="527209"/>
                </a:lnTo>
                <a:cubicBezTo>
                  <a:pt x="0" y="590072"/>
                  <a:pt x="50961" y="641033"/>
                  <a:pt x="113824" y="641033"/>
                </a:cubicBezTo>
                <a:lnTo>
                  <a:pt x="1026557" y="641033"/>
                </a:lnTo>
                <a:cubicBezTo>
                  <a:pt x="1089420" y="641033"/>
                  <a:pt x="1140381" y="590072"/>
                  <a:pt x="1140381" y="527209"/>
                </a:cubicBezTo>
                <a:lnTo>
                  <a:pt x="1140381" y="326469"/>
                </a:lnTo>
                <a:cubicBezTo>
                  <a:pt x="1141095" y="265033"/>
                  <a:pt x="1117283" y="206216"/>
                  <a:pt x="1075134" y="16192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任意形状 78">
            <a:extLst xmlns:a="http://schemas.openxmlformats.org/drawingml/2006/main">
              <a:ext uri="{FF2B5EF4-FFF2-40B4-BE49-F238E27FC236}">
                <a16:creationId xmlns:a16="http://schemas.microsoft.com/office/drawing/2014/main" id="{679FA55A-04E8-7A5F-70AF-7AB8F0D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4925" y="5537460"/>
            <a:ext cx="168104" cy="132345"/>
          </a:xfrm>
          <a:custGeom xmlns:a="http://schemas.openxmlformats.org/drawingml/2006/main">
            <a:gdLst>
              <a:gd name="connsiteX0" fmla="*/ 18931 w 1039117"/>
              <a:gd name="connsiteY0" fmla="*/ 245386 h 818076"/>
              <a:gd name="connsiteX1" fmla="*/ 185380 w 1039117"/>
              <a:gd name="connsiteY1" fmla="*/ 313014 h 818076"/>
              <a:gd name="connsiteX2" fmla="*/ 185380 w 1039117"/>
              <a:gd name="connsiteY2" fmla="*/ 400406 h 818076"/>
              <a:gd name="connsiteX3" fmla="*/ 244912 w 1039117"/>
              <a:gd name="connsiteY3" fmla="*/ 497561 h 818076"/>
              <a:gd name="connsiteX4" fmla="*/ 250627 w 1039117"/>
              <a:gd name="connsiteY4" fmla="*/ 500418 h 818076"/>
              <a:gd name="connsiteX5" fmla="*/ 250627 w 1039117"/>
              <a:gd name="connsiteY5" fmla="*/ 549234 h 818076"/>
              <a:gd name="connsiteX6" fmla="*/ 519470 w 1039117"/>
              <a:gd name="connsiteY6" fmla="*/ 818077 h 818076"/>
              <a:gd name="connsiteX7" fmla="*/ 788313 w 1039117"/>
              <a:gd name="connsiteY7" fmla="*/ 549234 h 818076"/>
              <a:gd name="connsiteX8" fmla="*/ 788313 w 1039117"/>
              <a:gd name="connsiteY8" fmla="*/ 500418 h 818076"/>
              <a:gd name="connsiteX9" fmla="*/ 794028 w 1039117"/>
              <a:gd name="connsiteY9" fmla="*/ 497561 h 818076"/>
              <a:gd name="connsiteX10" fmla="*/ 853559 w 1039117"/>
              <a:gd name="connsiteY10" fmla="*/ 400406 h 818076"/>
              <a:gd name="connsiteX11" fmla="*/ 853559 w 1039117"/>
              <a:gd name="connsiteY11" fmla="*/ 313014 h 818076"/>
              <a:gd name="connsiteX12" fmla="*/ 1020009 w 1039117"/>
              <a:gd name="connsiteY12" fmla="*/ 245386 h 818076"/>
              <a:gd name="connsiteX13" fmla="*/ 1020009 w 1039117"/>
              <a:gd name="connsiteY13" fmla="*/ 188713 h 818076"/>
              <a:gd name="connsiteX14" fmla="*/ 590907 w 1039117"/>
              <a:gd name="connsiteY14" fmla="*/ 13929 h 818076"/>
              <a:gd name="connsiteX15" fmla="*/ 448270 w 1039117"/>
              <a:gd name="connsiteY15" fmla="*/ 13929 h 818076"/>
              <a:gd name="connsiteX16" fmla="*/ 18931 w 1039117"/>
              <a:gd name="connsiteY16" fmla="*/ 188713 h 818076"/>
              <a:gd name="connsiteX17" fmla="*/ 18931 w 1039117"/>
              <a:gd name="connsiteY17" fmla="*/ 245386 h 818076"/>
              <a:gd name="connsiteX18" fmla="*/ 789980 w 1039117"/>
              <a:gd name="connsiteY18" fmla="*/ 400406 h 818076"/>
              <a:gd name="connsiteX19" fmla="*/ 765215 w 1039117"/>
              <a:gd name="connsiteY19" fmla="*/ 440887 h 818076"/>
              <a:gd name="connsiteX20" fmla="*/ 519470 w 1039117"/>
              <a:gd name="connsiteY20" fmla="*/ 505419 h 818076"/>
              <a:gd name="connsiteX21" fmla="*/ 273725 w 1039117"/>
              <a:gd name="connsiteY21" fmla="*/ 440887 h 818076"/>
              <a:gd name="connsiteX22" fmla="*/ 248960 w 1039117"/>
              <a:gd name="connsiteY22" fmla="*/ 400644 h 818076"/>
              <a:gd name="connsiteX23" fmla="*/ 248960 w 1039117"/>
              <a:gd name="connsiteY23" fmla="*/ 339208 h 818076"/>
              <a:gd name="connsiteX24" fmla="*/ 448032 w 1039117"/>
              <a:gd name="connsiteY24" fmla="*/ 420408 h 818076"/>
              <a:gd name="connsiteX25" fmla="*/ 590669 w 1039117"/>
              <a:gd name="connsiteY25" fmla="*/ 420408 h 818076"/>
              <a:gd name="connsiteX26" fmla="*/ 789742 w 1039117"/>
              <a:gd name="connsiteY26" fmla="*/ 339208 h 818076"/>
              <a:gd name="connsiteX27" fmla="*/ 789742 w 1039117"/>
              <a:gd name="connsiteY27" fmla="*/ 400406 h 818076"/>
            </a:gdLst>
            <a:rect l="l" t="t" r="r" b="b"/>
            <a:pathLst>
              <a:path w="1039117" h="818076">
                <a:moveTo>
                  <a:pt x="18931" y="245386"/>
                </a:moveTo>
                <a:lnTo>
                  <a:pt x="185380" y="313014"/>
                </a:lnTo>
                <a:lnTo>
                  <a:pt x="185380" y="400406"/>
                </a:lnTo>
                <a:cubicBezTo>
                  <a:pt x="185380" y="441601"/>
                  <a:pt x="208240" y="478987"/>
                  <a:pt x="244912" y="497561"/>
                </a:cubicBezTo>
                <a:cubicBezTo>
                  <a:pt x="246578" y="498513"/>
                  <a:pt x="248960" y="499466"/>
                  <a:pt x="250627" y="500418"/>
                </a:cubicBezTo>
                <a:lnTo>
                  <a:pt x="250627" y="549234"/>
                </a:lnTo>
                <a:cubicBezTo>
                  <a:pt x="250627" y="697586"/>
                  <a:pt x="370880" y="818077"/>
                  <a:pt x="519470" y="818077"/>
                </a:cubicBezTo>
                <a:cubicBezTo>
                  <a:pt x="668060" y="818077"/>
                  <a:pt x="788313" y="697824"/>
                  <a:pt x="788313" y="549234"/>
                </a:cubicBezTo>
                <a:lnTo>
                  <a:pt x="788313" y="500418"/>
                </a:lnTo>
                <a:cubicBezTo>
                  <a:pt x="790218" y="499466"/>
                  <a:pt x="792361" y="498513"/>
                  <a:pt x="794028" y="497561"/>
                </a:cubicBezTo>
                <a:cubicBezTo>
                  <a:pt x="830699" y="478987"/>
                  <a:pt x="853559" y="441601"/>
                  <a:pt x="853559" y="400406"/>
                </a:cubicBezTo>
                <a:lnTo>
                  <a:pt x="853559" y="313014"/>
                </a:lnTo>
                <a:lnTo>
                  <a:pt x="1020009" y="245386"/>
                </a:lnTo>
                <a:cubicBezTo>
                  <a:pt x="1045488" y="235147"/>
                  <a:pt x="1045488" y="199190"/>
                  <a:pt x="1020009" y="188713"/>
                </a:cubicBezTo>
                <a:lnTo>
                  <a:pt x="590907" y="13929"/>
                </a:lnTo>
                <a:cubicBezTo>
                  <a:pt x="545175" y="-4643"/>
                  <a:pt x="494002" y="-4643"/>
                  <a:pt x="448270" y="13929"/>
                </a:cubicBezTo>
                <a:lnTo>
                  <a:pt x="18931" y="188713"/>
                </a:lnTo>
                <a:cubicBezTo>
                  <a:pt x="-6310" y="199190"/>
                  <a:pt x="-6310" y="235147"/>
                  <a:pt x="18931" y="245386"/>
                </a:cubicBezTo>
                <a:close/>
                <a:moveTo>
                  <a:pt x="789980" y="400406"/>
                </a:moveTo>
                <a:cubicBezTo>
                  <a:pt x="789980" y="417551"/>
                  <a:pt x="780455" y="433029"/>
                  <a:pt x="765215" y="440887"/>
                </a:cubicBezTo>
                <a:cubicBezTo>
                  <a:pt x="718066" y="464938"/>
                  <a:pt x="623292" y="505419"/>
                  <a:pt x="519470" y="505419"/>
                </a:cubicBezTo>
                <a:cubicBezTo>
                  <a:pt x="415647" y="505419"/>
                  <a:pt x="321112" y="464938"/>
                  <a:pt x="273725" y="440887"/>
                </a:cubicBezTo>
                <a:cubicBezTo>
                  <a:pt x="258485" y="433267"/>
                  <a:pt x="248960" y="417551"/>
                  <a:pt x="248960" y="400644"/>
                </a:cubicBezTo>
                <a:lnTo>
                  <a:pt x="248960" y="339208"/>
                </a:lnTo>
                <a:lnTo>
                  <a:pt x="448032" y="420408"/>
                </a:lnTo>
                <a:cubicBezTo>
                  <a:pt x="493752" y="438982"/>
                  <a:pt x="544949" y="438982"/>
                  <a:pt x="590669" y="420408"/>
                </a:cubicBezTo>
                <a:lnTo>
                  <a:pt x="789742" y="339208"/>
                </a:lnTo>
                <a:lnTo>
                  <a:pt x="789742" y="400406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文本框 80">
            <a:extLst xmlns:a="http://schemas.openxmlformats.org/drawingml/2006/main">
              <a:ext uri="{FF2B5EF4-FFF2-40B4-BE49-F238E27FC236}">
                <a16:creationId xmlns:a16="http://schemas.microsoft.com/office/drawing/2014/main" id="{23CE11C6-0C5B-7360-E7CE-EAEDE545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12" y="5467544"/>
            <a:ext cx="230800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</a:rPr>
              <a:t>面试学生：陈飞扬</a:t>
            </a:r>
          </a:p>
        </p:txBody>
      </p:sp>
      <p:sp>
        <p:nvSpPr>
          <p:cNvPr id="84" name="图形 82">
            <a:extLst xmlns:a="http://schemas.openxmlformats.org/drawingml/2006/main">
              <a:ext uri="{FF2B5EF4-FFF2-40B4-BE49-F238E27FC236}">
                <a16:creationId xmlns:a16="http://schemas.microsoft.com/office/drawing/2014/main" id="{66C29188-DFE3-C726-4963-1135DD1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166" y="5526511"/>
            <a:ext cx="241068" cy="251399"/>
          </a:xfrm>
          <a:custGeom xmlns:a="http://schemas.openxmlformats.org/drawingml/2006/main"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95777F78-7075-BB51-4B88-DCF0F90C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234" y="5467544"/>
            <a:ext cx="266553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申请方向：人工智能 / 大模型</a:t>
            </a:r>
            <a:endParaRPr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图形 29">
            <a:extLst xmlns:a="http://schemas.openxmlformats.org/drawingml/2006/main">
              <a:ext uri="{FF2B5EF4-FFF2-40B4-BE49-F238E27FC236}">
                <a16:creationId xmlns:a16="http://schemas.microsoft.com/office/drawing/2014/main" id="{3A09A0C3-8736-F7C6-3B43-486D5791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758" y="5524207"/>
            <a:ext cx="256006" cy="256006"/>
          </a:xfrm>
          <a:custGeom xmlns:a="http://schemas.openxmlformats.org/drawingml/2006/main">
            <a:gdLst>
              <a:gd name="connsiteX0" fmla="*/ 204825 w 256006"/>
              <a:gd name="connsiteY0" fmla="*/ 139813 h 256006"/>
              <a:gd name="connsiteX1" fmla="*/ 127213 w 256006"/>
              <a:gd name="connsiteY1" fmla="*/ 139813 h 256006"/>
              <a:gd name="connsiteX2" fmla="*/ 115313 w 256006"/>
              <a:gd name="connsiteY2" fmla="*/ 127923 h 256006"/>
              <a:gd name="connsiteX3" fmla="*/ 115313 w 256006"/>
              <a:gd name="connsiteY3" fmla="*/ 50301 h 256006"/>
              <a:gd name="connsiteX4" fmla="*/ 127203 w 256006"/>
              <a:gd name="connsiteY4" fmla="*/ 38411 h 256006"/>
              <a:gd name="connsiteX5" fmla="*/ 139093 w 256006"/>
              <a:gd name="connsiteY5" fmla="*/ 50301 h 256006"/>
              <a:gd name="connsiteX6" fmla="*/ 139093 w 256006"/>
              <a:gd name="connsiteY6" fmla="*/ 116003 h 256006"/>
              <a:gd name="connsiteX7" fmla="*/ 204825 w 256006"/>
              <a:gd name="connsiteY7" fmla="*/ 116003 h 256006"/>
              <a:gd name="connsiteX8" fmla="*/ 216715 w 256006"/>
              <a:gd name="connsiteY8" fmla="*/ 127893 h 256006"/>
              <a:gd name="connsiteX9" fmla="*/ 204825 w 256006"/>
              <a:gd name="connsiteY9" fmla="*/ 139783 h 256006"/>
              <a:gd name="connsiteX10" fmla="*/ 204825 w 256006"/>
              <a:gd name="connsiteY10" fmla="*/ 139813 h 256006"/>
              <a:gd name="connsiteX11" fmla="*/ 128003 w 256006"/>
              <a:gd name="connsiteY11" fmla="*/ 0 h 256006"/>
              <a:gd name="connsiteX12" fmla="*/ 0 w 256006"/>
              <a:gd name="connsiteY12" fmla="*/ 128003 h 256006"/>
              <a:gd name="connsiteX13" fmla="*/ 128003 w 256006"/>
              <a:gd name="connsiteY13" fmla="*/ 256006 h 256006"/>
              <a:gd name="connsiteX14" fmla="*/ 256006 w 256006"/>
              <a:gd name="connsiteY14" fmla="*/ 128003 h 256006"/>
              <a:gd name="connsiteX15" fmla="*/ 128003 w 256006"/>
              <a:gd name="connsiteY15" fmla="*/ 0 h 256006"/>
            </a:gdLst>
            <a:rect l="l" t="t" r="r" b="b"/>
            <a:pathLst>
              <a:path w="256006" h="256006">
                <a:moveTo>
                  <a:pt x="204825" y="139813"/>
                </a:moveTo>
                <a:lnTo>
                  <a:pt x="127213" y="139813"/>
                </a:lnTo>
                <a:cubicBezTo>
                  <a:pt x="120642" y="139819"/>
                  <a:pt x="115313" y="134494"/>
                  <a:pt x="115313" y="127923"/>
                </a:cubicBezTo>
                <a:lnTo>
                  <a:pt x="115313" y="50301"/>
                </a:lnTo>
                <a:cubicBezTo>
                  <a:pt x="115313" y="43734"/>
                  <a:pt x="120636" y="38411"/>
                  <a:pt x="127203" y="38411"/>
                </a:cubicBezTo>
                <a:cubicBezTo>
                  <a:pt x="133770" y="38411"/>
                  <a:pt x="139093" y="43734"/>
                  <a:pt x="139093" y="50301"/>
                </a:cubicBezTo>
                <a:lnTo>
                  <a:pt x="139093" y="116003"/>
                </a:lnTo>
                <a:lnTo>
                  <a:pt x="204825" y="116003"/>
                </a:lnTo>
                <a:cubicBezTo>
                  <a:pt x="211392" y="116003"/>
                  <a:pt x="216715" y="121326"/>
                  <a:pt x="216715" y="127893"/>
                </a:cubicBezTo>
                <a:cubicBezTo>
                  <a:pt x="216715" y="134460"/>
                  <a:pt x="211392" y="139783"/>
                  <a:pt x="204825" y="139783"/>
                </a:cubicBezTo>
                <a:lnTo>
                  <a:pt x="204825" y="139813"/>
                </a:lnTo>
                <a:moveTo>
                  <a:pt x="128003" y="0"/>
                </a:moveTo>
                <a:cubicBezTo>
                  <a:pt x="57309" y="0"/>
                  <a:pt x="0" y="57309"/>
                  <a:pt x="0" y="128003"/>
                </a:cubicBezTo>
                <a:cubicBezTo>
                  <a:pt x="0" y="198697"/>
                  <a:pt x="57309" y="256006"/>
                  <a:pt x="128003" y="256006"/>
                </a:cubicBezTo>
                <a:cubicBezTo>
                  <a:pt x="198697" y="256006"/>
                  <a:pt x="256006" y="198697"/>
                  <a:pt x="256006" y="128003"/>
                </a:cubicBezTo>
                <a:cubicBezTo>
                  <a:pt x="256006" y="57309"/>
                  <a:pt x="198697" y="0"/>
                  <a:pt x="128003" y="0"/>
                </a:cubicBezTo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6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4649897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8CE9727-B5BA-9D2C-E536-FF5FA9F3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3686176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C78B379-CB95-F6EB-DE7F-D4A1975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7" y="2327496"/>
            <a:ext cx="2005961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AEBDB6B-F385-3CA1-9AB0-9BED6436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6" y="3444724"/>
            <a:ext cx="184594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5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8022533b5488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33265" y="268652"/>
            <a:ext cx="2208214" cy="948597"/>
          </a:xfrm>
          <a:prstGeom xmlns:a="http://schemas.openxmlformats.org/drawingml/2006/main" prst="rect">
            <a:avLst/>
          </a:prstGeom>
        </p:spPr>
      </p:pic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D8F9D02-87B0-E243-3AC1-DEF10EF5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442" y="1574647"/>
            <a:ext cx="735304" cy="729703"/>
          </a:xfrm>
          <a:prstGeom xmlns:a="http://schemas.openxmlformats.org/drawingml/2006/main" prst="roundRect">
            <a:avLst>
              <a:gd name="adj" fmla="val 14347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466CC88-8D28-45AA-C641-C5B76924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1126" y="1734798"/>
            <a:ext cx="218632" cy="4094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FD832BA-F3EA-4F25-5AF8-BF7ED255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18" y="1677888"/>
            <a:ext cx="7353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</a:rPr>
              <a:t>01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F372A95-3F26-6B78-E4C7-13437816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2397" y="1524000"/>
            <a:ext cx="344458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个人介绍</a:t>
            </a:r>
            <a:endParaRPr sz="32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Personal Profile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0221E72-E65C-62F0-C37E-8FA19F2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442" y="2708315"/>
            <a:ext cx="735304" cy="729703"/>
          </a:xfrm>
          <a:prstGeom xmlns:a="http://schemas.openxmlformats.org/drawingml/2006/main" prst="roundRect">
            <a:avLst>
              <a:gd name="adj" fmla="val 14347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3E6CE0A-D94A-DE38-718A-E1CFD95B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1126" y="2868466"/>
            <a:ext cx="218632" cy="4094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F489BFD-9A6E-9941-EB7F-426600C7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18" y="2811556"/>
            <a:ext cx="7353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</a:rPr>
              <a:t>02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6CA7259-FD6E-3977-F8B0-DD429234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2396" y="2657668"/>
            <a:ext cx="3444581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科研经历</a:t>
            </a:r>
            <a:endParaRPr sz="32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Research Experience</a:t>
            </a: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D62021AD-5488-A4B7-DE8E-F395B7E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442" y="3841983"/>
            <a:ext cx="735304" cy="729703"/>
          </a:xfrm>
          <a:prstGeom xmlns:a="http://schemas.openxmlformats.org/drawingml/2006/main" prst="roundRect">
            <a:avLst>
              <a:gd name="adj" fmla="val 14347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FEF6FD88-96B3-5183-1A3E-1352611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1126" y="4002134"/>
            <a:ext cx="218632" cy="4094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ACA5786A-25C3-7649-BC07-15E75348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18" y="3945224"/>
            <a:ext cx="7353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</a:rPr>
              <a:t>03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0348B45-5EE8-A4A8-C106-7794A7B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2397" y="3791336"/>
            <a:ext cx="344458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实践经历</a:t>
            </a:r>
            <a:endParaRPr sz="32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Practical Experience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A25136A-D203-171E-BC6D-106B6FF3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442" y="4975651"/>
            <a:ext cx="735304" cy="729703"/>
          </a:xfrm>
          <a:prstGeom xmlns:a="http://schemas.openxmlformats.org/drawingml/2006/main" prst="roundRect">
            <a:avLst>
              <a:gd name="adj" fmla="val 14347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075AFDD-1BC1-B75B-BB0B-C1E9ACC6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1126" y="5135802"/>
            <a:ext cx="218632" cy="4094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2CB46D2-11AA-3447-F333-332145FE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18" y="5078892"/>
            <a:ext cx="7353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</a:rPr>
              <a:t>04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7352EDC0-8897-0FEE-7FF3-EC67620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2397" y="4925004"/>
            <a:ext cx="344458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读研规划</a:t>
            </a:r>
            <a:endParaRPr sz="3200" b="1">
              <a:solidFill>
                <a:schemeClr val="accent1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Graduate Study Plan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8117795-96CD-593C-BCE4-2C36E7C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288673" y="6118183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6729D86-B803-34AB-E7B8-124416CE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126377" y="6118183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6D9547E-32C5-6961-0877-66E4C0C5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964081" y="6118183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7F3FAC-8133-5F4A-FCEB-1853AF58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288673" y="5961719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6D17DBE-091A-F31C-77B3-B4136A6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126377" y="5961719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D235039-6B87-9642-7C7E-70C77B97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964081" y="5961719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EBD87AF8-5E49-FD43-2B55-B1FE6FC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288673" y="580525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E794EFCA-8092-B2A0-FA7D-501BB81C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1126377" y="580525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2BC4FB05-4A04-8906-B8DF-4DF45D9B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964081" y="5805255"/>
            <a:ext cx="127321" cy="1273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菱形 9">
            <a:extLst xmlns:a="http://schemas.openxmlformats.org/drawingml/2006/main">
              <a:ext uri="{FF2B5EF4-FFF2-40B4-BE49-F238E27FC236}">
                <a16:creationId xmlns:a16="http://schemas.microsoft.com/office/drawing/2014/main" id="{5F5DABAC-F267-EE73-14A8-E48EB1D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2664"/>
            <a:ext cx="3686175" cy="3401004"/>
          </a:xfrm>
          <a:prstGeom xmlns:a="http://schemas.openxmlformats.org/drawingml/2006/main" prst="diamond">
            <a:avLst/>
          </a:prstGeom>
          <a:noFill xmlns:a="http://schemas.openxmlformats.org/drawingml/2006/main"/>
          <a:ln xmlns:a="http://schemas.openxmlformats.org/drawingml/2006/main" w="508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2217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3B1289E-607C-6BA0-CFD5-B9D1053F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0"/>
            <a:ext cx="240846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60B5F2B-B67F-2F1A-8204-15AB554E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1537960"/>
            <a:ext cx="2703741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8E1A55F1-50B9-BC07-52F0-EC6B9E6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-2" y="2299960"/>
            <a:ext cx="295276" cy="159872"/>
          </a:xfrm>
          <a:prstGeom xmlns:a="http://schemas.openxmlformats.org/drawingml/2006/main" prst="rt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901EDEC-C0DF-FFE8-2206-A1E76A27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2671457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科研经历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73B3748-A89A-15FF-69A3-30B9CCEB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3664438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实践经历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7162317-47A9-2B1E-E758-C5A9E255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4657419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读研规划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7023C60-08B7-38C2-4F0C-593D3A31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" y="335466"/>
            <a:ext cx="177845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97D492D-3893-AA2E-27C6-4F69A64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41" y="1671102"/>
            <a:ext cx="1828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个人介绍</a:t>
            </a:r>
          </a:p>
        </p:txBody>
      </p:sp>
      <p:sp>
        <p:nvSpPr>
          <p:cNvPr id="17" name="图形 15">
            <a:extLst xmlns:a="http://schemas.openxmlformats.org/drawingml/2006/main">
              <a:ext uri="{FF2B5EF4-FFF2-40B4-BE49-F238E27FC236}">
                <a16:creationId xmlns:a16="http://schemas.microsoft.com/office/drawing/2014/main" id="{86AE56FD-5D4F-8F42-8CE5-396C7D98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3" y="1755073"/>
            <a:ext cx="399214" cy="293722"/>
          </a:xfrm>
          <a:custGeom xmlns:a="http://schemas.openxmlformats.org/drawingml/2006/main"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AB01D1FC-1CAC-0FF4-DB7C-657DCCD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869" y="2724294"/>
            <a:ext cx="308303" cy="355990"/>
          </a:xfrm>
          <a:custGeom xmlns:a="http://schemas.openxmlformats.org/drawingml/2006/main">
            <a:gdLst>
              <a:gd name="connsiteX0" fmla="*/ 824908 w 1649816"/>
              <a:gd name="connsiteY0" fmla="*/ 0 h 1905000"/>
              <a:gd name="connsiteX1" fmla="*/ 1649817 w 1649816"/>
              <a:gd name="connsiteY1" fmla="*/ 476250 h 1905000"/>
              <a:gd name="connsiteX2" fmla="*/ 1649817 w 1649816"/>
              <a:gd name="connsiteY2" fmla="*/ 1428750 h 1905000"/>
              <a:gd name="connsiteX3" fmla="*/ 824908 w 1649816"/>
              <a:gd name="connsiteY3" fmla="*/ 1905000 h 1905000"/>
              <a:gd name="connsiteX4" fmla="*/ 0 w 1649816"/>
              <a:gd name="connsiteY4" fmla="*/ 1428750 h 1905000"/>
              <a:gd name="connsiteX5" fmla="*/ 0 w 1649816"/>
              <a:gd name="connsiteY5" fmla="*/ 476250 h 1905000"/>
              <a:gd name="connsiteX6" fmla="*/ 824908 w 1649816"/>
              <a:gd name="connsiteY6" fmla="*/ 0 h 1905000"/>
              <a:gd name="connsiteX7" fmla="*/ 824908 w 1649816"/>
              <a:gd name="connsiteY7" fmla="*/ 199982 h 1905000"/>
              <a:gd name="connsiteX8" fmla="*/ 173182 w 1649816"/>
              <a:gd name="connsiteY8" fmla="*/ 576219 h 1905000"/>
              <a:gd name="connsiteX9" fmla="*/ 173182 w 1649816"/>
              <a:gd name="connsiteY9" fmla="*/ 1328738 h 1905000"/>
              <a:gd name="connsiteX10" fmla="*/ 824908 w 1649816"/>
              <a:gd name="connsiteY10" fmla="*/ 1704975 h 1905000"/>
              <a:gd name="connsiteX11" fmla="*/ 1476592 w 1649816"/>
              <a:gd name="connsiteY11" fmla="*/ 1328738 h 1905000"/>
              <a:gd name="connsiteX12" fmla="*/ 1476592 w 1649816"/>
              <a:gd name="connsiteY12" fmla="*/ 576219 h 1905000"/>
              <a:gd name="connsiteX13" fmla="*/ 824908 w 1649816"/>
              <a:gd name="connsiteY13" fmla="*/ 199982 h 1905000"/>
            </a:gdLst>
            <a:rect l="l" t="t" r="r" b="b"/>
            <a:pathLst>
              <a:path w="1649816" h="1905000">
                <a:moveTo>
                  <a:pt x="824908" y="0"/>
                </a:moveTo>
                <a:lnTo>
                  <a:pt x="1649817" y="476250"/>
                </a:lnTo>
                <a:lnTo>
                  <a:pt x="1649817" y="1428750"/>
                </a:lnTo>
                <a:lnTo>
                  <a:pt x="824908" y="1905000"/>
                </a:lnTo>
                <a:lnTo>
                  <a:pt x="0" y="1428750"/>
                </a:lnTo>
                <a:lnTo>
                  <a:pt x="0" y="476250"/>
                </a:lnTo>
                <a:lnTo>
                  <a:pt x="824908" y="0"/>
                </a:lnTo>
                <a:close/>
                <a:moveTo>
                  <a:pt x="824908" y="199982"/>
                </a:moveTo>
                <a:lnTo>
                  <a:pt x="173182" y="576219"/>
                </a:lnTo>
                <a:lnTo>
                  <a:pt x="173182" y="1328738"/>
                </a:lnTo>
                <a:lnTo>
                  <a:pt x="824908" y="1704975"/>
                </a:lnTo>
                <a:lnTo>
                  <a:pt x="1476592" y="1328738"/>
                </a:lnTo>
                <a:lnTo>
                  <a:pt x="1476592" y="576219"/>
                </a:lnTo>
                <a:lnTo>
                  <a:pt x="824908" y="199982"/>
                </a:lnTo>
                <a:close/>
              </a:path>
            </a:pathLst>
          </a:custGeom>
          <a:solidFill xmlns:a="http://schemas.openxmlformats.org/drawingml/2006/main">
            <a:srgbClr val="23272C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8A2147B6-947B-CECD-F32D-F74BA09A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933" y="2851666"/>
            <a:ext cx="158763" cy="107258"/>
          </a:xfrm>
          <a:custGeom xmlns:a="http://schemas.openxmlformats.org/drawingml/2006/main">
            <a:gdLst>
              <a:gd name="connsiteX0" fmla="*/ 346364 w 849586"/>
              <a:gd name="connsiteY0" fmla="*/ 54422 h 573967"/>
              <a:gd name="connsiteX1" fmla="*/ 346364 w 849586"/>
              <a:gd name="connsiteY1" fmla="*/ 227604 h 573967"/>
              <a:gd name="connsiteX2" fmla="*/ 0 w 849586"/>
              <a:gd name="connsiteY2" fmla="*/ 227604 h 573967"/>
              <a:gd name="connsiteX3" fmla="*/ 0 w 849586"/>
              <a:gd name="connsiteY3" fmla="*/ 54422 h 573967"/>
              <a:gd name="connsiteX4" fmla="*/ 606136 w 849586"/>
              <a:gd name="connsiteY4" fmla="*/ 400786 h 573967"/>
              <a:gd name="connsiteX5" fmla="*/ 606136 w 849586"/>
              <a:gd name="connsiteY5" fmla="*/ 573968 h 573967"/>
              <a:gd name="connsiteX6" fmla="*/ 0 w 849586"/>
              <a:gd name="connsiteY6" fmla="*/ 573968 h 573967"/>
              <a:gd name="connsiteX7" fmla="*/ 0 w 849586"/>
              <a:gd name="connsiteY7" fmla="*/ 400786 h 573967"/>
              <a:gd name="connsiteX8" fmla="*/ 574054 w 849586"/>
              <a:gd name="connsiteY8" fmla="*/ 0 h 573967"/>
              <a:gd name="connsiteX9" fmla="*/ 849587 w 849586"/>
              <a:gd name="connsiteY9" fmla="*/ 275532 h 573967"/>
              <a:gd name="connsiteX10" fmla="*/ 727147 w 849586"/>
              <a:gd name="connsiteY10" fmla="*/ 397972 h 573967"/>
              <a:gd name="connsiteX11" fmla="*/ 451615 w 849586"/>
              <a:gd name="connsiteY11" fmla="*/ 122440 h 573967"/>
            </a:gdLst>
            <a:rect l="l" t="t" r="r" b="b"/>
            <a:pathLst>
              <a:path w="849586" h="573967">
                <a:moveTo>
                  <a:pt x="346364" y="54422"/>
                </a:moveTo>
                <a:lnTo>
                  <a:pt x="346364" y="227604"/>
                </a:lnTo>
                <a:lnTo>
                  <a:pt x="0" y="227604"/>
                </a:lnTo>
                <a:lnTo>
                  <a:pt x="0" y="54422"/>
                </a:lnTo>
                <a:close/>
                <a:moveTo>
                  <a:pt x="606136" y="400786"/>
                </a:moveTo>
                <a:lnTo>
                  <a:pt x="606136" y="573968"/>
                </a:lnTo>
                <a:lnTo>
                  <a:pt x="0" y="573968"/>
                </a:lnTo>
                <a:lnTo>
                  <a:pt x="0" y="400786"/>
                </a:lnTo>
                <a:close/>
                <a:moveTo>
                  <a:pt x="574054" y="0"/>
                </a:moveTo>
                <a:lnTo>
                  <a:pt x="849587" y="275532"/>
                </a:lnTo>
                <a:lnTo>
                  <a:pt x="727147" y="397972"/>
                </a:lnTo>
                <a:lnTo>
                  <a:pt x="451615" y="122440"/>
                </a:lnTo>
                <a:close/>
              </a:path>
            </a:pathLst>
          </a:custGeom>
          <a:solidFill xmlns:a="http://schemas.openxmlformats.org/drawingml/2006/main">
            <a:srgbClr val="23272C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22A298B0-54E2-BF65-99BE-F6333C9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927" y="2834506"/>
            <a:ext cx="91537" cy="91529"/>
          </a:xfrm>
          <a:custGeom xmlns:a="http://schemas.openxmlformats.org/drawingml/2006/main">
            <a:gdLst>
              <a:gd name="connsiteX0" fmla="*/ 367362 w 489844"/>
              <a:gd name="connsiteY0" fmla="*/ 0 h 489801"/>
              <a:gd name="connsiteX1" fmla="*/ 489845 w 489844"/>
              <a:gd name="connsiteY1" fmla="*/ 122440 h 489801"/>
              <a:gd name="connsiteX2" fmla="*/ 122483 w 489844"/>
              <a:gd name="connsiteY2" fmla="*/ 489802 h 489801"/>
              <a:gd name="connsiteX3" fmla="*/ 0 w 489844"/>
              <a:gd name="connsiteY3" fmla="*/ 367362 h 489801"/>
            </a:gdLst>
            <a:rect l="l" t="t" r="r" b="b"/>
            <a:pathLst>
              <a:path w="489844" h="489801">
                <a:moveTo>
                  <a:pt x="367362" y="0"/>
                </a:moveTo>
                <a:lnTo>
                  <a:pt x="489845" y="122440"/>
                </a:lnTo>
                <a:lnTo>
                  <a:pt x="122483" y="489802"/>
                </a:lnTo>
                <a:lnTo>
                  <a:pt x="0" y="367362"/>
                </a:lnTo>
                <a:close/>
              </a:path>
            </a:pathLst>
          </a:custGeom>
          <a:solidFill xmlns:a="http://schemas.openxmlformats.org/drawingml/2006/main">
            <a:srgbClr val="23272C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图形 25">
            <a:extLst xmlns:a="http://schemas.openxmlformats.org/drawingml/2006/main">
              <a:ext uri="{FF2B5EF4-FFF2-40B4-BE49-F238E27FC236}">
                <a16:creationId xmlns:a16="http://schemas.microsoft.com/office/drawing/2014/main" id="{FEB4B505-2560-2063-E1BF-D1AC962D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3" y="3726437"/>
            <a:ext cx="347794" cy="337666"/>
          </a:xfrm>
          <a:custGeom xmlns:a="http://schemas.openxmlformats.org/drawingml/2006/main"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图形 28">
            <a:extLst xmlns:a="http://schemas.openxmlformats.org/drawingml/2006/main">
              <a:ext uri="{FF2B5EF4-FFF2-40B4-BE49-F238E27FC236}">
                <a16:creationId xmlns:a16="http://schemas.microsoft.com/office/drawing/2014/main" id="{E4077ACD-2A48-380E-A674-FCE7501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4" y="4740660"/>
            <a:ext cx="393772" cy="295182"/>
          </a:xfrm>
          <a:custGeom xmlns:a="http://schemas.openxmlformats.org/drawingml/2006/main"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773FCD7-AE1E-B1AC-08AC-A81A333C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67" y="212442"/>
            <a:ext cx="171268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个人信息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E341F360-0BAE-4156-83B2-692C8636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750964"/>
            <a:ext cx="8329504" cy="0"/>
          </a:xfrm>
          <a:prstGeom xmlns:a="http://schemas.openxmlformats.org/drawingml/2006/main" prst="line">
            <a:avLst/>
          </a:prstGeom>
          <a:ln xmlns:a="http://schemas.openxmlformats.org/drawingml/2006/main" w="2222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五边形 32">
            <a:extLst xmlns:a="http://schemas.openxmlformats.org/drawingml/2006/main">
              <a:ext uri="{FF2B5EF4-FFF2-40B4-BE49-F238E27FC236}">
                <a16:creationId xmlns:a16="http://schemas.microsoft.com/office/drawing/2014/main" id="{1CE1187C-3936-43E7-ACC1-D45DE114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595084" cy="32841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五边形 31">
            <a:extLst xmlns:a="http://schemas.openxmlformats.org/drawingml/2006/main">
              <a:ext uri="{FF2B5EF4-FFF2-40B4-BE49-F238E27FC236}">
                <a16:creationId xmlns:a16="http://schemas.microsoft.com/office/drawing/2014/main" id="{DCEF2FCF-4221-6859-DAD7-C19FA40B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268839"/>
            <a:ext cx="595084" cy="328412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6232C27-BFE5-6B11-4984-20F37C2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45719" cy="3284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575CE22-F9B7-0118-4C99-F68D98B1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746" y="1121379"/>
            <a:ext cx="9022782" cy="155007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82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babd8869644b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27938" y="968916"/>
            <a:ext cx="1353781" cy="1846066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  <a:effectLst xmlns:a="http://schemas.openxmlformats.org/drawingml/2006/main"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7250C34A-E6EB-66E4-DE30-865D65C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267" y="2097888"/>
            <a:ext cx="14630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基本信息</a:t>
            </a:r>
          </a:p>
        </p:txBody>
      </p:sp>
      <p:sp>
        <p:nvSpPr>
          <p:cNvPr id="40" name="图形 20">
            <a:extLst xmlns:a="http://schemas.openxmlformats.org/drawingml/2006/main">
              <a:ext uri="{FF2B5EF4-FFF2-40B4-BE49-F238E27FC236}">
                <a16:creationId xmlns:a16="http://schemas.microsoft.com/office/drawing/2014/main" id="{017AFED7-0DC4-082C-91D3-BC59BE79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20" y="1506975"/>
            <a:ext cx="570626" cy="496196"/>
          </a:xfrm>
          <a:custGeom xmlns:a="http://schemas.openxmlformats.org/drawingml/2006/main">
            <a:gdLst>
              <a:gd name="connsiteX0" fmla="*/ 299202 w 331526"/>
              <a:gd name="connsiteY0" fmla="*/ 0 h 288283"/>
              <a:gd name="connsiteX1" fmla="*/ 331526 w 331526"/>
              <a:gd name="connsiteY1" fmla="*/ 30345 h 288283"/>
              <a:gd name="connsiteX2" fmla="*/ 331526 w 331526"/>
              <a:gd name="connsiteY2" fmla="*/ 257938 h 288283"/>
              <a:gd name="connsiteX3" fmla="*/ 299202 w 331526"/>
              <a:gd name="connsiteY3" fmla="*/ 288283 h 288283"/>
              <a:gd name="connsiteX4" fmla="*/ 32323 w 331526"/>
              <a:gd name="connsiteY4" fmla="*/ 288283 h 288283"/>
              <a:gd name="connsiteX5" fmla="*/ 0 w 331526"/>
              <a:gd name="connsiteY5" fmla="*/ 257938 h 288283"/>
              <a:gd name="connsiteX6" fmla="*/ 0 w 331526"/>
              <a:gd name="connsiteY6" fmla="*/ 30345 h 288283"/>
              <a:gd name="connsiteX7" fmla="*/ 32323 w 331526"/>
              <a:gd name="connsiteY7" fmla="*/ 0 h 288283"/>
              <a:gd name="connsiteX8" fmla="*/ 299202 w 331526"/>
              <a:gd name="connsiteY8" fmla="*/ 0 h 288283"/>
              <a:gd name="connsiteX9" fmla="*/ 110854 w 331526"/>
              <a:gd name="connsiteY9" fmla="*/ 60693 h 288283"/>
              <a:gd name="connsiteX10" fmla="*/ 70449 w 331526"/>
              <a:gd name="connsiteY10" fmla="*/ 98624 h 288283"/>
              <a:gd name="connsiteX11" fmla="*/ 110854 w 331526"/>
              <a:gd name="connsiteY11" fmla="*/ 136557 h 288283"/>
              <a:gd name="connsiteX12" fmla="*/ 151259 w 331526"/>
              <a:gd name="connsiteY12" fmla="*/ 98624 h 288283"/>
              <a:gd name="connsiteX13" fmla="*/ 110854 w 331526"/>
              <a:gd name="connsiteY13" fmla="*/ 60693 h 288283"/>
              <a:gd name="connsiteX14" fmla="*/ 183583 w 331526"/>
              <a:gd name="connsiteY14" fmla="*/ 227593 h 288283"/>
              <a:gd name="connsiteX15" fmla="*/ 183583 w 331526"/>
              <a:gd name="connsiteY15" fmla="*/ 197247 h 288283"/>
              <a:gd name="connsiteX16" fmla="*/ 135097 w 331526"/>
              <a:gd name="connsiteY16" fmla="*/ 151727 h 288283"/>
              <a:gd name="connsiteX17" fmla="*/ 86612 w 331526"/>
              <a:gd name="connsiteY17" fmla="*/ 151727 h 288283"/>
              <a:gd name="connsiteX18" fmla="*/ 38126 w 331526"/>
              <a:gd name="connsiteY18" fmla="*/ 197247 h 288283"/>
              <a:gd name="connsiteX19" fmla="*/ 38126 w 331526"/>
              <a:gd name="connsiteY19" fmla="*/ 227593 h 288283"/>
              <a:gd name="connsiteX20" fmla="*/ 183583 w 331526"/>
              <a:gd name="connsiteY20" fmla="*/ 227593 h 288283"/>
              <a:gd name="connsiteX21" fmla="*/ 218507 w 331526"/>
              <a:gd name="connsiteY21" fmla="*/ 75857 h 288283"/>
              <a:gd name="connsiteX22" fmla="*/ 210971 w 331526"/>
              <a:gd name="connsiteY22" fmla="*/ 83391 h 288283"/>
              <a:gd name="connsiteX23" fmla="*/ 210971 w 331526"/>
              <a:gd name="connsiteY23" fmla="*/ 91081 h 288283"/>
              <a:gd name="connsiteX24" fmla="*/ 218507 w 331526"/>
              <a:gd name="connsiteY24" fmla="*/ 98616 h 288283"/>
              <a:gd name="connsiteX25" fmla="*/ 278782 w 331526"/>
              <a:gd name="connsiteY25" fmla="*/ 98616 h 288283"/>
              <a:gd name="connsiteX26" fmla="*/ 286318 w 331526"/>
              <a:gd name="connsiteY26" fmla="*/ 91081 h 288283"/>
              <a:gd name="connsiteX27" fmla="*/ 286318 w 331526"/>
              <a:gd name="connsiteY27" fmla="*/ 83391 h 288283"/>
              <a:gd name="connsiteX28" fmla="*/ 278782 w 331526"/>
              <a:gd name="connsiteY28" fmla="*/ 75857 h 288283"/>
              <a:gd name="connsiteX29" fmla="*/ 218507 w 331526"/>
              <a:gd name="connsiteY29" fmla="*/ 75857 h 288283"/>
              <a:gd name="connsiteX30" fmla="*/ 218507 w 331526"/>
              <a:gd name="connsiteY30" fmla="*/ 136548 h 288283"/>
              <a:gd name="connsiteX31" fmla="*/ 210971 w 331526"/>
              <a:gd name="connsiteY31" fmla="*/ 144082 h 288283"/>
              <a:gd name="connsiteX32" fmla="*/ 210971 w 331526"/>
              <a:gd name="connsiteY32" fmla="*/ 151772 h 288283"/>
              <a:gd name="connsiteX33" fmla="*/ 218507 w 331526"/>
              <a:gd name="connsiteY33" fmla="*/ 159308 h 288283"/>
              <a:gd name="connsiteX34" fmla="*/ 278782 w 331526"/>
              <a:gd name="connsiteY34" fmla="*/ 159308 h 288283"/>
              <a:gd name="connsiteX35" fmla="*/ 286318 w 331526"/>
              <a:gd name="connsiteY35" fmla="*/ 151772 h 288283"/>
              <a:gd name="connsiteX36" fmla="*/ 286318 w 331526"/>
              <a:gd name="connsiteY36" fmla="*/ 144082 h 288283"/>
              <a:gd name="connsiteX37" fmla="*/ 278782 w 331526"/>
              <a:gd name="connsiteY37" fmla="*/ 136548 h 288283"/>
              <a:gd name="connsiteX38" fmla="*/ 218507 w 331526"/>
              <a:gd name="connsiteY38" fmla="*/ 136548 h 288283"/>
              <a:gd name="connsiteX39" fmla="*/ 218507 w 331526"/>
              <a:gd name="connsiteY39" fmla="*/ 197240 h 288283"/>
              <a:gd name="connsiteX40" fmla="*/ 210971 w 331526"/>
              <a:gd name="connsiteY40" fmla="*/ 204774 h 288283"/>
              <a:gd name="connsiteX41" fmla="*/ 210971 w 331526"/>
              <a:gd name="connsiteY41" fmla="*/ 212463 h 288283"/>
              <a:gd name="connsiteX42" fmla="*/ 218507 w 331526"/>
              <a:gd name="connsiteY42" fmla="*/ 219998 h 288283"/>
              <a:gd name="connsiteX43" fmla="*/ 278782 w 331526"/>
              <a:gd name="connsiteY43" fmla="*/ 219998 h 288283"/>
              <a:gd name="connsiteX44" fmla="*/ 286318 w 331526"/>
              <a:gd name="connsiteY44" fmla="*/ 212463 h 288283"/>
              <a:gd name="connsiteX45" fmla="*/ 286318 w 331526"/>
              <a:gd name="connsiteY45" fmla="*/ 204774 h 288283"/>
              <a:gd name="connsiteX46" fmla="*/ 278782 w 331526"/>
              <a:gd name="connsiteY46" fmla="*/ 197240 h 288283"/>
              <a:gd name="connsiteX47" fmla="*/ 218507 w 331526"/>
              <a:gd name="connsiteY47" fmla="*/ 197240 h 288283"/>
            </a:gdLst>
            <a:rect l="l" t="t" r="r" b="b"/>
            <a:pathLst>
              <a:path w="331526" h="288283">
                <a:moveTo>
                  <a:pt x="299202" y="0"/>
                </a:moveTo>
                <a:cubicBezTo>
                  <a:pt x="316980" y="0"/>
                  <a:pt x="331526" y="13657"/>
                  <a:pt x="331526" y="30345"/>
                </a:cubicBezTo>
                <a:lnTo>
                  <a:pt x="331526" y="257938"/>
                </a:lnTo>
                <a:cubicBezTo>
                  <a:pt x="331526" y="274626"/>
                  <a:pt x="316980" y="288283"/>
                  <a:pt x="299202" y="288283"/>
                </a:cubicBezTo>
                <a:lnTo>
                  <a:pt x="32323" y="288283"/>
                </a:lnTo>
                <a:cubicBezTo>
                  <a:pt x="14546" y="288283"/>
                  <a:pt x="0" y="274626"/>
                  <a:pt x="0" y="257938"/>
                </a:cubicBezTo>
                <a:lnTo>
                  <a:pt x="0" y="30345"/>
                </a:lnTo>
                <a:cubicBezTo>
                  <a:pt x="0" y="13657"/>
                  <a:pt x="14546" y="0"/>
                  <a:pt x="32323" y="0"/>
                </a:cubicBezTo>
                <a:lnTo>
                  <a:pt x="299202" y="0"/>
                </a:lnTo>
                <a:moveTo>
                  <a:pt x="110854" y="60693"/>
                </a:moveTo>
                <a:cubicBezTo>
                  <a:pt x="88229" y="60693"/>
                  <a:pt x="70449" y="77382"/>
                  <a:pt x="70449" y="98624"/>
                </a:cubicBezTo>
                <a:cubicBezTo>
                  <a:pt x="70449" y="119864"/>
                  <a:pt x="88229" y="136557"/>
                  <a:pt x="110854" y="136557"/>
                </a:cubicBezTo>
                <a:cubicBezTo>
                  <a:pt x="133481" y="136557"/>
                  <a:pt x="151259" y="119864"/>
                  <a:pt x="151259" y="98624"/>
                </a:cubicBezTo>
                <a:cubicBezTo>
                  <a:pt x="151259" y="77382"/>
                  <a:pt x="133481" y="60693"/>
                  <a:pt x="110854" y="60693"/>
                </a:cubicBezTo>
                <a:moveTo>
                  <a:pt x="183583" y="227593"/>
                </a:moveTo>
                <a:lnTo>
                  <a:pt x="183583" y="197247"/>
                </a:lnTo>
                <a:cubicBezTo>
                  <a:pt x="183583" y="172211"/>
                  <a:pt x="161765" y="151727"/>
                  <a:pt x="135097" y="151727"/>
                </a:cubicBezTo>
                <a:lnTo>
                  <a:pt x="86612" y="151727"/>
                </a:lnTo>
                <a:cubicBezTo>
                  <a:pt x="59945" y="151727"/>
                  <a:pt x="38126" y="172211"/>
                  <a:pt x="38126" y="197247"/>
                </a:cubicBezTo>
                <a:lnTo>
                  <a:pt x="38126" y="227593"/>
                </a:lnTo>
                <a:lnTo>
                  <a:pt x="183583" y="227593"/>
                </a:lnTo>
                <a:moveTo>
                  <a:pt x="218507" y="75857"/>
                </a:moveTo>
                <a:cubicBezTo>
                  <a:pt x="214345" y="75857"/>
                  <a:pt x="210971" y="79230"/>
                  <a:pt x="210971" y="83391"/>
                </a:cubicBezTo>
                <a:lnTo>
                  <a:pt x="210971" y="91081"/>
                </a:lnTo>
                <a:cubicBezTo>
                  <a:pt x="210971" y="95242"/>
                  <a:pt x="214345" y="98616"/>
                  <a:pt x="218507" y="98616"/>
                </a:cubicBezTo>
                <a:lnTo>
                  <a:pt x="278782" y="98616"/>
                </a:lnTo>
                <a:cubicBezTo>
                  <a:pt x="282944" y="98616"/>
                  <a:pt x="286318" y="95242"/>
                  <a:pt x="286318" y="91081"/>
                </a:cubicBezTo>
                <a:lnTo>
                  <a:pt x="286318" y="83391"/>
                </a:lnTo>
                <a:cubicBezTo>
                  <a:pt x="286318" y="79230"/>
                  <a:pt x="282944" y="75857"/>
                  <a:pt x="278782" y="75857"/>
                </a:cubicBezTo>
                <a:lnTo>
                  <a:pt x="218507" y="75857"/>
                </a:lnTo>
                <a:moveTo>
                  <a:pt x="218507" y="136548"/>
                </a:moveTo>
                <a:cubicBezTo>
                  <a:pt x="214345" y="136548"/>
                  <a:pt x="210971" y="139921"/>
                  <a:pt x="210971" y="144082"/>
                </a:cubicBezTo>
                <a:lnTo>
                  <a:pt x="210971" y="151772"/>
                </a:lnTo>
                <a:cubicBezTo>
                  <a:pt x="210971" y="155934"/>
                  <a:pt x="214345" y="159308"/>
                  <a:pt x="218507" y="159308"/>
                </a:cubicBezTo>
                <a:lnTo>
                  <a:pt x="278782" y="159308"/>
                </a:lnTo>
                <a:cubicBezTo>
                  <a:pt x="282944" y="159308"/>
                  <a:pt x="286318" y="155934"/>
                  <a:pt x="286318" y="151772"/>
                </a:cubicBezTo>
                <a:lnTo>
                  <a:pt x="286318" y="144082"/>
                </a:lnTo>
                <a:cubicBezTo>
                  <a:pt x="286318" y="139921"/>
                  <a:pt x="282944" y="136548"/>
                  <a:pt x="278782" y="136548"/>
                </a:cubicBezTo>
                <a:lnTo>
                  <a:pt x="218507" y="136548"/>
                </a:lnTo>
                <a:moveTo>
                  <a:pt x="218507" y="197240"/>
                </a:moveTo>
                <a:cubicBezTo>
                  <a:pt x="214345" y="197240"/>
                  <a:pt x="210971" y="200613"/>
                  <a:pt x="210971" y="204774"/>
                </a:cubicBezTo>
                <a:lnTo>
                  <a:pt x="210971" y="212463"/>
                </a:lnTo>
                <a:cubicBezTo>
                  <a:pt x="210971" y="216626"/>
                  <a:pt x="214345" y="219998"/>
                  <a:pt x="218507" y="219998"/>
                </a:cubicBezTo>
                <a:lnTo>
                  <a:pt x="278782" y="219998"/>
                </a:lnTo>
                <a:cubicBezTo>
                  <a:pt x="282944" y="219998"/>
                  <a:pt x="286318" y="216626"/>
                  <a:pt x="286318" y="212463"/>
                </a:cubicBezTo>
                <a:lnTo>
                  <a:pt x="286318" y="204774"/>
                </a:lnTo>
                <a:cubicBezTo>
                  <a:pt x="286318" y="200613"/>
                  <a:pt x="282944" y="197240"/>
                  <a:pt x="278782" y="197240"/>
                </a:cubicBezTo>
                <a:lnTo>
                  <a:pt x="218507" y="197240"/>
                </a:ln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6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FD1A308D-338B-7213-886C-63BC773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200" y="1222082"/>
            <a:ext cx="2625375" cy="1398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rot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姓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名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：有趣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	</a:t>
            </a: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性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别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女</a:t>
            </a: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民    族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汉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	</a:t>
            </a:r>
          </a:p>
        </p:txBody>
      </p:sp>
      <p:sp>
        <p:nvSpPr>
          <p:cNvPr id="43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D67C7269-B0C2-EFAB-44DC-D8A7B8A9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859" y="1222082"/>
            <a:ext cx="2928339" cy="1398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rot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出生年月：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2004.05	</a:t>
            </a: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政治面貌：中共党员</a:t>
            </a: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籍       贯：北京市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区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9AFF0BD-A0CF-CA12-3735-E8434EC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182" y="3565704"/>
            <a:ext cx="8622684" cy="28996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 b="1"/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A9409DA3-34C0-5823-D2FF-5726D9A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947" y="3734861"/>
            <a:ext cx="136186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>
                    <a:lumMod val="60000"/>
                    <a:lumOff val="40000"/>
                  </a:schemeClr>
                </a:solidFill>
              </a:rPr>
              <a:t>学业经历</a:t>
            </a:r>
          </a:p>
        </p:txBody>
      </p:sp>
      <p:sp>
        <p:nvSpPr>
          <p:cNvPr id="48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B91DBED8-543C-4E3D-B0D7-0A49BBCF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63" y="3919526"/>
            <a:ext cx="587677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图形 21">
            <a:extLst xmlns:a="http://schemas.openxmlformats.org/drawingml/2006/main">
              <a:ext uri="{FF2B5EF4-FFF2-40B4-BE49-F238E27FC236}">
                <a16:creationId xmlns:a16="http://schemas.microsoft.com/office/drawing/2014/main" id="{BBCF4AE2-20D5-AB66-D667-1150622A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166" y="3765645"/>
            <a:ext cx="331525" cy="307761"/>
          </a:xfrm>
          <a:custGeom xmlns:a="http://schemas.openxmlformats.org/drawingml/2006/main">
            <a:gdLst>
              <a:gd name="connsiteX0" fmla="*/ 206207 w 331525"/>
              <a:gd name="connsiteY0" fmla="*/ 185513 h 307761"/>
              <a:gd name="connsiteX1" fmla="*/ 206207 w 331525"/>
              <a:gd name="connsiteY1" fmla="*/ 190909 h 307761"/>
              <a:gd name="connsiteX2" fmla="*/ 199728 w 331525"/>
              <a:gd name="connsiteY2" fmla="*/ 197422 h 307761"/>
              <a:gd name="connsiteX3" fmla="*/ 132535 w 331525"/>
              <a:gd name="connsiteY3" fmla="*/ 197422 h 307761"/>
              <a:gd name="connsiteX4" fmla="*/ 126056 w 331525"/>
              <a:gd name="connsiteY4" fmla="*/ 190909 h 307761"/>
              <a:gd name="connsiteX5" fmla="*/ 126056 w 331525"/>
              <a:gd name="connsiteY5" fmla="*/ 185513 h 307761"/>
              <a:gd name="connsiteX6" fmla="*/ 0 w 331525"/>
              <a:gd name="connsiteY6" fmla="*/ 185513 h 307761"/>
              <a:gd name="connsiteX7" fmla="*/ 0 w 331525"/>
              <a:gd name="connsiteY7" fmla="*/ 281154 h 307761"/>
              <a:gd name="connsiteX8" fmla="*/ 26285 w 331525"/>
              <a:gd name="connsiteY8" fmla="*/ 307762 h 307761"/>
              <a:gd name="connsiteX9" fmla="*/ 305239 w 331525"/>
              <a:gd name="connsiteY9" fmla="*/ 307762 h 307761"/>
              <a:gd name="connsiteX10" fmla="*/ 331522 w 331525"/>
              <a:gd name="connsiteY10" fmla="*/ 281154 h 307761"/>
              <a:gd name="connsiteX11" fmla="*/ 331522 w 331525"/>
              <a:gd name="connsiteY11" fmla="*/ 185513 h 307761"/>
              <a:gd name="connsiteX12" fmla="*/ 206207 w 331525"/>
              <a:gd name="connsiteY12" fmla="*/ 185513 h 307761"/>
              <a:gd name="connsiteX13" fmla="*/ 126056 w 331525"/>
              <a:gd name="connsiteY13" fmla="*/ 165790 h 307761"/>
              <a:gd name="connsiteX14" fmla="*/ 126056 w 331525"/>
              <a:gd name="connsiteY14" fmla="*/ 160394 h 307761"/>
              <a:gd name="connsiteX15" fmla="*/ 132535 w 331525"/>
              <a:gd name="connsiteY15" fmla="*/ 153881 h 307761"/>
              <a:gd name="connsiteX16" fmla="*/ 199728 w 331525"/>
              <a:gd name="connsiteY16" fmla="*/ 153881 h 307761"/>
              <a:gd name="connsiteX17" fmla="*/ 206207 w 331525"/>
              <a:gd name="connsiteY17" fmla="*/ 160394 h 307761"/>
              <a:gd name="connsiteX18" fmla="*/ 206207 w 331525"/>
              <a:gd name="connsiteY18" fmla="*/ 165790 h 307761"/>
              <a:gd name="connsiteX19" fmla="*/ 331525 w 331525"/>
              <a:gd name="connsiteY19" fmla="*/ 165790 h 307761"/>
              <a:gd name="connsiteX20" fmla="*/ 331522 w 331525"/>
              <a:gd name="connsiteY20" fmla="*/ 72754 h 307761"/>
              <a:gd name="connsiteX21" fmla="*/ 305424 w 331525"/>
              <a:gd name="connsiteY21" fmla="*/ 46146 h 307761"/>
              <a:gd name="connsiteX22" fmla="*/ 228419 w 331525"/>
              <a:gd name="connsiteY22" fmla="*/ 46146 h 307761"/>
              <a:gd name="connsiteX23" fmla="*/ 228419 w 331525"/>
              <a:gd name="connsiteY23" fmla="*/ 21398 h 307761"/>
              <a:gd name="connsiteX24" fmla="*/ 208984 w 331525"/>
              <a:gd name="connsiteY24" fmla="*/ 0 h 307761"/>
              <a:gd name="connsiteX25" fmla="*/ 122910 w 331525"/>
              <a:gd name="connsiteY25" fmla="*/ 0 h 307761"/>
              <a:gd name="connsiteX26" fmla="*/ 103474 w 331525"/>
              <a:gd name="connsiteY26" fmla="*/ 21398 h 307761"/>
              <a:gd name="connsiteX27" fmla="*/ 103474 w 331525"/>
              <a:gd name="connsiteY27" fmla="*/ 46146 h 307761"/>
              <a:gd name="connsiteX28" fmla="*/ 26285 w 331525"/>
              <a:gd name="connsiteY28" fmla="*/ 46146 h 307761"/>
              <a:gd name="connsiteX29" fmla="*/ 0 w 331525"/>
              <a:gd name="connsiteY29" fmla="*/ 72754 h 307761"/>
              <a:gd name="connsiteX30" fmla="*/ 0 w 331525"/>
              <a:gd name="connsiteY30" fmla="*/ 165790 h 307761"/>
              <a:gd name="connsiteX31" fmla="*/ 126056 w 331525"/>
              <a:gd name="connsiteY31" fmla="*/ 165790 h 307761"/>
              <a:gd name="connsiteX32" fmla="*/ 126797 w 331525"/>
              <a:gd name="connsiteY32" fmla="*/ 26794 h 307761"/>
              <a:gd name="connsiteX33" fmla="*/ 131609 w 331525"/>
              <a:gd name="connsiteY33" fmla="*/ 21957 h 307761"/>
              <a:gd name="connsiteX34" fmla="*/ 200099 w 331525"/>
              <a:gd name="connsiteY34" fmla="*/ 21957 h 307761"/>
              <a:gd name="connsiteX35" fmla="*/ 204911 w 331525"/>
              <a:gd name="connsiteY35" fmla="*/ 26794 h 307761"/>
              <a:gd name="connsiteX36" fmla="*/ 204911 w 331525"/>
              <a:gd name="connsiteY36" fmla="*/ 45960 h 307761"/>
              <a:gd name="connsiteX37" fmla="*/ 126797 w 331525"/>
              <a:gd name="connsiteY37" fmla="*/ 45960 h 307761"/>
              <a:gd name="connsiteX38" fmla="*/ 126797 w 331525"/>
              <a:gd name="connsiteY38" fmla="*/ 26794 h 307761"/>
            </a:gdLst>
            <a:rect l="l" t="t" r="r" b="b"/>
            <a:pathLst>
              <a:path w="331525" h="307761">
                <a:moveTo>
                  <a:pt x="206207" y="185513"/>
                </a:moveTo>
                <a:lnTo>
                  <a:pt x="206207" y="190909"/>
                </a:lnTo>
                <a:cubicBezTo>
                  <a:pt x="206207" y="194445"/>
                  <a:pt x="203244" y="197422"/>
                  <a:pt x="199728" y="197422"/>
                </a:cubicBezTo>
                <a:lnTo>
                  <a:pt x="132535" y="197422"/>
                </a:lnTo>
                <a:cubicBezTo>
                  <a:pt x="129018" y="197422"/>
                  <a:pt x="126056" y="194445"/>
                  <a:pt x="126056" y="190909"/>
                </a:cubicBezTo>
                <a:lnTo>
                  <a:pt x="126056" y="185513"/>
                </a:lnTo>
                <a:lnTo>
                  <a:pt x="0" y="185513"/>
                </a:lnTo>
                <a:lnTo>
                  <a:pt x="0" y="281154"/>
                </a:lnTo>
                <a:cubicBezTo>
                  <a:pt x="0" y="295854"/>
                  <a:pt x="11847" y="307762"/>
                  <a:pt x="26285" y="307762"/>
                </a:cubicBezTo>
                <a:lnTo>
                  <a:pt x="305239" y="307762"/>
                </a:lnTo>
                <a:cubicBezTo>
                  <a:pt x="319862" y="307762"/>
                  <a:pt x="331522" y="295854"/>
                  <a:pt x="331522" y="281154"/>
                </a:cubicBezTo>
                <a:lnTo>
                  <a:pt x="331522" y="185513"/>
                </a:lnTo>
                <a:lnTo>
                  <a:pt x="206207" y="185513"/>
                </a:lnTo>
                <a:moveTo>
                  <a:pt x="126056" y="165790"/>
                </a:moveTo>
                <a:lnTo>
                  <a:pt x="126056" y="160394"/>
                </a:lnTo>
                <a:cubicBezTo>
                  <a:pt x="126056" y="156858"/>
                  <a:pt x="129018" y="153881"/>
                  <a:pt x="132535" y="153881"/>
                </a:cubicBezTo>
                <a:lnTo>
                  <a:pt x="199728" y="153881"/>
                </a:lnTo>
                <a:cubicBezTo>
                  <a:pt x="203244" y="153881"/>
                  <a:pt x="206207" y="156858"/>
                  <a:pt x="206207" y="160394"/>
                </a:cubicBezTo>
                <a:lnTo>
                  <a:pt x="206207" y="165790"/>
                </a:lnTo>
                <a:lnTo>
                  <a:pt x="331525" y="165790"/>
                </a:lnTo>
                <a:lnTo>
                  <a:pt x="331522" y="72754"/>
                </a:lnTo>
                <a:cubicBezTo>
                  <a:pt x="331708" y="58054"/>
                  <a:pt x="319862" y="46146"/>
                  <a:pt x="305424" y="46146"/>
                </a:cubicBezTo>
                <a:lnTo>
                  <a:pt x="228419" y="46146"/>
                </a:lnTo>
                <a:lnTo>
                  <a:pt x="228419" y="21398"/>
                </a:lnTo>
                <a:cubicBezTo>
                  <a:pt x="228419" y="10606"/>
                  <a:pt x="219719" y="0"/>
                  <a:pt x="208984" y="0"/>
                </a:cubicBezTo>
                <a:lnTo>
                  <a:pt x="122910" y="0"/>
                </a:lnTo>
                <a:cubicBezTo>
                  <a:pt x="112174" y="0"/>
                  <a:pt x="103474" y="10606"/>
                  <a:pt x="103474" y="21398"/>
                </a:cubicBezTo>
                <a:lnTo>
                  <a:pt x="103474" y="46146"/>
                </a:lnTo>
                <a:lnTo>
                  <a:pt x="26285" y="46146"/>
                </a:lnTo>
                <a:cubicBezTo>
                  <a:pt x="11847" y="46146"/>
                  <a:pt x="0" y="58054"/>
                  <a:pt x="0" y="72754"/>
                </a:cubicBezTo>
                <a:lnTo>
                  <a:pt x="0" y="165790"/>
                </a:lnTo>
                <a:lnTo>
                  <a:pt x="126056" y="165790"/>
                </a:lnTo>
                <a:moveTo>
                  <a:pt x="126797" y="26794"/>
                </a:moveTo>
                <a:cubicBezTo>
                  <a:pt x="126797" y="24189"/>
                  <a:pt x="128833" y="21957"/>
                  <a:pt x="131609" y="21957"/>
                </a:cubicBezTo>
                <a:lnTo>
                  <a:pt x="200099" y="21957"/>
                </a:lnTo>
                <a:cubicBezTo>
                  <a:pt x="202690" y="21957"/>
                  <a:pt x="204911" y="24003"/>
                  <a:pt x="204911" y="26794"/>
                </a:cubicBezTo>
                <a:lnTo>
                  <a:pt x="204911" y="45960"/>
                </a:lnTo>
                <a:lnTo>
                  <a:pt x="126797" y="45960"/>
                </a:lnTo>
                <a:lnTo>
                  <a:pt x="126797" y="26794"/>
                </a:lnTo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 w="126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9F226AF8-17AF-BDC5-68DE-0444628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703" y="4169376"/>
            <a:ext cx="8360911" cy="2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ts val="2500"/>
              </a:lnSpc>
              <a:buFont typeface="Arial"/>
              <a:buChar char="•"/>
            </a:pP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核心课程：内科学（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分）、外科学（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分）、妇产科学（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分）、儿科学（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 spc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分）</a:t>
            </a:r>
            <a:endParaRPr sz="1400" kern="100" spc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just">
              <a:lnSpc>
                <a:spcPts val="2500"/>
              </a:lnSpc>
              <a:buFont typeface="Arial"/>
              <a:buChar char="•"/>
            </a:pP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英语水平：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CET-4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660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）、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CET-6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650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），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具有良好的具备良好的医学文献阅读与翻译能力</a:t>
            </a:r>
          </a:p>
          <a:p xmlns:a="http://schemas.openxmlformats.org/drawingml/2006/main">
            <a:pPr marL="285750" indent="-285750" algn="just">
              <a:lnSpc>
                <a:spcPts val="2500"/>
              </a:lnSpc>
              <a:buFont typeface="Arial"/>
              <a:buChar char="•"/>
            </a:pP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计算机水平：计算机二级，熟练使用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Office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办公软件（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Word, Excel, PowerPoint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）、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SPSS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GraphPad Prism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等数据分析与作图软件</a:t>
            </a:r>
            <a:endParaRPr sz="1400" kern="1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just">
              <a:lnSpc>
                <a:spcPts val="2500"/>
              </a:lnSpc>
              <a:buFont typeface="Arial"/>
              <a:buChar char="•"/>
            </a:pP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技能证书：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XXXX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大赛国家一等奖，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XXXX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大赛国家二等奖，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XXXX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大赛国家二等奖等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sz="14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多个奖项</a:t>
            </a:r>
            <a:endParaRPr sz="1400" kern="1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just">
              <a:lnSpc>
                <a:spcPts val="2500"/>
              </a:lnSpc>
              <a:buNone/>
            </a:pPr>
            <a:endParaRPr sz="1400" kern="1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4794B56-6D57-EDA6-C941-C0BC29DE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2980531"/>
            <a:ext cx="18568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</a:rPr>
              <a:t>北京</a:t>
            </a:r>
            <a:r>
              <a:rPr b="1">
                <a:solidFill>
                  <a:schemeClr val="accent1"/>
                </a:solidFill>
              </a:rPr>
              <a:t>XX</a:t>
            </a:r>
            <a:r>
              <a:rPr b="1">
                <a:solidFill>
                  <a:schemeClr val="accent1"/>
                </a:solidFill>
              </a:rPr>
              <a:t>大学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BE0C0B8D-8F7D-60EB-741F-D9B3A1DF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813" y="2980531"/>
            <a:ext cx="256063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</a:rPr>
              <a:t>临床医学（五年制）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592053E-2D61-F9B0-4A4D-521D4FA2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592" y="2980531"/>
            <a:ext cx="403793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GPA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：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3.95/4.0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（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专业排名：前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1%</a:t>
            </a:r>
            <a:r>
              <a:rPr b="1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）</a:t>
            </a:r>
          </a:p>
        </p:txBody>
      </p:sp>
      <p:sp>
        <p:nvSpPr>
          <p:cNvPr id="56" name="图形 54">
            <a:extLst xmlns:a="http://schemas.openxmlformats.org/drawingml/2006/main">
              <a:ext uri="{FF2B5EF4-FFF2-40B4-BE49-F238E27FC236}">
                <a16:creationId xmlns:a16="http://schemas.microsoft.com/office/drawing/2014/main" id="{D33A717A-BA41-1236-ECBA-B942A2C5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063" y="3026444"/>
            <a:ext cx="344457" cy="277506"/>
          </a:xfrm>
          <a:custGeom xmlns:a="http://schemas.openxmlformats.org/drawingml/2006/main">
            <a:gdLst>
              <a:gd name="connsiteX0" fmla="*/ 1313241 w 1594567"/>
              <a:gd name="connsiteY0" fmla="*/ 601734 h 1284637"/>
              <a:gd name="connsiteX1" fmla="*/ 1313241 w 1594567"/>
              <a:gd name="connsiteY1" fmla="*/ 1086200 h 1284637"/>
              <a:gd name="connsiteX2" fmla="*/ 797303 w 1594567"/>
              <a:gd name="connsiteY2" fmla="*/ 1284637 h 1284637"/>
              <a:gd name="connsiteX3" fmla="*/ 281564 w 1594567"/>
              <a:gd name="connsiteY3" fmla="*/ 1091756 h 1284637"/>
              <a:gd name="connsiteX4" fmla="*/ 281366 w 1594567"/>
              <a:gd name="connsiteY4" fmla="*/ 1086200 h 1284637"/>
              <a:gd name="connsiteX5" fmla="*/ 281366 w 1594567"/>
              <a:gd name="connsiteY5" fmla="*/ 601734 h 1284637"/>
              <a:gd name="connsiteX6" fmla="*/ 765157 w 1594567"/>
              <a:gd name="connsiteY6" fmla="*/ 816206 h 1284637"/>
              <a:gd name="connsiteX7" fmla="*/ 822545 w 1594567"/>
              <a:gd name="connsiteY7" fmla="*/ 818904 h 1284637"/>
              <a:gd name="connsiteX8" fmla="*/ 829490 w 1594567"/>
              <a:gd name="connsiteY8" fmla="*/ 816206 h 1284637"/>
              <a:gd name="connsiteX9" fmla="*/ 1313241 w 1594567"/>
              <a:gd name="connsiteY9" fmla="*/ 601734 h 1284637"/>
              <a:gd name="connsiteX10" fmla="*/ 829450 w 1594567"/>
              <a:gd name="connsiteY10" fmla="*/ 6819 h 1284637"/>
              <a:gd name="connsiteX11" fmla="*/ 1570972 w 1594567"/>
              <a:gd name="connsiteY11" fmla="*/ 335550 h 1284637"/>
              <a:gd name="connsiteX12" fmla="*/ 1591144 w 1594567"/>
              <a:gd name="connsiteY12" fmla="*/ 387926 h 1284637"/>
              <a:gd name="connsiteX13" fmla="*/ 1570972 w 1594567"/>
              <a:gd name="connsiteY13" fmla="*/ 408099 h 1284637"/>
              <a:gd name="connsiteX14" fmla="*/ 1471991 w 1594567"/>
              <a:gd name="connsiteY14" fmla="*/ 451993 h 1284637"/>
              <a:gd name="connsiteX15" fmla="*/ 1471991 w 1594567"/>
              <a:gd name="connsiteY15" fmla="*/ 819103 h 1284637"/>
              <a:gd name="connsiteX16" fmla="*/ 1500882 w 1594567"/>
              <a:gd name="connsiteY16" fmla="*/ 927575 h 1284637"/>
              <a:gd name="connsiteX17" fmla="*/ 1392410 w 1594567"/>
              <a:gd name="connsiteY17" fmla="*/ 956465 h 1284637"/>
              <a:gd name="connsiteX18" fmla="*/ 1363519 w 1594567"/>
              <a:gd name="connsiteY18" fmla="*/ 847993 h 1284637"/>
              <a:gd name="connsiteX19" fmla="*/ 1392616 w 1594567"/>
              <a:gd name="connsiteY19" fmla="*/ 818984 h 1284637"/>
              <a:gd name="connsiteX20" fmla="*/ 1392616 w 1594567"/>
              <a:gd name="connsiteY20" fmla="*/ 487077 h 1284637"/>
              <a:gd name="connsiteX21" fmla="*/ 829450 w 1594567"/>
              <a:gd name="connsiteY21" fmla="*/ 736791 h 1284637"/>
              <a:gd name="connsiteX22" fmla="*/ 765157 w 1594567"/>
              <a:gd name="connsiteY22" fmla="*/ 736791 h 1284637"/>
              <a:gd name="connsiteX23" fmla="*/ 23596 w 1594567"/>
              <a:gd name="connsiteY23" fmla="*/ 408099 h 1284637"/>
              <a:gd name="connsiteX24" fmla="*/ 3423 w 1594567"/>
              <a:gd name="connsiteY24" fmla="*/ 355723 h 1284637"/>
              <a:gd name="connsiteX25" fmla="*/ 23596 w 1594567"/>
              <a:gd name="connsiteY25" fmla="*/ 335550 h 1284637"/>
              <a:gd name="connsiteX26" fmla="*/ 765077 w 1594567"/>
              <a:gd name="connsiteY26" fmla="*/ 6819 h 1284637"/>
              <a:gd name="connsiteX27" fmla="*/ 829450 w 1594567"/>
              <a:gd name="connsiteY27" fmla="*/ 6819 h 1284637"/>
            </a:gdLst>
            <a:rect l="l" t="t" r="r" b="b"/>
            <a:pathLst>
              <a:path w="1594567" h="1284637">
                <a:moveTo>
                  <a:pt x="1313241" y="601734"/>
                </a:moveTo>
                <a:lnTo>
                  <a:pt x="1313241" y="1086200"/>
                </a:lnTo>
                <a:cubicBezTo>
                  <a:pt x="1313241" y="1195777"/>
                  <a:pt x="1082260" y="1284637"/>
                  <a:pt x="797303" y="1284637"/>
                </a:cubicBezTo>
                <a:cubicBezTo>
                  <a:pt x="517189" y="1284637"/>
                  <a:pt x="289224" y="1198793"/>
                  <a:pt x="281564" y="1091756"/>
                </a:cubicBezTo>
                <a:lnTo>
                  <a:pt x="281366" y="1086200"/>
                </a:lnTo>
                <a:lnTo>
                  <a:pt x="281366" y="601734"/>
                </a:lnTo>
                <a:lnTo>
                  <a:pt x="765157" y="816206"/>
                </a:lnTo>
                <a:cubicBezTo>
                  <a:pt x="783278" y="824239"/>
                  <a:pt x="803749" y="825202"/>
                  <a:pt x="822545" y="818904"/>
                </a:cubicBezTo>
                <a:lnTo>
                  <a:pt x="829490" y="816206"/>
                </a:lnTo>
                <a:lnTo>
                  <a:pt x="1313241" y="601734"/>
                </a:lnTo>
                <a:close/>
                <a:moveTo>
                  <a:pt x="829450" y="6819"/>
                </a:moveTo>
                <a:lnTo>
                  <a:pt x="1570972" y="335550"/>
                </a:lnTo>
                <a:cubicBezTo>
                  <a:pt x="1591005" y="344443"/>
                  <a:pt x="1600037" y="367893"/>
                  <a:pt x="1591144" y="387926"/>
                </a:cubicBezTo>
                <a:cubicBezTo>
                  <a:pt x="1587153" y="396918"/>
                  <a:pt x="1579964" y="404108"/>
                  <a:pt x="1570972" y="408099"/>
                </a:cubicBezTo>
                <a:lnTo>
                  <a:pt x="1471991" y="451993"/>
                </a:lnTo>
                <a:lnTo>
                  <a:pt x="1471991" y="819103"/>
                </a:lnTo>
                <a:cubicBezTo>
                  <a:pt x="1509923" y="841079"/>
                  <a:pt x="1522857" y="889643"/>
                  <a:pt x="1500882" y="927575"/>
                </a:cubicBezTo>
                <a:cubicBezTo>
                  <a:pt x="1478906" y="965506"/>
                  <a:pt x="1430341" y="978441"/>
                  <a:pt x="1392410" y="956465"/>
                </a:cubicBezTo>
                <a:cubicBezTo>
                  <a:pt x="1354478" y="934489"/>
                  <a:pt x="1341544" y="885925"/>
                  <a:pt x="1363519" y="847993"/>
                </a:cubicBezTo>
                <a:cubicBezTo>
                  <a:pt x="1370504" y="835937"/>
                  <a:pt x="1380539" y="825932"/>
                  <a:pt x="1392616" y="818984"/>
                </a:cubicBezTo>
                <a:lnTo>
                  <a:pt x="1392616" y="487077"/>
                </a:lnTo>
                <a:lnTo>
                  <a:pt x="829450" y="736791"/>
                </a:lnTo>
                <a:cubicBezTo>
                  <a:pt x="808978" y="745859"/>
                  <a:pt x="785629" y="745859"/>
                  <a:pt x="765157" y="736791"/>
                </a:cubicBezTo>
                <a:lnTo>
                  <a:pt x="23596" y="408099"/>
                </a:lnTo>
                <a:cubicBezTo>
                  <a:pt x="3562" y="399206"/>
                  <a:pt x="-5470" y="375757"/>
                  <a:pt x="3423" y="355723"/>
                </a:cubicBezTo>
                <a:cubicBezTo>
                  <a:pt x="7415" y="346731"/>
                  <a:pt x="14604" y="339542"/>
                  <a:pt x="23596" y="335550"/>
                </a:cubicBezTo>
                <a:lnTo>
                  <a:pt x="765077" y="6819"/>
                </a:lnTo>
                <a:cubicBezTo>
                  <a:pt x="785572" y="-2273"/>
                  <a:pt x="808956" y="-2273"/>
                  <a:pt x="829450" y="681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图形 82">
            <a:extLst xmlns:a="http://schemas.openxmlformats.org/drawingml/2006/main">
              <a:ext uri="{FF2B5EF4-FFF2-40B4-BE49-F238E27FC236}">
                <a16:creationId xmlns:a16="http://schemas.microsoft.com/office/drawing/2014/main" id="{F3BC573E-67E7-280C-237C-5677CD75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796" y="3030139"/>
            <a:ext cx="259016" cy="270116"/>
          </a:xfrm>
          <a:custGeom xmlns:a="http://schemas.openxmlformats.org/drawingml/2006/main"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图形 58">
            <a:extLst xmlns:a="http://schemas.openxmlformats.org/drawingml/2006/main">
              <a:ext uri="{FF2B5EF4-FFF2-40B4-BE49-F238E27FC236}">
                <a16:creationId xmlns:a16="http://schemas.microsoft.com/office/drawing/2014/main" id="{1AA25F5D-7955-7736-FD23-3CB5E632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863" y="3030129"/>
            <a:ext cx="252830" cy="270137"/>
          </a:xfrm>
          <a:custGeom xmlns:a="http://schemas.openxmlformats.org/drawingml/2006/main">
            <a:gdLst>
              <a:gd name="connsiteX0" fmla="*/ 211931 w 252830"/>
              <a:gd name="connsiteY0" fmla="*/ 0 h 270137"/>
              <a:gd name="connsiteX1" fmla="*/ 252830 w 252830"/>
              <a:gd name="connsiteY1" fmla="*/ 42941 h 270137"/>
              <a:gd name="connsiteX2" fmla="*/ 252830 w 252830"/>
              <a:gd name="connsiteY2" fmla="*/ 227197 h 270137"/>
              <a:gd name="connsiteX3" fmla="*/ 211931 w 252830"/>
              <a:gd name="connsiteY3" fmla="*/ 270138 h 270137"/>
              <a:gd name="connsiteX4" fmla="*/ 40899 w 252830"/>
              <a:gd name="connsiteY4" fmla="*/ 270138 h 270137"/>
              <a:gd name="connsiteX5" fmla="*/ 0 w 252830"/>
              <a:gd name="connsiteY5" fmla="*/ 227197 h 270137"/>
              <a:gd name="connsiteX6" fmla="*/ 0 w 252830"/>
              <a:gd name="connsiteY6" fmla="*/ 42941 h 270137"/>
              <a:gd name="connsiteX7" fmla="*/ 40899 w 252830"/>
              <a:gd name="connsiteY7" fmla="*/ 0 h 270137"/>
              <a:gd name="connsiteX8" fmla="*/ 211931 w 252830"/>
              <a:gd name="connsiteY8" fmla="*/ 0 h 270137"/>
              <a:gd name="connsiteX9" fmla="*/ 186888 w 252830"/>
              <a:gd name="connsiteY9" fmla="*/ 195186 h 270137"/>
              <a:gd name="connsiteX10" fmla="*/ 65161 w 252830"/>
              <a:gd name="connsiteY10" fmla="*/ 195186 h 270137"/>
              <a:gd name="connsiteX11" fmla="*/ 59306 w 252830"/>
              <a:gd name="connsiteY11" fmla="*/ 201042 h 270137"/>
              <a:gd name="connsiteX12" fmla="*/ 65161 w 252830"/>
              <a:gd name="connsiteY12" fmla="*/ 206897 h 270137"/>
              <a:gd name="connsiteX13" fmla="*/ 186888 w 252830"/>
              <a:gd name="connsiteY13" fmla="*/ 206897 h 270137"/>
              <a:gd name="connsiteX14" fmla="*/ 192744 w 252830"/>
              <a:gd name="connsiteY14" fmla="*/ 201042 h 270137"/>
              <a:gd name="connsiteX15" fmla="*/ 186888 w 252830"/>
              <a:gd name="connsiteY15" fmla="*/ 195186 h 270137"/>
              <a:gd name="connsiteX16" fmla="*/ 186888 w 252830"/>
              <a:gd name="connsiteY16" fmla="*/ 143657 h 270137"/>
              <a:gd name="connsiteX17" fmla="*/ 65942 w 252830"/>
              <a:gd name="connsiteY17" fmla="*/ 143657 h 270137"/>
              <a:gd name="connsiteX18" fmla="*/ 60086 w 252830"/>
              <a:gd name="connsiteY18" fmla="*/ 149513 h 270137"/>
              <a:gd name="connsiteX19" fmla="*/ 65942 w 252830"/>
              <a:gd name="connsiteY19" fmla="*/ 155368 h 270137"/>
              <a:gd name="connsiteX20" fmla="*/ 186888 w 252830"/>
              <a:gd name="connsiteY20" fmla="*/ 155368 h 270137"/>
              <a:gd name="connsiteX21" fmla="*/ 192744 w 252830"/>
              <a:gd name="connsiteY21" fmla="*/ 149513 h 270137"/>
              <a:gd name="connsiteX22" fmla="*/ 186888 w 252830"/>
              <a:gd name="connsiteY22" fmla="*/ 143657 h 270137"/>
              <a:gd name="connsiteX23" fmla="*/ 92379 w 252830"/>
              <a:gd name="connsiteY23" fmla="*/ 36815 h 270137"/>
              <a:gd name="connsiteX24" fmla="*/ 80944 w 252830"/>
              <a:gd name="connsiteY24" fmla="*/ 40360 h 270137"/>
              <a:gd name="connsiteX25" fmla="*/ 53953 w 252830"/>
              <a:gd name="connsiteY25" fmla="*/ 101473 h 270137"/>
              <a:gd name="connsiteX26" fmla="*/ 53876 w 252830"/>
              <a:gd name="connsiteY26" fmla="*/ 101654 h 270137"/>
              <a:gd name="connsiteX27" fmla="*/ 56940 w 252830"/>
              <a:gd name="connsiteY27" fmla="*/ 109195 h 270137"/>
              <a:gd name="connsiteX28" fmla="*/ 57122 w 252830"/>
              <a:gd name="connsiteY28" fmla="*/ 109272 h 270137"/>
              <a:gd name="connsiteX29" fmla="*/ 64659 w 252830"/>
              <a:gd name="connsiteY29" fmla="*/ 106206 h 270137"/>
              <a:gd name="connsiteX30" fmla="*/ 71393 w 252830"/>
              <a:gd name="connsiteY30" fmla="*/ 90957 h 270137"/>
              <a:gd name="connsiteX31" fmla="*/ 106113 w 252830"/>
              <a:gd name="connsiteY31" fmla="*/ 90957 h 270137"/>
              <a:gd name="connsiteX32" fmla="*/ 113312 w 252830"/>
              <a:gd name="connsiteY32" fmla="*/ 106324 h 270137"/>
              <a:gd name="connsiteX33" fmla="*/ 113399 w 252830"/>
              <a:gd name="connsiteY33" fmla="*/ 106502 h 270137"/>
              <a:gd name="connsiteX34" fmla="*/ 121095 w 252830"/>
              <a:gd name="connsiteY34" fmla="*/ 109142 h 270137"/>
              <a:gd name="connsiteX35" fmla="*/ 123911 w 252830"/>
              <a:gd name="connsiteY35" fmla="*/ 101354 h 270137"/>
              <a:gd name="connsiteX36" fmla="*/ 95257 w 252830"/>
              <a:gd name="connsiteY36" fmla="*/ 40186 h 270137"/>
              <a:gd name="connsiteX37" fmla="*/ 95125 w 252830"/>
              <a:gd name="connsiteY37" fmla="*/ 39917 h 270137"/>
              <a:gd name="connsiteX38" fmla="*/ 92379 w 252830"/>
              <a:gd name="connsiteY38" fmla="*/ 36815 h 270137"/>
              <a:gd name="connsiteX39" fmla="*/ 182027 w 252830"/>
              <a:gd name="connsiteY39" fmla="*/ 97984 h 270137"/>
              <a:gd name="connsiteX40" fmla="*/ 141241 w 252830"/>
              <a:gd name="connsiteY40" fmla="*/ 97984 h 270137"/>
              <a:gd name="connsiteX41" fmla="*/ 141052 w 252830"/>
              <a:gd name="connsiteY41" fmla="*/ 97987 h 270137"/>
              <a:gd name="connsiteX42" fmla="*/ 135389 w 252830"/>
              <a:gd name="connsiteY42" fmla="*/ 103839 h 270137"/>
              <a:gd name="connsiteX43" fmla="*/ 141241 w 252830"/>
              <a:gd name="connsiteY43" fmla="*/ 109695 h 270137"/>
              <a:gd name="connsiteX44" fmla="*/ 182027 w 252830"/>
              <a:gd name="connsiteY44" fmla="*/ 109695 h 270137"/>
              <a:gd name="connsiteX45" fmla="*/ 182216 w 252830"/>
              <a:gd name="connsiteY45" fmla="*/ 109692 h 270137"/>
              <a:gd name="connsiteX46" fmla="*/ 187880 w 252830"/>
              <a:gd name="connsiteY46" fmla="*/ 103839 h 270137"/>
              <a:gd name="connsiteX47" fmla="*/ 182027 w 252830"/>
              <a:gd name="connsiteY47" fmla="*/ 97984 h 270137"/>
              <a:gd name="connsiteX48" fmla="*/ 160360 w 252830"/>
              <a:gd name="connsiteY48" fmla="*/ 42941 h 270137"/>
              <a:gd name="connsiteX49" fmla="*/ 154507 w 252830"/>
              <a:gd name="connsiteY49" fmla="*/ 48794 h 270137"/>
              <a:gd name="connsiteX50" fmla="*/ 154507 w 252830"/>
              <a:gd name="connsiteY50" fmla="*/ 57776 h 270137"/>
              <a:gd name="connsiteX51" fmla="*/ 145146 w 252830"/>
              <a:gd name="connsiteY51" fmla="*/ 57776 h 270137"/>
              <a:gd name="connsiteX52" fmla="*/ 138900 w 252830"/>
              <a:gd name="connsiteY52" fmla="*/ 64021 h 270137"/>
              <a:gd name="connsiteX53" fmla="*/ 145146 w 252830"/>
              <a:gd name="connsiteY53" fmla="*/ 70267 h 270137"/>
              <a:gd name="connsiteX54" fmla="*/ 154507 w 252830"/>
              <a:gd name="connsiteY54" fmla="*/ 70267 h 270137"/>
              <a:gd name="connsiteX55" fmla="*/ 154507 w 252830"/>
              <a:gd name="connsiteY55" fmla="*/ 79249 h 270137"/>
              <a:gd name="connsiteX56" fmla="*/ 160360 w 252830"/>
              <a:gd name="connsiteY56" fmla="*/ 85102 h 270137"/>
              <a:gd name="connsiteX57" fmla="*/ 166212 w 252830"/>
              <a:gd name="connsiteY57" fmla="*/ 79249 h 270137"/>
              <a:gd name="connsiteX58" fmla="*/ 166212 w 252830"/>
              <a:gd name="connsiteY58" fmla="*/ 70267 h 270137"/>
              <a:gd name="connsiteX59" fmla="*/ 175573 w 252830"/>
              <a:gd name="connsiteY59" fmla="*/ 70267 h 270137"/>
              <a:gd name="connsiteX60" fmla="*/ 181819 w 252830"/>
              <a:gd name="connsiteY60" fmla="*/ 64021 h 270137"/>
              <a:gd name="connsiteX61" fmla="*/ 175573 w 252830"/>
              <a:gd name="connsiteY61" fmla="*/ 57776 h 270137"/>
              <a:gd name="connsiteX62" fmla="*/ 166212 w 252830"/>
              <a:gd name="connsiteY62" fmla="*/ 57776 h 270137"/>
              <a:gd name="connsiteX63" fmla="*/ 166212 w 252830"/>
              <a:gd name="connsiteY63" fmla="*/ 48794 h 270137"/>
              <a:gd name="connsiteX64" fmla="*/ 160360 w 252830"/>
              <a:gd name="connsiteY64" fmla="*/ 42941 h 270137"/>
              <a:gd name="connsiteX65" fmla="*/ 88243 w 252830"/>
              <a:gd name="connsiteY65" fmla="*/ 52808 h 270137"/>
              <a:gd name="connsiteX66" fmla="*/ 100627 w 252830"/>
              <a:gd name="connsiteY66" fmla="*/ 79245 h 270137"/>
              <a:gd name="connsiteX67" fmla="*/ 76566 w 252830"/>
              <a:gd name="connsiteY67" fmla="*/ 79245 h 270137"/>
              <a:gd name="connsiteX68" fmla="*/ 88243 w 252830"/>
              <a:gd name="connsiteY68" fmla="*/ 52808 h 270137"/>
            </a:gdLst>
            <a:rect l="l" t="t" r="r" b="b"/>
            <a:pathLst>
              <a:path w="252830" h="270137">
                <a:moveTo>
                  <a:pt x="211931" y="0"/>
                </a:moveTo>
                <a:cubicBezTo>
                  <a:pt x="234519" y="0"/>
                  <a:pt x="252830" y="19225"/>
                  <a:pt x="252830" y="42941"/>
                </a:cubicBezTo>
                <a:lnTo>
                  <a:pt x="252830" y="227197"/>
                </a:lnTo>
                <a:cubicBezTo>
                  <a:pt x="252830" y="250913"/>
                  <a:pt x="234519" y="270138"/>
                  <a:pt x="211931" y="270138"/>
                </a:cubicBezTo>
                <a:lnTo>
                  <a:pt x="40899" y="270138"/>
                </a:lnTo>
                <a:cubicBezTo>
                  <a:pt x="18311" y="270138"/>
                  <a:pt x="0" y="250913"/>
                  <a:pt x="0" y="227197"/>
                </a:cubicBezTo>
                <a:lnTo>
                  <a:pt x="0" y="42941"/>
                </a:lnTo>
                <a:cubicBezTo>
                  <a:pt x="0" y="19225"/>
                  <a:pt x="18311" y="0"/>
                  <a:pt x="40899" y="0"/>
                </a:cubicBezTo>
                <a:lnTo>
                  <a:pt x="211931" y="0"/>
                </a:lnTo>
                <a:close/>
                <a:moveTo>
                  <a:pt x="186888" y="195186"/>
                </a:moveTo>
                <a:lnTo>
                  <a:pt x="65161" y="195186"/>
                </a:lnTo>
                <a:cubicBezTo>
                  <a:pt x="61927" y="195186"/>
                  <a:pt x="59306" y="197808"/>
                  <a:pt x="59306" y="201042"/>
                </a:cubicBezTo>
                <a:cubicBezTo>
                  <a:pt x="59306" y="204276"/>
                  <a:pt x="61927" y="206897"/>
                  <a:pt x="65161" y="206897"/>
                </a:cubicBezTo>
                <a:lnTo>
                  <a:pt x="186888" y="206897"/>
                </a:lnTo>
                <a:cubicBezTo>
                  <a:pt x="190122" y="206897"/>
                  <a:pt x="192744" y="204276"/>
                  <a:pt x="192744" y="201042"/>
                </a:cubicBezTo>
                <a:cubicBezTo>
                  <a:pt x="192744" y="197808"/>
                  <a:pt x="190122" y="195186"/>
                  <a:pt x="186888" y="195186"/>
                </a:cubicBezTo>
                <a:close/>
                <a:moveTo>
                  <a:pt x="186888" y="143657"/>
                </a:moveTo>
                <a:lnTo>
                  <a:pt x="65942" y="143657"/>
                </a:lnTo>
                <a:cubicBezTo>
                  <a:pt x="62708" y="143657"/>
                  <a:pt x="60086" y="146279"/>
                  <a:pt x="60086" y="149513"/>
                </a:cubicBezTo>
                <a:cubicBezTo>
                  <a:pt x="60086" y="152747"/>
                  <a:pt x="62708" y="155368"/>
                  <a:pt x="65942" y="155368"/>
                </a:cubicBezTo>
                <a:lnTo>
                  <a:pt x="186888" y="155368"/>
                </a:lnTo>
                <a:cubicBezTo>
                  <a:pt x="190122" y="155368"/>
                  <a:pt x="192744" y="152747"/>
                  <a:pt x="192744" y="149513"/>
                </a:cubicBezTo>
                <a:cubicBezTo>
                  <a:pt x="192744" y="146279"/>
                  <a:pt x="190122" y="143657"/>
                  <a:pt x="186888" y="143657"/>
                </a:cubicBezTo>
                <a:close/>
                <a:moveTo>
                  <a:pt x="92379" y="36815"/>
                </a:moveTo>
                <a:cubicBezTo>
                  <a:pt x="88177" y="34020"/>
                  <a:pt x="82894" y="35946"/>
                  <a:pt x="80944" y="40360"/>
                </a:cubicBezTo>
                <a:lnTo>
                  <a:pt x="53953" y="101473"/>
                </a:lnTo>
                <a:lnTo>
                  <a:pt x="53876" y="101654"/>
                </a:lnTo>
                <a:cubicBezTo>
                  <a:pt x="52702" y="104571"/>
                  <a:pt x="54044" y="107915"/>
                  <a:pt x="56940" y="109195"/>
                </a:cubicBezTo>
                <a:lnTo>
                  <a:pt x="57122" y="109272"/>
                </a:lnTo>
                <a:cubicBezTo>
                  <a:pt x="60037" y="110447"/>
                  <a:pt x="63379" y="109104"/>
                  <a:pt x="64659" y="106206"/>
                </a:cubicBezTo>
                <a:lnTo>
                  <a:pt x="71393" y="90957"/>
                </a:lnTo>
                <a:lnTo>
                  <a:pt x="106113" y="90957"/>
                </a:lnTo>
                <a:lnTo>
                  <a:pt x="113312" y="106324"/>
                </a:lnTo>
                <a:lnTo>
                  <a:pt x="113399" y="106502"/>
                </a:lnTo>
                <a:cubicBezTo>
                  <a:pt x="114826" y="109303"/>
                  <a:pt x="118228" y="110486"/>
                  <a:pt x="121095" y="109142"/>
                </a:cubicBezTo>
                <a:cubicBezTo>
                  <a:pt x="124022" y="107769"/>
                  <a:pt x="125283" y="104283"/>
                  <a:pt x="123911" y="101354"/>
                </a:cubicBezTo>
                <a:lnTo>
                  <a:pt x="95257" y="40186"/>
                </a:lnTo>
                <a:lnTo>
                  <a:pt x="95125" y="39917"/>
                </a:lnTo>
                <a:cubicBezTo>
                  <a:pt x="94489" y="38672"/>
                  <a:pt x="93555" y="37597"/>
                  <a:pt x="92379" y="36815"/>
                </a:cubicBezTo>
                <a:close/>
                <a:moveTo>
                  <a:pt x="182027" y="97984"/>
                </a:moveTo>
                <a:lnTo>
                  <a:pt x="141241" y="97984"/>
                </a:lnTo>
                <a:lnTo>
                  <a:pt x="141052" y="97987"/>
                </a:lnTo>
                <a:cubicBezTo>
                  <a:pt x="137907" y="98087"/>
                  <a:pt x="135389" y="100669"/>
                  <a:pt x="135389" y="103839"/>
                </a:cubicBezTo>
                <a:cubicBezTo>
                  <a:pt x="135389" y="107074"/>
                  <a:pt x="138009" y="109695"/>
                  <a:pt x="141241" y="109695"/>
                </a:cubicBezTo>
                <a:lnTo>
                  <a:pt x="182027" y="109695"/>
                </a:lnTo>
                <a:lnTo>
                  <a:pt x="182216" y="109692"/>
                </a:lnTo>
                <a:cubicBezTo>
                  <a:pt x="185361" y="109592"/>
                  <a:pt x="187880" y="107010"/>
                  <a:pt x="187880" y="103839"/>
                </a:cubicBezTo>
                <a:cubicBezTo>
                  <a:pt x="187880" y="100605"/>
                  <a:pt x="185259" y="97984"/>
                  <a:pt x="182027" y="97984"/>
                </a:cubicBezTo>
                <a:close/>
                <a:moveTo>
                  <a:pt x="160360" y="42941"/>
                </a:moveTo>
                <a:cubicBezTo>
                  <a:pt x="157128" y="42941"/>
                  <a:pt x="154507" y="45561"/>
                  <a:pt x="154507" y="48794"/>
                </a:cubicBezTo>
                <a:lnTo>
                  <a:pt x="154507" y="57776"/>
                </a:lnTo>
                <a:lnTo>
                  <a:pt x="145146" y="57776"/>
                </a:lnTo>
                <a:cubicBezTo>
                  <a:pt x="141697" y="57776"/>
                  <a:pt x="138900" y="60572"/>
                  <a:pt x="138900" y="64021"/>
                </a:cubicBezTo>
                <a:cubicBezTo>
                  <a:pt x="138900" y="67471"/>
                  <a:pt x="141697" y="70267"/>
                  <a:pt x="145146" y="70267"/>
                </a:cubicBezTo>
                <a:lnTo>
                  <a:pt x="154507" y="70267"/>
                </a:lnTo>
                <a:lnTo>
                  <a:pt x="154507" y="79249"/>
                </a:lnTo>
                <a:cubicBezTo>
                  <a:pt x="154507" y="82481"/>
                  <a:pt x="157128" y="85102"/>
                  <a:pt x="160360" y="85102"/>
                </a:cubicBezTo>
                <a:cubicBezTo>
                  <a:pt x="163592" y="85102"/>
                  <a:pt x="166212" y="82481"/>
                  <a:pt x="166212" y="79249"/>
                </a:cubicBezTo>
                <a:lnTo>
                  <a:pt x="166212" y="70267"/>
                </a:lnTo>
                <a:lnTo>
                  <a:pt x="175573" y="70267"/>
                </a:lnTo>
                <a:cubicBezTo>
                  <a:pt x="179023" y="70267"/>
                  <a:pt x="181819" y="67471"/>
                  <a:pt x="181819" y="64021"/>
                </a:cubicBezTo>
                <a:cubicBezTo>
                  <a:pt x="181819" y="60572"/>
                  <a:pt x="179023" y="57776"/>
                  <a:pt x="175573" y="57776"/>
                </a:cubicBezTo>
                <a:lnTo>
                  <a:pt x="166212" y="57776"/>
                </a:lnTo>
                <a:lnTo>
                  <a:pt x="166212" y="48794"/>
                </a:lnTo>
                <a:cubicBezTo>
                  <a:pt x="166212" y="45562"/>
                  <a:pt x="163592" y="42941"/>
                  <a:pt x="160360" y="42941"/>
                </a:cubicBezTo>
                <a:close/>
                <a:moveTo>
                  <a:pt x="88243" y="52808"/>
                </a:moveTo>
                <a:lnTo>
                  <a:pt x="100627" y="79245"/>
                </a:lnTo>
                <a:lnTo>
                  <a:pt x="76566" y="79245"/>
                </a:lnTo>
                <a:lnTo>
                  <a:pt x="88243" y="52808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33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514561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00352E-8ED6-CADC-2B48-3BE0AC88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0"/>
            <a:ext cx="240846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546A55A-9B61-8701-53C4-B41D26D7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548612"/>
            <a:ext cx="2703741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F61C2182-EF4F-2ADC-BD6F-180FE44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-2" y="3310612"/>
            <a:ext cx="295276" cy="159872"/>
          </a:xfrm>
          <a:prstGeom xmlns:a="http://schemas.openxmlformats.org/drawingml/2006/main" prst="rt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1AAD48-DB74-9F2D-4178-6F8600A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2671457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科研经历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FCD8D52-4730-410E-D809-FB0E0FB0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3664438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实践经历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4577561-7DA0-10A4-25F5-AF5BA43F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4657419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读研规划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C510926-16E9-CFB7-D78E-F32B5339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" y="335466"/>
            <a:ext cx="177845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D200CFB-0F57-BAC8-A5C9-78F898D4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41" y="1671102"/>
            <a:ext cx="1828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ysClr val="windowText" lastClr="000000"/>
                </a:solidFill>
                <a:latin typeface="微软雅黑"/>
                <a:ea typeface="微软雅黑"/>
                <a:cs typeface="微软雅黑"/>
              </a:rPr>
              <a:t>个人介绍</a:t>
            </a:r>
          </a:p>
        </p:txBody>
      </p:sp>
      <p:sp>
        <p:nvSpPr>
          <p:cNvPr id="17" name="图形 15">
            <a:extLst xmlns:a="http://schemas.openxmlformats.org/drawingml/2006/main">
              <a:ext uri="{FF2B5EF4-FFF2-40B4-BE49-F238E27FC236}">
                <a16:creationId xmlns:a16="http://schemas.microsoft.com/office/drawing/2014/main" id="{83F4886B-66DD-47D7-CC81-AC1CB29E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3" y="1755073"/>
            <a:ext cx="399214" cy="293722"/>
          </a:xfrm>
          <a:custGeom xmlns:a="http://schemas.openxmlformats.org/drawingml/2006/main"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8CBB42B7-1178-8AF2-A497-F720A643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869" y="2724294"/>
            <a:ext cx="308303" cy="355990"/>
          </a:xfrm>
          <a:custGeom xmlns:a="http://schemas.openxmlformats.org/drawingml/2006/main">
            <a:gdLst>
              <a:gd name="connsiteX0" fmla="*/ 824908 w 1649816"/>
              <a:gd name="connsiteY0" fmla="*/ 0 h 1905000"/>
              <a:gd name="connsiteX1" fmla="*/ 1649817 w 1649816"/>
              <a:gd name="connsiteY1" fmla="*/ 476250 h 1905000"/>
              <a:gd name="connsiteX2" fmla="*/ 1649817 w 1649816"/>
              <a:gd name="connsiteY2" fmla="*/ 1428750 h 1905000"/>
              <a:gd name="connsiteX3" fmla="*/ 824908 w 1649816"/>
              <a:gd name="connsiteY3" fmla="*/ 1905000 h 1905000"/>
              <a:gd name="connsiteX4" fmla="*/ 0 w 1649816"/>
              <a:gd name="connsiteY4" fmla="*/ 1428750 h 1905000"/>
              <a:gd name="connsiteX5" fmla="*/ 0 w 1649816"/>
              <a:gd name="connsiteY5" fmla="*/ 476250 h 1905000"/>
              <a:gd name="connsiteX6" fmla="*/ 824908 w 1649816"/>
              <a:gd name="connsiteY6" fmla="*/ 0 h 1905000"/>
              <a:gd name="connsiteX7" fmla="*/ 824908 w 1649816"/>
              <a:gd name="connsiteY7" fmla="*/ 199982 h 1905000"/>
              <a:gd name="connsiteX8" fmla="*/ 173182 w 1649816"/>
              <a:gd name="connsiteY8" fmla="*/ 576219 h 1905000"/>
              <a:gd name="connsiteX9" fmla="*/ 173182 w 1649816"/>
              <a:gd name="connsiteY9" fmla="*/ 1328738 h 1905000"/>
              <a:gd name="connsiteX10" fmla="*/ 824908 w 1649816"/>
              <a:gd name="connsiteY10" fmla="*/ 1704975 h 1905000"/>
              <a:gd name="connsiteX11" fmla="*/ 1476592 w 1649816"/>
              <a:gd name="connsiteY11" fmla="*/ 1328738 h 1905000"/>
              <a:gd name="connsiteX12" fmla="*/ 1476592 w 1649816"/>
              <a:gd name="connsiteY12" fmla="*/ 576219 h 1905000"/>
              <a:gd name="connsiteX13" fmla="*/ 824908 w 1649816"/>
              <a:gd name="connsiteY13" fmla="*/ 199982 h 1905000"/>
            </a:gdLst>
            <a:rect l="l" t="t" r="r" b="b"/>
            <a:pathLst>
              <a:path w="1649816" h="1905000">
                <a:moveTo>
                  <a:pt x="824908" y="0"/>
                </a:moveTo>
                <a:lnTo>
                  <a:pt x="1649817" y="476250"/>
                </a:lnTo>
                <a:lnTo>
                  <a:pt x="1649817" y="1428750"/>
                </a:lnTo>
                <a:lnTo>
                  <a:pt x="824908" y="1905000"/>
                </a:lnTo>
                <a:lnTo>
                  <a:pt x="0" y="1428750"/>
                </a:lnTo>
                <a:lnTo>
                  <a:pt x="0" y="476250"/>
                </a:lnTo>
                <a:lnTo>
                  <a:pt x="824908" y="0"/>
                </a:lnTo>
                <a:close/>
                <a:moveTo>
                  <a:pt x="824908" y="199982"/>
                </a:moveTo>
                <a:lnTo>
                  <a:pt x="173182" y="576219"/>
                </a:lnTo>
                <a:lnTo>
                  <a:pt x="173182" y="1328738"/>
                </a:lnTo>
                <a:lnTo>
                  <a:pt x="824908" y="1704975"/>
                </a:lnTo>
                <a:lnTo>
                  <a:pt x="1476592" y="1328738"/>
                </a:lnTo>
                <a:lnTo>
                  <a:pt x="1476592" y="576219"/>
                </a:lnTo>
                <a:lnTo>
                  <a:pt x="824908" y="199982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BE342AD9-D25D-8057-FF6A-126B2E8E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933" y="2851666"/>
            <a:ext cx="158763" cy="107258"/>
          </a:xfrm>
          <a:custGeom xmlns:a="http://schemas.openxmlformats.org/drawingml/2006/main">
            <a:gdLst>
              <a:gd name="connsiteX0" fmla="*/ 346364 w 849586"/>
              <a:gd name="connsiteY0" fmla="*/ 54422 h 573967"/>
              <a:gd name="connsiteX1" fmla="*/ 346364 w 849586"/>
              <a:gd name="connsiteY1" fmla="*/ 227604 h 573967"/>
              <a:gd name="connsiteX2" fmla="*/ 0 w 849586"/>
              <a:gd name="connsiteY2" fmla="*/ 227604 h 573967"/>
              <a:gd name="connsiteX3" fmla="*/ 0 w 849586"/>
              <a:gd name="connsiteY3" fmla="*/ 54422 h 573967"/>
              <a:gd name="connsiteX4" fmla="*/ 606136 w 849586"/>
              <a:gd name="connsiteY4" fmla="*/ 400786 h 573967"/>
              <a:gd name="connsiteX5" fmla="*/ 606136 w 849586"/>
              <a:gd name="connsiteY5" fmla="*/ 573968 h 573967"/>
              <a:gd name="connsiteX6" fmla="*/ 0 w 849586"/>
              <a:gd name="connsiteY6" fmla="*/ 573968 h 573967"/>
              <a:gd name="connsiteX7" fmla="*/ 0 w 849586"/>
              <a:gd name="connsiteY7" fmla="*/ 400786 h 573967"/>
              <a:gd name="connsiteX8" fmla="*/ 574054 w 849586"/>
              <a:gd name="connsiteY8" fmla="*/ 0 h 573967"/>
              <a:gd name="connsiteX9" fmla="*/ 849587 w 849586"/>
              <a:gd name="connsiteY9" fmla="*/ 275532 h 573967"/>
              <a:gd name="connsiteX10" fmla="*/ 727147 w 849586"/>
              <a:gd name="connsiteY10" fmla="*/ 397972 h 573967"/>
              <a:gd name="connsiteX11" fmla="*/ 451615 w 849586"/>
              <a:gd name="connsiteY11" fmla="*/ 122440 h 573967"/>
            </a:gdLst>
            <a:rect l="l" t="t" r="r" b="b"/>
            <a:pathLst>
              <a:path w="849586" h="573967">
                <a:moveTo>
                  <a:pt x="346364" y="54422"/>
                </a:moveTo>
                <a:lnTo>
                  <a:pt x="346364" y="227604"/>
                </a:lnTo>
                <a:lnTo>
                  <a:pt x="0" y="227604"/>
                </a:lnTo>
                <a:lnTo>
                  <a:pt x="0" y="54422"/>
                </a:lnTo>
                <a:close/>
                <a:moveTo>
                  <a:pt x="606136" y="400786"/>
                </a:moveTo>
                <a:lnTo>
                  <a:pt x="606136" y="573968"/>
                </a:lnTo>
                <a:lnTo>
                  <a:pt x="0" y="573968"/>
                </a:lnTo>
                <a:lnTo>
                  <a:pt x="0" y="400786"/>
                </a:lnTo>
                <a:close/>
                <a:moveTo>
                  <a:pt x="574054" y="0"/>
                </a:moveTo>
                <a:lnTo>
                  <a:pt x="849587" y="275532"/>
                </a:lnTo>
                <a:lnTo>
                  <a:pt x="727147" y="397972"/>
                </a:lnTo>
                <a:lnTo>
                  <a:pt x="451615" y="12244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3C94CF4A-3BE4-E977-2E29-82E3D68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927" y="2834506"/>
            <a:ext cx="91537" cy="91529"/>
          </a:xfrm>
          <a:custGeom xmlns:a="http://schemas.openxmlformats.org/drawingml/2006/main">
            <a:gdLst>
              <a:gd name="connsiteX0" fmla="*/ 367362 w 489844"/>
              <a:gd name="connsiteY0" fmla="*/ 0 h 489801"/>
              <a:gd name="connsiteX1" fmla="*/ 489845 w 489844"/>
              <a:gd name="connsiteY1" fmla="*/ 122440 h 489801"/>
              <a:gd name="connsiteX2" fmla="*/ 122483 w 489844"/>
              <a:gd name="connsiteY2" fmla="*/ 489802 h 489801"/>
              <a:gd name="connsiteX3" fmla="*/ 0 w 489844"/>
              <a:gd name="connsiteY3" fmla="*/ 367362 h 489801"/>
            </a:gdLst>
            <a:rect l="l" t="t" r="r" b="b"/>
            <a:pathLst>
              <a:path w="489844" h="489801">
                <a:moveTo>
                  <a:pt x="367362" y="0"/>
                </a:moveTo>
                <a:lnTo>
                  <a:pt x="489845" y="122440"/>
                </a:lnTo>
                <a:lnTo>
                  <a:pt x="122483" y="489802"/>
                </a:lnTo>
                <a:lnTo>
                  <a:pt x="0" y="367362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图形 25">
            <a:extLst xmlns:a="http://schemas.openxmlformats.org/drawingml/2006/main">
              <a:ext uri="{FF2B5EF4-FFF2-40B4-BE49-F238E27FC236}">
                <a16:creationId xmlns:a16="http://schemas.microsoft.com/office/drawing/2014/main" id="{560CE01A-130E-3025-A829-55F39E8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3" y="3726437"/>
            <a:ext cx="347794" cy="337666"/>
          </a:xfrm>
          <a:custGeom xmlns:a="http://schemas.openxmlformats.org/drawingml/2006/main"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图形 28">
            <a:extLst xmlns:a="http://schemas.openxmlformats.org/drawingml/2006/main">
              <a:ext uri="{FF2B5EF4-FFF2-40B4-BE49-F238E27FC236}">
                <a16:creationId xmlns:a16="http://schemas.microsoft.com/office/drawing/2014/main" id="{0C6E66C8-157F-7138-CFE1-73F847C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4" y="4740660"/>
            <a:ext cx="393772" cy="295182"/>
          </a:xfrm>
          <a:custGeom xmlns:a="http://schemas.openxmlformats.org/drawingml/2006/main"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B3562EF-4299-A06F-FD89-7B9DF794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67" y="212442"/>
            <a:ext cx="40945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科研项目研究过程介绍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52194D0F-0EDB-49DF-A1A3-30D9CEAD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750964"/>
            <a:ext cx="8329504" cy="0"/>
          </a:xfrm>
          <a:prstGeom xmlns:a="http://schemas.openxmlformats.org/drawingml/2006/main" prst="line">
            <a:avLst/>
          </a:prstGeom>
          <a:ln xmlns:a="http://schemas.openxmlformats.org/drawingml/2006/main" w="2222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五边形 32">
            <a:extLst xmlns:a="http://schemas.openxmlformats.org/drawingml/2006/main">
              <a:ext uri="{FF2B5EF4-FFF2-40B4-BE49-F238E27FC236}">
                <a16:creationId xmlns:a16="http://schemas.microsoft.com/office/drawing/2014/main" id="{9F0F1413-3DCF-19E4-1BA4-80E56B91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595084" cy="32841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五边形 31">
            <a:extLst xmlns:a="http://schemas.openxmlformats.org/drawingml/2006/main">
              <a:ext uri="{FF2B5EF4-FFF2-40B4-BE49-F238E27FC236}">
                <a16:creationId xmlns:a16="http://schemas.microsoft.com/office/drawing/2014/main" id="{6EDEAB97-D755-85EB-8A41-45C48A02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268839"/>
            <a:ext cx="595084" cy="328412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1A2B066-451B-F301-C420-A98EF45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45719" cy="3284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流程图: 准备 14">
            <a:extLst xmlns:a="http://schemas.openxmlformats.org/drawingml/2006/main">
              <a:ext uri="{FF2B5EF4-FFF2-40B4-BE49-F238E27FC236}">
                <a16:creationId xmlns:a16="http://schemas.microsoft.com/office/drawing/2014/main" id="{34DD97F5-39BA-2933-239B-DFE4AF3E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155" y="4267061"/>
            <a:ext cx="1476375" cy="664363"/>
          </a:xfrm>
          <a:prstGeom xmlns:a="http://schemas.openxmlformats.org/drawingml/2006/main" prst="flowChartPreparation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这里CamTalk 多模态实时 AI Agent</a:t>
            </a:r>
          </a:p>
        </p:txBody>
      </p:sp>
      <p:sp>
        <p:nvSpPr>
          <p:cNvPr id="40" name="流程图: 准备 15">
            <a:extLst xmlns:a="http://schemas.openxmlformats.org/drawingml/2006/main">
              <a:ext uri="{FF2B5EF4-FFF2-40B4-BE49-F238E27FC236}">
                <a16:creationId xmlns:a16="http://schemas.microsoft.com/office/drawing/2014/main" id="{1B280424-8A75-A39C-6021-E399552E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662" y="4267061"/>
            <a:ext cx="1476375" cy="664363"/>
          </a:xfrm>
          <a:prstGeom xmlns:a="http://schemas.openxmlformats.org/drawingml/2006/main" prst="flowChartPreparation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这里CamTalk 多模态实时 AI Agent</a:t>
            </a:r>
          </a:p>
        </p:txBody>
      </p:sp>
      <p:sp>
        <p:nvSpPr>
          <p:cNvPr id="41" name="流程图: 准备 16">
            <a:extLst xmlns:a="http://schemas.openxmlformats.org/drawingml/2006/main">
              <a:ext uri="{FF2B5EF4-FFF2-40B4-BE49-F238E27FC236}">
                <a16:creationId xmlns:a16="http://schemas.microsoft.com/office/drawing/2014/main" id="{62D93790-2A39-AA37-9E3B-AEFBB9AB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69" y="4267061"/>
            <a:ext cx="1476375" cy="664363"/>
          </a:xfrm>
          <a:prstGeom xmlns:a="http://schemas.openxmlformats.org/drawingml/2006/main" prst="flowChartPreparation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这里CamTalk 多模态实时 AI Agent</a:t>
            </a:r>
          </a:p>
        </p:txBody>
      </p:sp>
      <p:sp>
        <p:nvSpPr>
          <p:cNvPr id="42" name="流程图: 准备 17">
            <a:extLst xmlns:a="http://schemas.openxmlformats.org/drawingml/2006/main">
              <a:ext uri="{FF2B5EF4-FFF2-40B4-BE49-F238E27FC236}">
                <a16:creationId xmlns:a16="http://schemas.microsoft.com/office/drawing/2014/main" id="{98F94B87-861C-E5AA-10EF-9F823B5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675" y="4267061"/>
            <a:ext cx="1476375" cy="664363"/>
          </a:xfrm>
          <a:prstGeom xmlns:a="http://schemas.openxmlformats.org/drawingml/2006/main" prst="flowChartPreparation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/>
              <a:t>这里CamTalk 多模态实时 AI Agent</a:t>
            </a:r>
          </a:p>
        </p:txBody>
      </p:sp>
      <p:sp>
        <p:nvSpPr>
          <p:cNvPr id="44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9B541219-CB83-247B-B379-8B2732E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71" y="4126103"/>
            <a:ext cx="1676400" cy="2309489"/>
          </a:xfrm>
          <a:prstGeom xmlns:a="http://schemas.openxmlformats.org/drawingml/2006/main" prst="roundRect">
            <a:avLst>
              <a:gd name="adj" fmla="val 6859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50000"/>
              </a:schemeClr>
            </a:solidFill>
            <a:prstDash val="dash"/>
          </a:ln>
          <a:effectLst xmlns:a="http://schemas.openxmlformats.org/drawingml/2006/main"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38084C90-6876-C7B9-74B6-28AF25C4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268" y="4126103"/>
            <a:ext cx="1676400" cy="2309489"/>
          </a:xfrm>
          <a:prstGeom xmlns:a="http://schemas.openxmlformats.org/drawingml/2006/main" prst="roundRect">
            <a:avLst>
              <a:gd name="adj" fmla="val 6859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50000"/>
              </a:schemeClr>
            </a:solidFill>
            <a:prstDash val="dash"/>
          </a:ln>
          <a:effectLst xmlns:a="http://schemas.openxmlformats.org/drawingml/2006/main"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3CADE21A-BFAC-E1BD-C1A0-6243856F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965" y="4126103"/>
            <a:ext cx="1676400" cy="2309489"/>
          </a:xfrm>
          <a:prstGeom xmlns:a="http://schemas.openxmlformats.org/drawingml/2006/main" prst="roundRect">
            <a:avLst>
              <a:gd name="adj" fmla="val 6859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50000"/>
              </a:schemeClr>
            </a:solidFill>
            <a:prstDash val="dash"/>
          </a:ln>
          <a:effectLst xmlns:a="http://schemas.openxmlformats.org/drawingml/2006/main"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2F66706B-F6BB-A38B-2007-5BC89CF0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662" y="4126103"/>
            <a:ext cx="1676400" cy="2309489"/>
          </a:xfrm>
          <a:prstGeom xmlns:a="http://schemas.openxmlformats.org/drawingml/2006/main" prst="roundRect">
            <a:avLst>
              <a:gd name="adj" fmla="val 6859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50000"/>
              </a:schemeClr>
            </a:solidFill>
            <a:prstDash val="dash"/>
          </a:ln>
          <a:effectLst xmlns:a="http://schemas.openxmlformats.org/drawingml/2006/main"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661B1C82-4420-97DD-B1A0-6BF8D7F6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565" y="5183127"/>
            <a:ext cx="1653194" cy="127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endParaRPr sz="1100">
              <a:latin typeface="+mn-ea"/>
              <a:ea typeface="+mn-ea"/>
              <a:cs typeface="+mn-ea"/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946EB74E-DC2B-7CCA-54A1-D6948C50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871" y="5199489"/>
            <a:ext cx="1653194" cy="127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endParaRPr sz="1100">
              <a:latin typeface="+mn-ea"/>
              <a:ea typeface="+mn-ea"/>
              <a:cs typeface="+mn-ea"/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B6752BD9-9F8C-9077-EA79-B3C29680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568" y="5181931"/>
            <a:ext cx="1653194" cy="127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endParaRPr sz="1100">
              <a:latin typeface="+mn-ea"/>
              <a:ea typeface="+mn-ea"/>
              <a:cs typeface="+mn-ea"/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BC8393C0-7B24-FEBA-D99B-AFB20B1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662" y="5104791"/>
            <a:ext cx="1653194" cy="127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这里输入正文内容，这里输入正文内容，这里输入正文内容，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>
                <a:latin typeface="+mn-ea"/>
                <a:ea typeface="+mn-ea"/>
                <a:cs typeface="+mn-ea"/>
              </a:rPr>
              <a:t>这里输入正文内容，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endParaRPr sz="1100">
              <a:latin typeface="+mn-ea"/>
              <a:ea typeface="+mn-ea"/>
              <a:cs typeface="+mn-ea"/>
            </a:endParaRPr>
          </a:p>
        </p:txBody>
      </p:sp>
      <p:sp>
        <p:nvSpPr>
          <p:cNvPr id="64" name="任意多边形: 形状 60">
            <a:extLst xmlns:a="http://schemas.openxmlformats.org/drawingml/2006/main">
              <a:ext uri="{FF2B5EF4-FFF2-40B4-BE49-F238E27FC236}">
                <a16:creationId xmlns:a16="http://schemas.microsoft.com/office/drawing/2014/main" id="{45938600-37F0-8B46-4F0B-8513C9B0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5227915" y="5025569"/>
            <a:ext cx="326909" cy="510554"/>
          </a:xfrm>
          <a:custGeom xmlns:a="http://schemas.openxmlformats.org/drawingml/2006/main"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4125" tIns="42062" rIns="84125" bIns="4206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56">
              <a:latin typeface="+mn-ea"/>
              <a:ea typeface="+mn-ea"/>
              <a:cs typeface="+mn-ea"/>
            </a:endParaRPr>
          </a:p>
        </p:txBody>
      </p:sp>
      <p:sp>
        <p:nvSpPr>
          <p:cNvPr id="76" name="任意多边形: 形状 60">
            <a:extLst xmlns:a="http://schemas.openxmlformats.org/drawingml/2006/main">
              <a:ext uri="{FF2B5EF4-FFF2-40B4-BE49-F238E27FC236}">
                <a16:creationId xmlns:a16="http://schemas.microsoft.com/office/drawing/2014/main" id="{53D8DDBC-E6A0-A5B0-0FCB-3F32EB2E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7381788" y="5047404"/>
            <a:ext cx="326909" cy="510554"/>
          </a:xfrm>
          <a:custGeom xmlns:a="http://schemas.openxmlformats.org/drawingml/2006/main"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4125" tIns="42062" rIns="84125" bIns="4206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56">
              <a:latin typeface="+mn-ea"/>
              <a:ea typeface="+mn-ea"/>
              <a:cs typeface="+mn-ea"/>
            </a:endParaRPr>
          </a:p>
        </p:txBody>
      </p:sp>
      <p:sp>
        <p:nvSpPr>
          <p:cNvPr id="77" name="任意多边形: 形状 60">
            <a:extLst xmlns:a="http://schemas.openxmlformats.org/drawingml/2006/main">
              <a:ext uri="{FF2B5EF4-FFF2-40B4-BE49-F238E27FC236}">
                <a16:creationId xmlns:a16="http://schemas.microsoft.com/office/drawing/2014/main" id="{65A8595D-46D6-2004-133C-903B23B4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9549943" y="5090108"/>
            <a:ext cx="326909" cy="510554"/>
          </a:xfrm>
          <a:custGeom xmlns:a="http://schemas.openxmlformats.org/drawingml/2006/main"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84125" tIns="42062" rIns="84125" bIns="4206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56">
              <a:latin typeface="+mn-ea"/>
              <a:ea typeface="+mn-ea"/>
              <a:cs typeface="+mn-ea"/>
            </a:endParaRPr>
          </a:p>
        </p:txBody>
      </p:sp>
      <p:sp>
        <p:nvSpPr>
          <p:cNvPr id="80" name="任意多边形: 形状 63">
            <a:extLst xmlns:a="http://schemas.openxmlformats.org/drawingml/2006/main">
              <a:ext uri="{FF2B5EF4-FFF2-40B4-BE49-F238E27FC236}">
                <a16:creationId xmlns:a16="http://schemas.microsoft.com/office/drawing/2014/main" id="{3A76C5D8-1978-7ACA-BA24-F3367A94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3309214"/>
            <a:ext cx="8698512" cy="145220"/>
          </a:xfrm>
          <a:custGeom xmlns:a="http://schemas.openxmlformats.org/drawingml/2006/main">
            <a:gdLst>
              <a:gd name="connsiteX0" fmla="*/ 0 w 5860584"/>
              <a:gd name="connsiteY0" fmla="*/ 0 h 68361"/>
              <a:gd name="connsiteX1" fmla="*/ 5860584 w 5860584"/>
              <a:gd name="connsiteY1" fmla="*/ 0 h 68361"/>
              <a:gd name="connsiteX2" fmla="*/ 5860584 w 5860584"/>
              <a:gd name="connsiteY2" fmla="*/ 68361 h 68361"/>
              <a:gd name="connsiteX3" fmla="*/ 0 w 5860584"/>
              <a:gd name="connsiteY3" fmla="*/ 68361 h 68361"/>
              <a:gd name="connsiteX4" fmla="*/ 0 w 5860584"/>
              <a:gd name="connsiteY4" fmla="*/ 0 h 68361"/>
            </a:gdLst>
            <a:rect l="l" t="t" r="r" b="b"/>
            <a:pathLst>
              <a:path w="5860584" h="68361">
                <a:moveTo>
                  <a:pt x="0" y="0"/>
                </a:moveTo>
                <a:lnTo>
                  <a:pt x="5860584" y="0"/>
                </a:lnTo>
                <a:lnTo>
                  <a:pt x="5860584" y="68361"/>
                </a:lnTo>
                <a:lnTo>
                  <a:pt x="0" y="68361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三角形 80">
            <a:extLst xmlns:a="http://schemas.openxmlformats.org/drawingml/2006/main">
              <a:ext uri="{FF2B5EF4-FFF2-40B4-BE49-F238E27FC236}">
                <a16:creationId xmlns:a16="http://schemas.microsoft.com/office/drawing/2014/main" id="{C3F6CCAD-CE09-DB4C-BB19-D9F8E3C5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693574" y="3253396"/>
            <a:ext cx="513559" cy="256856"/>
          </a:xfrm>
          <a:prstGeom xmlns:a="http://schemas.openxmlformats.org/drawingml/2006/main" prst="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DF047A36-602D-0EB8-8596-3FC6D68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945" y="3555284"/>
            <a:ext cx="135565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20XX.XX</a:t>
            </a:r>
            <a:endParaRPr/>
          </a:p>
        </p:txBody>
      </p:sp>
      <p:sp>
        <p:nvSpPr>
          <p:cNvPr id="2" name="椭圆 1">
            <a:extLst xmlns:a="http://schemas.openxmlformats.org/drawingml/2006/main">
              <a:ext uri="{FF2B5EF4-FFF2-40B4-BE49-F238E27FC236}">
                <a16:creationId xmlns:a16="http://schemas.microsoft.com/office/drawing/2014/main" id="{F162C98B-289F-4A40-E24B-6A18DD3B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26" y="3313077"/>
            <a:ext cx="118871" cy="118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11DA3B1E-09B6-B637-B457-F314B71A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983" y="3313077"/>
            <a:ext cx="118871" cy="118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7F0BDD0-4934-4DC6-84CE-A1958731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642" y="3555284"/>
            <a:ext cx="135565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20XX.XX</a:t>
            </a: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77E309D-99B7-476C-A9A5-DB6B16C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339" y="3555284"/>
            <a:ext cx="135565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20XX.XX</a:t>
            </a: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1B20E83-1A5D-51F9-DA7F-596A189A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036" y="3555284"/>
            <a:ext cx="135565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20XX.XX</a:t>
            </a:r>
            <a:endParaRPr/>
          </a:p>
        </p:txBody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EED8733F-34ED-C309-794C-E8829876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240" y="3313077"/>
            <a:ext cx="118871" cy="118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DC329533-D8D2-D48E-B247-D8DA17C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97" y="3313077"/>
            <a:ext cx="118871" cy="118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99E0C60-D07B-5536-8D4D-6F7A6E43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06" y="987638"/>
            <a:ext cx="1828800" cy="2162738"/>
          </a:xfrm>
          <a:prstGeom xmlns:a="http://schemas.openxmlformats.org/drawingml/2006/main" prst="roundRect">
            <a:avLst>
              <a:gd name="adj" fmla="val 9662"/>
            </a:avLst>
          </a:prstGeom>
          <a:blipFill xmlns:a="http://schemas.openxmlformats.org/drawingml/2006/main">
            <a:blip xmlns:r="http://schemas.openxmlformats.org/officeDocument/2006/relationships" r:embed="R98171074c5634a95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6EB0C5E8-0E89-DBE3-2BB5-93CAE7B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535" y="987638"/>
            <a:ext cx="1828800" cy="2162738"/>
          </a:xfrm>
          <a:prstGeom xmlns:a="http://schemas.openxmlformats.org/drawingml/2006/main" prst="roundRect">
            <a:avLst>
              <a:gd name="adj" fmla="val 9662"/>
            </a:avLst>
          </a:prstGeom>
          <a:blipFill xmlns:a="http://schemas.openxmlformats.org/drawingml/2006/main">
            <a:blip xmlns:r="http://schemas.openxmlformats.org/officeDocument/2006/relationships" r:embed="Rd7a0f47c56804006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C66D18B2-B975-7074-EC91-A1111E47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364" y="987638"/>
            <a:ext cx="1828800" cy="2162738"/>
          </a:xfrm>
          <a:prstGeom xmlns:a="http://schemas.openxmlformats.org/drawingml/2006/main" prst="roundRect">
            <a:avLst>
              <a:gd name="adj" fmla="val 9662"/>
            </a:avLst>
          </a:prstGeom>
          <a:blipFill xmlns:a="http://schemas.openxmlformats.org/drawingml/2006/main">
            <a:blip xmlns:r="http://schemas.openxmlformats.org/officeDocument/2006/relationships" r:embed="R3928263f9e474494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2338AE5F-C66B-C565-B0B9-595057CA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194" y="987638"/>
            <a:ext cx="1828800" cy="2162738"/>
          </a:xfrm>
          <a:prstGeom xmlns:a="http://schemas.openxmlformats.org/drawingml/2006/main" prst="roundRect">
            <a:avLst>
              <a:gd name="adj" fmla="val 9662"/>
            </a:avLst>
          </a:prstGeom>
          <a:blipFill xmlns:a="http://schemas.openxmlformats.org/drawingml/2006/main">
            <a:blip xmlns:r="http://schemas.openxmlformats.org/officeDocument/2006/relationships" r:embed="Rc2146a073c9848e4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5572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2C49ED-1C02-4B52-ADBF-A449A27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0"/>
            <a:ext cx="240846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C368CFC-5C9B-D640-1CBB-5A6594B7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3527180"/>
            <a:ext cx="2703741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9C7301E5-E7DA-A0FB-7CF8-B4DE4193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-2" y="4289180"/>
            <a:ext cx="295276" cy="159872"/>
          </a:xfrm>
          <a:prstGeom xmlns:a="http://schemas.openxmlformats.org/drawingml/2006/main" prst="rt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74E00AB-1C51-A7A3-0E27-77A6E025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2671457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科研经历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6084C12-5427-87AD-BD34-C2F81D38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3664438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实践经历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FB9F8F1-6087-1BC6-5794-6FD1ED7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4657419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读研规划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B8BF746-1AAA-8336-A399-6AB52C61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" y="335466"/>
            <a:ext cx="177845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1F6CD5C-BE2F-0EEC-95E0-D3BC9CDC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41" y="1671102"/>
            <a:ext cx="1828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ysClr val="windowText" lastClr="000000"/>
                </a:solidFill>
                <a:latin typeface="微软雅黑"/>
                <a:ea typeface="微软雅黑"/>
                <a:cs typeface="微软雅黑"/>
              </a:rPr>
              <a:t>个人介绍</a:t>
            </a:r>
          </a:p>
        </p:txBody>
      </p:sp>
      <p:sp>
        <p:nvSpPr>
          <p:cNvPr id="17" name="图形 15">
            <a:extLst xmlns:a="http://schemas.openxmlformats.org/drawingml/2006/main">
              <a:ext uri="{FF2B5EF4-FFF2-40B4-BE49-F238E27FC236}">
                <a16:creationId xmlns:a16="http://schemas.microsoft.com/office/drawing/2014/main" id="{CC861B30-87C5-4420-BC31-A57A7A4B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3" y="1755073"/>
            <a:ext cx="399214" cy="293722"/>
          </a:xfrm>
          <a:custGeom xmlns:a="http://schemas.openxmlformats.org/drawingml/2006/main"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3AFC150B-5111-0A44-37F8-83349B8E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869" y="2724294"/>
            <a:ext cx="308303" cy="355990"/>
          </a:xfrm>
          <a:custGeom xmlns:a="http://schemas.openxmlformats.org/drawingml/2006/main">
            <a:gdLst>
              <a:gd name="connsiteX0" fmla="*/ 824908 w 1649816"/>
              <a:gd name="connsiteY0" fmla="*/ 0 h 1905000"/>
              <a:gd name="connsiteX1" fmla="*/ 1649817 w 1649816"/>
              <a:gd name="connsiteY1" fmla="*/ 476250 h 1905000"/>
              <a:gd name="connsiteX2" fmla="*/ 1649817 w 1649816"/>
              <a:gd name="connsiteY2" fmla="*/ 1428750 h 1905000"/>
              <a:gd name="connsiteX3" fmla="*/ 824908 w 1649816"/>
              <a:gd name="connsiteY3" fmla="*/ 1905000 h 1905000"/>
              <a:gd name="connsiteX4" fmla="*/ 0 w 1649816"/>
              <a:gd name="connsiteY4" fmla="*/ 1428750 h 1905000"/>
              <a:gd name="connsiteX5" fmla="*/ 0 w 1649816"/>
              <a:gd name="connsiteY5" fmla="*/ 476250 h 1905000"/>
              <a:gd name="connsiteX6" fmla="*/ 824908 w 1649816"/>
              <a:gd name="connsiteY6" fmla="*/ 0 h 1905000"/>
              <a:gd name="connsiteX7" fmla="*/ 824908 w 1649816"/>
              <a:gd name="connsiteY7" fmla="*/ 199982 h 1905000"/>
              <a:gd name="connsiteX8" fmla="*/ 173182 w 1649816"/>
              <a:gd name="connsiteY8" fmla="*/ 576219 h 1905000"/>
              <a:gd name="connsiteX9" fmla="*/ 173182 w 1649816"/>
              <a:gd name="connsiteY9" fmla="*/ 1328738 h 1905000"/>
              <a:gd name="connsiteX10" fmla="*/ 824908 w 1649816"/>
              <a:gd name="connsiteY10" fmla="*/ 1704975 h 1905000"/>
              <a:gd name="connsiteX11" fmla="*/ 1476592 w 1649816"/>
              <a:gd name="connsiteY11" fmla="*/ 1328738 h 1905000"/>
              <a:gd name="connsiteX12" fmla="*/ 1476592 w 1649816"/>
              <a:gd name="connsiteY12" fmla="*/ 576219 h 1905000"/>
              <a:gd name="connsiteX13" fmla="*/ 824908 w 1649816"/>
              <a:gd name="connsiteY13" fmla="*/ 199982 h 1905000"/>
            </a:gdLst>
            <a:rect l="l" t="t" r="r" b="b"/>
            <a:pathLst>
              <a:path w="1649816" h="1905000">
                <a:moveTo>
                  <a:pt x="824908" y="0"/>
                </a:moveTo>
                <a:lnTo>
                  <a:pt x="1649817" y="476250"/>
                </a:lnTo>
                <a:lnTo>
                  <a:pt x="1649817" y="1428750"/>
                </a:lnTo>
                <a:lnTo>
                  <a:pt x="824908" y="1905000"/>
                </a:lnTo>
                <a:lnTo>
                  <a:pt x="0" y="1428750"/>
                </a:lnTo>
                <a:lnTo>
                  <a:pt x="0" y="476250"/>
                </a:lnTo>
                <a:lnTo>
                  <a:pt x="824908" y="0"/>
                </a:lnTo>
                <a:close/>
                <a:moveTo>
                  <a:pt x="824908" y="199982"/>
                </a:moveTo>
                <a:lnTo>
                  <a:pt x="173182" y="576219"/>
                </a:lnTo>
                <a:lnTo>
                  <a:pt x="173182" y="1328738"/>
                </a:lnTo>
                <a:lnTo>
                  <a:pt x="824908" y="1704975"/>
                </a:lnTo>
                <a:lnTo>
                  <a:pt x="1476592" y="1328738"/>
                </a:lnTo>
                <a:lnTo>
                  <a:pt x="1476592" y="576219"/>
                </a:lnTo>
                <a:lnTo>
                  <a:pt x="824908" y="199982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308DCDA2-E01F-ADB9-B0D0-07DF15F4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933" y="2851666"/>
            <a:ext cx="158763" cy="107258"/>
          </a:xfrm>
          <a:custGeom xmlns:a="http://schemas.openxmlformats.org/drawingml/2006/main">
            <a:gdLst>
              <a:gd name="connsiteX0" fmla="*/ 346364 w 849586"/>
              <a:gd name="connsiteY0" fmla="*/ 54422 h 573967"/>
              <a:gd name="connsiteX1" fmla="*/ 346364 w 849586"/>
              <a:gd name="connsiteY1" fmla="*/ 227604 h 573967"/>
              <a:gd name="connsiteX2" fmla="*/ 0 w 849586"/>
              <a:gd name="connsiteY2" fmla="*/ 227604 h 573967"/>
              <a:gd name="connsiteX3" fmla="*/ 0 w 849586"/>
              <a:gd name="connsiteY3" fmla="*/ 54422 h 573967"/>
              <a:gd name="connsiteX4" fmla="*/ 606136 w 849586"/>
              <a:gd name="connsiteY4" fmla="*/ 400786 h 573967"/>
              <a:gd name="connsiteX5" fmla="*/ 606136 w 849586"/>
              <a:gd name="connsiteY5" fmla="*/ 573968 h 573967"/>
              <a:gd name="connsiteX6" fmla="*/ 0 w 849586"/>
              <a:gd name="connsiteY6" fmla="*/ 573968 h 573967"/>
              <a:gd name="connsiteX7" fmla="*/ 0 w 849586"/>
              <a:gd name="connsiteY7" fmla="*/ 400786 h 573967"/>
              <a:gd name="connsiteX8" fmla="*/ 574054 w 849586"/>
              <a:gd name="connsiteY8" fmla="*/ 0 h 573967"/>
              <a:gd name="connsiteX9" fmla="*/ 849587 w 849586"/>
              <a:gd name="connsiteY9" fmla="*/ 275532 h 573967"/>
              <a:gd name="connsiteX10" fmla="*/ 727147 w 849586"/>
              <a:gd name="connsiteY10" fmla="*/ 397972 h 573967"/>
              <a:gd name="connsiteX11" fmla="*/ 451615 w 849586"/>
              <a:gd name="connsiteY11" fmla="*/ 122440 h 573967"/>
            </a:gdLst>
            <a:rect l="l" t="t" r="r" b="b"/>
            <a:pathLst>
              <a:path w="849586" h="573967">
                <a:moveTo>
                  <a:pt x="346364" y="54422"/>
                </a:moveTo>
                <a:lnTo>
                  <a:pt x="346364" y="227604"/>
                </a:lnTo>
                <a:lnTo>
                  <a:pt x="0" y="227604"/>
                </a:lnTo>
                <a:lnTo>
                  <a:pt x="0" y="54422"/>
                </a:lnTo>
                <a:close/>
                <a:moveTo>
                  <a:pt x="606136" y="400786"/>
                </a:moveTo>
                <a:lnTo>
                  <a:pt x="606136" y="573968"/>
                </a:lnTo>
                <a:lnTo>
                  <a:pt x="0" y="573968"/>
                </a:lnTo>
                <a:lnTo>
                  <a:pt x="0" y="400786"/>
                </a:lnTo>
                <a:close/>
                <a:moveTo>
                  <a:pt x="574054" y="0"/>
                </a:moveTo>
                <a:lnTo>
                  <a:pt x="849587" y="275532"/>
                </a:lnTo>
                <a:lnTo>
                  <a:pt x="727147" y="397972"/>
                </a:lnTo>
                <a:lnTo>
                  <a:pt x="451615" y="122440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8C108EF8-85FB-85CD-8721-D3BF0ED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927" y="2834506"/>
            <a:ext cx="91537" cy="91529"/>
          </a:xfrm>
          <a:custGeom xmlns:a="http://schemas.openxmlformats.org/drawingml/2006/main">
            <a:gdLst>
              <a:gd name="connsiteX0" fmla="*/ 367362 w 489844"/>
              <a:gd name="connsiteY0" fmla="*/ 0 h 489801"/>
              <a:gd name="connsiteX1" fmla="*/ 489845 w 489844"/>
              <a:gd name="connsiteY1" fmla="*/ 122440 h 489801"/>
              <a:gd name="connsiteX2" fmla="*/ 122483 w 489844"/>
              <a:gd name="connsiteY2" fmla="*/ 489802 h 489801"/>
              <a:gd name="connsiteX3" fmla="*/ 0 w 489844"/>
              <a:gd name="connsiteY3" fmla="*/ 367362 h 489801"/>
            </a:gdLst>
            <a:rect l="l" t="t" r="r" b="b"/>
            <a:pathLst>
              <a:path w="489844" h="489801">
                <a:moveTo>
                  <a:pt x="367362" y="0"/>
                </a:moveTo>
                <a:lnTo>
                  <a:pt x="489845" y="122440"/>
                </a:lnTo>
                <a:lnTo>
                  <a:pt x="122483" y="489802"/>
                </a:lnTo>
                <a:lnTo>
                  <a:pt x="0" y="367362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图形 25">
            <a:extLst xmlns:a="http://schemas.openxmlformats.org/drawingml/2006/main">
              <a:ext uri="{FF2B5EF4-FFF2-40B4-BE49-F238E27FC236}">
                <a16:creationId xmlns:a16="http://schemas.microsoft.com/office/drawing/2014/main" id="{E1CD1923-5C5F-DEC9-C267-F72DB48D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3" y="3726437"/>
            <a:ext cx="347794" cy="337666"/>
          </a:xfrm>
          <a:custGeom xmlns:a="http://schemas.openxmlformats.org/drawingml/2006/main"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图形 28">
            <a:extLst xmlns:a="http://schemas.openxmlformats.org/drawingml/2006/main">
              <a:ext uri="{FF2B5EF4-FFF2-40B4-BE49-F238E27FC236}">
                <a16:creationId xmlns:a16="http://schemas.microsoft.com/office/drawing/2014/main" id="{F8A34DE9-10A3-9930-76D3-90D2B771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4" y="4740660"/>
            <a:ext cx="393772" cy="295182"/>
          </a:xfrm>
          <a:custGeom xmlns:a="http://schemas.openxmlformats.org/drawingml/2006/main"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DB381C49-09D9-F62E-5AD8-3A963C40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66" y="212442"/>
            <a:ext cx="4671103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实习与实践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ED84B76C-ABE7-47ED-A6D6-AD5F0FB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750964"/>
            <a:ext cx="8329504" cy="0"/>
          </a:xfrm>
          <a:prstGeom xmlns:a="http://schemas.openxmlformats.org/drawingml/2006/main" prst="line">
            <a:avLst/>
          </a:prstGeom>
          <a:ln xmlns:a="http://schemas.openxmlformats.org/drawingml/2006/main" w="2222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五边形 32">
            <a:extLst xmlns:a="http://schemas.openxmlformats.org/drawingml/2006/main">
              <a:ext uri="{FF2B5EF4-FFF2-40B4-BE49-F238E27FC236}">
                <a16:creationId xmlns:a16="http://schemas.microsoft.com/office/drawing/2014/main" id="{F3730E52-BCE0-B4FB-B51B-4B2209E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595084" cy="32841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五边形 31">
            <a:extLst xmlns:a="http://schemas.openxmlformats.org/drawingml/2006/main">
              <a:ext uri="{FF2B5EF4-FFF2-40B4-BE49-F238E27FC236}">
                <a16:creationId xmlns:a16="http://schemas.microsoft.com/office/drawing/2014/main" id="{1BFC5853-59E9-14C3-7A90-E10C9B8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268839"/>
            <a:ext cx="595084" cy="328412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99CBFA9-9BA7-F19D-88C1-0413194B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45719" cy="3284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9" name="任意形状 168">
            <a:extLst xmlns:a="http://schemas.openxmlformats.org/drawingml/2006/main">
              <a:ext uri="{FF2B5EF4-FFF2-40B4-BE49-F238E27FC236}">
                <a16:creationId xmlns:a16="http://schemas.microsoft.com/office/drawing/2014/main" id="{6639AEC2-EF6E-E574-6BD8-B2C91476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171" y="1166463"/>
            <a:ext cx="2893232" cy="3442955"/>
          </a:xfrm>
          <a:custGeom xmlns:a="http://schemas.openxmlformats.org/drawingml/2006/main">
            <a:gdLst>
              <a:gd name="connsiteX0" fmla="*/ 0 w 2893232"/>
              <a:gd name="connsiteY0" fmla="*/ 0 h 3442955"/>
              <a:gd name="connsiteX1" fmla="*/ 2893232 w 2893232"/>
              <a:gd name="connsiteY1" fmla="*/ 0 h 3442955"/>
              <a:gd name="connsiteX2" fmla="*/ 2893232 w 2893232"/>
              <a:gd name="connsiteY2" fmla="*/ 3233100 h 3442955"/>
              <a:gd name="connsiteX3" fmla="*/ 2575898 w 2893232"/>
              <a:gd name="connsiteY3" fmla="*/ 3243063 h 3442955"/>
              <a:gd name="connsiteX4" fmla="*/ 129440 w 2893232"/>
              <a:gd name="connsiteY4" fmla="*/ 3425817 h 3442955"/>
              <a:gd name="connsiteX5" fmla="*/ 0 w 2893232"/>
              <a:gd name="connsiteY5" fmla="*/ 3442955 h 3442955"/>
              <a:gd name="connsiteX6" fmla="*/ 0 w 2893232"/>
              <a:gd name="connsiteY6" fmla="*/ 0 h 3442955"/>
            </a:gdLst>
            <a:rect l="l" t="t" r="r" b="b"/>
            <a:pathLst>
              <a:path w="2893232" h="3442955">
                <a:moveTo>
                  <a:pt x="0" y="0"/>
                </a:moveTo>
                <a:lnTo>
                  <a:pt x="2893232" y="0"/>
                </a:lnTo>
                <a:lnTo>
                  <a:pt x="2893232" y="3233100"/>
                </a:lnTo>
                <a:lnTo>
                  <a:pt x="2575898" y="3243063"/>
                </a:lnTo>
                <a:cubicBezTo>
                  <a:pt x="1626664" y="3279154"/>
                  <a:pt x="787093" y="3342834"/>
                  <a:pt x="129440" y="3425817"/>
                </a:cubicBezTo>
                <a:lnTo>
                  <a:pt x="0" y="344295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ebf50c729b44f53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8" name="任意形状 167">
            <a:extLst xmlns:a="http://schemas.openxmlformats.org/drawingml/2006/main">
              <a:ext uri="{FF2B5EF4-FFF2-40B4-BE49-F238E27FC236}">
                <a16:creationId xmlns:a16="http://schemas.microsoft.com/office/drawing/2014/main" id="{EE3B7CDC-CF8E-A39A-0A31-8D70F79F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935" y="1166463"/>
            <a:ext cx="2765700" cy="3230117"/>
          </a:xfrm>
          <a:custGeom xmlns:a="http://schemas.openxmlformats.org/drawingml/2006/main">
            <a:gdLst>
              <a:gd name="connsiteX0" fmla="*/ 0 w 2765700"/>
              <a:gd name="connsiteY0" fmla="*/ 0 h 3230117"/>
              <a:gd name="connsiteX1" fmla="*/ 2765700 w 2765700"/>
              <a:gd name="connsiteY1" fmla="*/ 0 h 3230117"/>
              <a:gd name="connsiteX2" fmla="*/ 2765700 w 2765700"/>
              <a:gd name="connsiteY2" fmla="*/ 3230117 h 3230117"/>
              <a:gd name="connsiteX3" fmla="*/ 2595919 w 2765700"/>
              <a:gd name="connsiteY3" fmla="*/ 3224786 h 3230117"/>
              <a:gd name="connsiteX4" fmla="*/ 1366588 w 2765700"/>
              <a:gd name="connsiteY4" fmla="*/ 3209687 h 3230117"/>
              <a:gd name="connsiteX5" fmla="*/ 137257 w 2765700"/>
              <a:gd name="connsiteY5" fmla="*/ 3224786 h 3230117"/>
              <a:gd name="connsiteX6" fmla="*/ 0 w 2765700"/>
              <a:gd name="connsiteY6" fmla="*/ 3229096 h 3230117"/>
              <a:gd name="connsiteX7" fmla="*/ 0 w 2765700"/>
              <a:gd name="connsiteY7" fmla="*/ 0 h 3230117"/>
            </a:gdLst>
            <a:rect l="l" t="t" r="r" b="b"/>
            <a:pathLst>
              <a:path w="2765700" h="3230117">
                <a:moveTo>
                  <a:pt x="0" y="0"/>
                </a:moveTo>
                <a:lnTo>
                  <a:pt x="2765700" y="0"/>
                </a:lnTo>
                <a:lnTo>
                  <a:pt x="2765700" y="3230117"/>
                </a:lnTo>
                <a:lnTo>
                  <a:pt x="2595919" y="3224786"/>
                </a:lnTo>
                <a:cubicBezTo>
                  <a:pt x="2199835" y="3214897"/>
                  <a:pt x="1788517" y="3209687"/>
                  <a:pt x="1366588" y="3209687"/>
                </a:cubicBezTo>
                <a:cubicBezTo>
                  <a:pt x="944660" y="3209687"/>
                  <a:pt x="533341" y="3214897"/>
                  <a:pt x="137257" y="3224786"/>
                </a:cubicBezTo>
                <a:lnTo>
                  <a:pt x="0" y="322909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bb07eb4ff84699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7" name="任意形状 166">
            <a:extLst xmlns:a="http://schemas.openxmlformats.org/drawingml/2006/main">
              <a:ext uri="{FF2B5EF4-FFF2-40B4-BE49-F238E27FC236}">
                <a16:creationId xmlns:a16="http://schemas.microsoft.com/office/drawing/2014/main" id="{CCFB0584-5452-96A1-83F5-883A92FD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167" y="1166463"/>
            <a:ext cx="2860706" cy="3442955"/>
          </a:xfrm>
          <a:custGeom xmlns:a="http://schemas.openxmlformats.org/drawingml/2006/main">
            <a:gdLst>
              <a:gd name="connsiteX0" fmla="*/ 0 w 2860706"/>
              <a:gd name="connsiteY0" fmla="*/ 0 h 3442955"/>
              <a:gd name="connsiteX1" fmla="*/ 2860706 w 2860706"/>
              <a:gd name="connsiteY1" fmla="*/ 0 h 3442955"/>
              <a:gd name="connsiteX2" fmla="*/ 2860706 w 2860706"/>
              <a:gd name="connsiteY2" fmla="*/ 3442955 h 3442955"/>
              <a:gd name="connsiteX3" fmla="*/ 2731268 w 2860706"/>
              <a:gd name="connsiteY3" fmla="*/ 3425817 h 3442955"/>
              <a:gd name="connsiteX4" fmla="*/ 284810 w 2860706"/>
              <a:gd name="connsiteY4" fmla="*/ 3243063 h 3442955"/>
              <a:gd name="connsiteX5" fmla="*/ 0 w 2860706"/>
              <a:gd name="connsiteY5" fmla="*/ 3234121 h 3442955"/>
              <a:gd name="connsiteX6" fmla="*/ 0 w 2860706"/>
              <a:gd name="connsiteY6" fmla="*/ 0 h 3442955"/>
            </a:gdLst>
            <a:rect l="l" t="t" r="r" b="b"/>
            <a:pathLst>
              <a:path w="2860706" h="3442955">
                <a:moveTo>
                  <a:pt x="0" y="0"/>
                </a:moveTo>
                <a:lnTo>
                  <a:pt x="2860706" y="0"/>
                </a:lnTo>
                <a:lnTo>
                  <a:pt x="2860706" y="3442955"/>
                </a:lnTo>
                <a:lnTo>
                  <a:pt x="2731268" y="3425817"/>
                </a:lnTo>
                <a:cubicBezTo>
                  <a:pt x="2073615" y="3342834"/>
                  <a:pt x="1234045" y="3279154"/>
                  <a:pt x="284810" y="3243063"/>
                </a:cubicBezTo>
                <a:lnTo>
                  <a:pt x="0" y="32341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c9082c906914229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7" name="文本框 176">
            <a:extLst xmlns:a="http://schemas.openxmlformats.org/drawingml/2006/main">
              <a:ext uri="{FF2B5EF4-FFF2-40B4-BE49-F238E27FC236}">
                <a16:creationId xmlns:a16="http://schemas.microsoft.com/office/drawing/2014/main" id="{82906565-CEE4-C9E4-256B-66626CE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959" y="4946836"/>
            <a:ext cx="1931831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CamTalk 多模态实时 AI Agent</a:t>
            </a:r>
          </a:p>
        </p:txBody>
      </p:sp>
      <p:sp>
        <p:nvSpPr>
          <p:cNvPr id="178" name="文本框 177">
            <a:extLst xmlns:a="http://schemas.openxmlformats.org/drawingml/2006/main">
              <a:ext uri="{FF2B5EF4-FFF2-40B4-BE49-F238E27FC236}">
                <a16:creationId xmlns:a16="http://schemas.microsoft.com/office/drawing/2014/main" id="{93E9AB6C-A366-15EC-4736-DFAEE777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755" y="4812078"/>
            <a:ext cx="1931831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CamTalk 多模态实时 AI Agent</a:t>
            </a:r>
          </a:p>
        </p:txBody>
      </p:sp>
      <p:sp>
        <p:nvSpPr>
          <p:cNvPr id="179" name="文本框 178">
            <a:extLst xmlns:a="http://schemas.openxmlformats.org/drawingml/2006/main">
              <a:ext uri="{FF2B5EF4-FFF2-40B4-BE49-F238E27FC236}">
                <a16:creationId xmlns:a16="http://schemas.microsoft.com/office/drawing/2014/main" id="{E92B9039-EDE6-635D-A42F-E2CF8E6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828" y="4945601"/>
            <a:ext cx="1931831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CamTalk 多模态实时 AI Agent</a:t>
            </a:r>
          </a:p>
        </p:txBody>
      </p:sp>
      <p:sp>
        <p:nvSpPr>
          <p:cNvPr id="180" name="文本框 179">
            <a:extLst xmlns:a="http://schemas.openxmlformats.org/drawingml/2006/main">
              <a:ext uri="{FF2B5EF4-FFF2-40B4-BE49-F238E27FC236}">
                <a16:creationId xmlns:a16="http://schemas.microsoft.com/office/drawing/2014/main" id="{E4D96DC3-4A55-200D-FCB1-B5FA044B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269" y="5313098"/>
            <a:ext cx="2849046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这里输入正文内容，这里输入正文内容，这里输入正文内容，这里输入正文内容，这里输入正文内容，这里输入正文内容</a:t>
            </a:r>
          </a:p>
        </p:txBody>
      </p:sp>
      <p:sp>
        <p:nvSpPr>
          <p:cNvPr id="181" name="文本框 180">
            <a:extLst xmlns:a="http://schemas.openxmlformats.org/drawingml/2006/main">
              <a:ext uri="{FF2B5EF4-FFF2-40B4-BE49-F238E27FC236}">
                <a16:creationId xmlns:a16="http://schemas.microsoft.com/office/drawing/2014/main" id="{11096452-310F-CC7D-59D4-129A198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19" y="5639802"/>
            <a:ext cx="2830382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这里输入正文内容，这里输入正文内容，这里输入正文内容，这里输入正文内容，这里输入正文内容，这里输入正文内容</a:t>
            </a:r>
          </a:p>
        </p:txBody>
      </p:sp>
      <p:sp>
        <p:nvSpPr>
          <p:cNvPr id="182" name="文本框 181">
            <a:extLst xmlns:a="http://schemas.openxmlformats.org/drawingml/2006/main">
              <a:ext uri="{FF2B5EF4-FFF2-40B4-BE49-F238E27FC236}">
                <a16:creationId xmlns:a16="http://schemas.microsoft.com/office/drawing/2014/main" id="{3A1861C8-0106-A291-4993-463EE634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231" y="5639801"/>
            <a:ext cx="2735642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这里输入正文内容，这里输入正文内容，这里输入正文内容，这里输入正文内容，这里输入正文内容，这里输入正文内容</a:t>
            </a:r>
          </a:p>
        </p:txBody>
      </p:sp>
      <p:sp>
        <p:nvSpPr>
          <p:cNvPr id="183" name="弧 182">
            <a:extLst xmlns:a="http://schemas.openxmlformats.org/drawingml/2006/main">
              <a:ext uri="{FF2B5EF4-FFF2-40B4-BE49-F238E27FC236}">
                <a16:creationId xmlns:a16="http://schemas.microsoft.com/office/drawing/2014/main" id="{F80A32B2-799E-FC59-3327-0FEF62A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959" y="4609417"/>
            <a:ext cx="7794700" cy="336179"/>
          </a:xfrm>
          <a:prstGeom xmlns:a="http://schemas.openxmlformats.org/drawingml/2006/main" prst="arc">
            <a:avLst>
              <a:gd name="adj1" fmla="val 10849873"/>
              <a:gd name="adj2" fmla="val 21563128"/>
            </a:avLst>
          </a:prstGeom>
          <a:ln xmlns:a="http://schemas.openxmlformats.org/drawingml/2006/main" w="25400">
            <a:gradFill rotWithShape="1">
              <a:gsLst>
                <a:gs pos="0">
                  <a:schemeClr val="accent1">
                    <a:alpha val="6000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60000"/>
                  </a:schemeClr>
                </a:gs>
              </a:gsLst>
              <a:lin ang="0" scaled="1"/>
              <a:tileRect/>
            </a:gradFill>
          </a:ln>
          <a:effectLst xmlns:a="http://schemas.openxmlformats.org/drawingml/2006/main">
            <a:outerShdw blurRad="50800" dist="38100" dir="5400000" algn="t" rotWithShape="0">
              <a:schemeClr val="accent1">
                <a:alpha val="40000"/>
              </a:schemeClr>
            </a:outerShdw>
            <a:reflection blurRad="6350" stA="52000" endA="300" endPos="35000" dir="5400000" sy="-100000" algn="bl" rotWithShape="0"/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5" name="椭圆 184">
            <a:extLst xmlns:a="http://schemas.openxmlformats.org/drawingml/2006/main">
              <a:ext uri="{FF2B5EF4-FFF2-40B4-BE49-F238E27FC236}">
                <a16:creationId xmlns:a16="http://schemas.microsoft.com/office/drawing/2014/main" id="{53CAA31B-1722-8EDF-CAD6-AED0D2CA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160" y="5412142"/>
            <a:ext cx="174567" cy="17456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0629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EC8BB32-493A-2897-6B36-ACC2C38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0"/>
            <a:ext cx="240846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CACDFA-2542-CF46-CAFC-A0A78442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06895"/>
            <a:ext cx="2703741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9EA6E801-8CAD-23F8-802D-6CC2C30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-2" y="5268895"/>
            <a:ext cx="295276" cy="159872"/>
          </a:xfrm>
          <a:prstGeom xmlns:a="http://schemas.openxmlformats.org/drawingml/2006/main" prst="rtTriangl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705BAC1-D599-2EA4-39FC-B5F75557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2671457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微软雅黑"/>
                <a:ea typeface="微软雅黑"/>
                <a:cs typeface="微软雅黑"/>
              </a:rPr>
              <a:t>科研经历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C21C2FD-D002-F02D-8A59-D68C7365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3664438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实践经历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CC399A9-FC59-0F1E-D33B-F560953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" y="4657419"/>
            <a:ext cx="18352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读研规划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8429D14-0FCB-D56D-603D-EF203D2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" y="335466"/>
            <a:ext cx="177845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DF6FCD3-98C3-17AB-FF57-A945B947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41" y="1671102"/>
            <a:ext cx="1828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ysClr val="windowText" lastClr="000000"/>
                </a:solidFill>
                <a:latin typeface="微软雅黑"/>
                <a:ea typeface="微软雅黑"/>
                <a:cs typeface="微软雅黑"/>
              </a:rPr>
              <a:t>个人介绍</a:t>
            </a:r>
          </a:p>
        </p:txBody>
      </p:sp>
      <p:sp>
        <p:nvSpPr>
          <p:cNvPr id="17" name="图形 15">
            <a:extLst xmlns:a="http://schemas.openxmlformats.org/drawingml/2006/main">
              <a:ext uri="{FF2B5EF4-FFF2-40B4-BE49-F238E27FC236}">
                <a16:creationId xmlns:a16="http://schemas.microsoft.com/office/drawing/2014/main" id="{6242A296-156B-E6E8-6447-721AE687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13" y="1755073"/>
            <a:ext cx="399214" cy="293722"/>
          </a:xfrm>
          <a:custGeom xmlns:a="http://schemas.openxmlformats.org/drawingml/2006/main"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A00F5CF0-EC9A-2640-234E-02B86EEB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869" y="2724294"/>
            <a:ext cx="308303" cy="355990"/>
          </a:xfrm>
          <a:custGeom xmlns:a="http://schemas.openxmlformats.org/drawingml/2006/main">
            <a:gdLst>
              <a:gd name="connsiteX0" fmla="*/ 824908 w 1649816"/>
              <a:gd name="connsiteY0" fmla="*/ 0 h 1905000"/>
              <a:gd name="connsiteX1" fmla="*/ 1649817 w 1649816"/>
              <a:gd name="connsiteY1" fmla="*/ 476250 h 1905000"/>
              <a:gd name="connsiteX2" fmla="*/ 1649817 w 1649816"/>
              <a:gd name="connsiteY2" fmla="*/ 1428750 h 1905000"/>
              <a:gd name="connsiteX3" fmla="*/ 824908 w 1649816"/>
              <a:gd name="connsiteY3" fmla="*/ 1905000 h 1905000"/>
              <a:gd name="connsiteX4" fmla="*/ 0 w 1649816"/>
              <a:gd name="connsiteY4" fmla="*/ 1428750 h 1905000"/>
              <a:gd name="connsiteX5" fmla="*/ 0 w 1649816"/>
              <a:gd name="connsiteY5" fmla="*/ 476250 h 1905000"/>
              <a:gd name="connsiteX6" fmla="*/ 824908 w 1649816"/>
              <a:gd name="connsiteY6" fmla="*/ 0 h 1905000"/>
              <a:gd name="connsiteX7" fmla="*/ 824908 w 1649816"/>
              <a:gd name="connsiteY7" fmla="*/ 199982 h 1905000"/>
              <a:gd name="connsiteX8" fmla="*/ 173182 w 1649816"/>
              <a:gd name="connsiteY8" fmla="*/ 576219 h 1905000"/>
              <a:gd name="connsiteX9" fmla="*/ 173182 w 1649816"/>
              <a:gd name="connsiteY9" fmla="*/ 1328738 h 1905000"/>
              <a:gd name="connsiteX10" fmla="*/ 824908 w 1649816"/>
              <a:gd name="connsiteY10" fmla="*/ 1704975 h 1905000"/>
              <a:gd name="connsiteX11" fmla="*/ 1476592 w 1649816"/>
              <a:gd name="connsiteY11" fmla="*/ 1328738 h 1905000"/>
              <a:gd name="connsiteX12" fmla="*/ 1476592 w 1649816"/>
              <a:gd name="connsiteY12" fmla="*/ 576219 h 1905000"/>
              <a:gd name="connsiteX13" fmla="*/ 824908 w 1649816"/>
              <a:gd name="connsiteY13" fmla="*/ 199982 h 1905000"/>
            </a:gdLst>
            <a:rect l="l" t="t" r="r" b="b"/>
            <a:pathLst>
              <a:path w="1649816" h="1905000">
                <a:moveTo>
                  <a:pt x="824908" y="0"/>
                </a:moveTo>
                <a:lnTo>
                  <a:pt x="1649817" y="476250"/>
                </a:lnTo>
                <a:lnTo>
                  <a:pt x="1649817" y="1428750"/>
                </a:lnTo>
                <a:lnTo>
                  <a:pt x="824908" y="1905000"/>
                </a:lnTo>
                <a:lnTo>
                  <a:pt x="0" y="1428750"/>
                </a:lnTo>
                <a:lnTo>
                  <a:pt x="0" y="476250"/>
                </a:lnTo>
                <a:lnTo>
                  <a:pt x="824908" y="0"/>
                </a:lnTo>
                <a:close/>
                <a:moveTo>
                  <a:pt x="824908" y="199982"/>
                </a:moveTo>
                <a:lnTo>
                  <a:pt x="173182" y="576219"/>
                </a:lnTo>
                <a:lnTo>
                  <a:pt x="173182" y="1328738"/>
                </a:lnTo>
                <a:lnTo>
                  <a:pt x="824908" y="1704975"/>
                </a:lnTo>
                <a:lnTo>
                  <a:pt x="1476592" y="1328738"/>
                </a:lnTo>
                <a:lnTo>
                  <a:pt x="1476592" y="576219"/>
                </a:lnTo>
                <a:lnTo>
                  <a:pt x="824908" y="199982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E72AC1A6-3A27-E062-8A63-A9563DD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933" y="2851666"/>
            <a:ext cx="158763" cy="107258"/>
          </a:xfrm>
          <a:custGeom xmlns:a="http://schemas.openxmlformats.org/drawingml/2006/main">
            <a:gdLst>
              <a:gd name="connsiteX0" fmla="*/ 346364 w 849586"/>
              <a:gd name="connsiteY0" fmla="*/ 54422 h 573967"/>
              <a:gd name="connsiteX1" fmla="*/ 346364 w 849586"/>
              <a:gd name="connsiteY1" fmla="*/ 227604 h 573967"/>
              <a:gd name="connsiteX2" fmla="*/ 0 w 849586"/>
              <a:gd name="connsiteY2" fmla="*/ 227604 h 573967"/>
              <a:gd name="connsiteX3" fmla="*/ 0 w 849586"/>
              <a:gd name="connsiteY3" fmla="*/ 54422 h 573967"/>
              <a:gd name="connsiteX4" fmla="*/ 606136 w 849586"/>
              <a:gd name="connsiteY4" fmla="*/ 400786 h 573967"/>
              <a:gd name="connsiteX5" fmla="*/ 606136 w 849586"/>
              <a:gd name="connsiteY5" fmla="*/ 573968 h 573967"/>
              <a:gd name="connsiteX6" fmla="*/ 0 w 849586"/>
              <a:gd name="connsiteY6" fmla="*/ 573968 h 573967"/>
              <a:gd name="connsiteX7" fmla="*/ 0 w 849586"/>
              <a:gd name="connsiteY7" fmla="*/ 400786 h 573967"/>
              <a:gd name="connsiteX8" fmla="*/ 574054 w 849586"/>
              <a:gd name="connsiteY8" fmla="*/ 0 h 573967"/>
              <a:gd name="connsiteX9" fmla="*/ 849587 w 849586"/>
              <a:gd name="connsiteY9" fmla="*/ 275532 h 573967"/>
              <a:gd name="connsiteX10" fmla="*/ 727147 w 849586"/>
              <a:gd name="connsiteY10" fmla="*/ 397972 h 573967"/>
              <a:gd name="connsiteX11" fmla="*/ 451615 w 849586"/>
              <a:gd name="connsiteY11" fmla="*/ 122440 h 573967"/>
            </a:gdLst>
            <a:rect l="l" t="t" r="r" b="b"/>
            <a:pathLst>
              <a:path w="849586" h="573967">
                <a:moveTo>
                  <a:pt x="346364" y="54422"/>
                </a:moveTo>
                <a:lnTo>
                  <a:pt x="346364" y="227604"/>
                </a:lnTo>
                <a:lnTo>
                  <a:pt x="0" y="227604"/>
                </a:lnTo>
                <a:lnTo>
                  <a:pt x="0" y="54422"/>
                </a:lnTo>
                <a:close/>
                <a:moveTo>
                  <a:pt x="606136" y="400786"/>
                </a:moveTo>
                <a:lnTo>
                  <a:pt x="606136" y="573968"/>
                </a:lnTo>
                <a:lnTo>
                  <a:pt x="0" y="573968"/>
                </a:lnTo>
                <a:lnTo>
                  <a:pt x="0" y="400786"/>
                </a:lnTo>
                <a:close/>
                <a:moveTo>
                  <a:pt x="574054" y="0"/>
                </a:moveTo>
                <a:lnTo>
                  <a:pt x="849587" y="275532"/>
                </a:lnTo>
                <a:lnTo>
                  <a:pt x="727147" y="397972"/>
                </a:lnTo>
                <a:lnTo>
                  <a:pt x="451615" y="122440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78623D3B-9AB1-9C25-9224-B9BF356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927" y="2834506"/>
            <a:ext cx="91537" cy="91529"/>
          </a:xfrm>
          <a:custGeom xmlns:a="http://schemas.openxmlformats.org/drawingml/2006/main">
            <a:gdLst>
              <a:gd name="connsiteX0" fmla="*/ 367362 w 489844"/>
              <a:gd name="connsiteY0" fmla="*/ 0 h 489801"/>
              <a:gd name="connsiteX1" fmla="*/ 489845 w 489844"/>
              <a:gd name="connsiteY1" fmla="*/ 122440 h 489801"/>
              <a:gd name="connsiteX2" fmla="*/ 122483 w 489844"/>
              <a:gd name="connsiteY2" fmla="*/ 489802 h 489801"/>
              <a:gd name="connsiteX3" fmla="*/ 0 w 489844"/>
              <a:gd name="connsiteY3" fmla="*/ 367362 h 489801"/>
            </a:gdLst>
            <a:rect l="l" t="t" r="r" b="b"/>
            <a:pathLst>
              <a:path w="489844" h="489801">
                <a:moveTo>
                  <a:pt x="367362" y="0"/>
                </a:moveTo>
                <a:lnTo>
                  <a:pt x="489845" y="122440"/>
                </a:lnTo>
                <a:lnTo>
                  <a:pt x="122483" y="489802"/>
                </a:lnTo>
                <a:lnTo>
                  <a:pt x="0" y="367362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图形 25">
            <a:extLst xmlns:a="http://schemas.openxmlformats.org/drawingml/2006/main">
              <a:ext uri="{FF2B5EF4-FFF2-40B4-BE49-F238E27FC236}">
                <a16:creationId xmlns:a16="http://schemas.microsoft.com/office/drawing/2014/main" id="{A419470F-17F2-99E9-A6F5-A346FCD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3" y="3726437"/>
            <a:ext cx="347794" cy="337666"/>
          </a:xfrm>
          <a:custGeom xmlns:a="http://schemas.openxmlformats.org/drawingml/2006/main"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图形 28">
            <a:extLst xmlns:a="http://schemas.openxmlformats.org/drawingml/2006/main">
              <a:ext uri="{FF2B5EF4-FFF2-40B4-BE49-F238E27FC236}">
                <a16:creationId xmlns:a16="http://schemas.microsoft.com/office/drawing/2014/main" id="{7111AA85-EE8E-7DC3-5BCA-EB63EB7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34" y="4740660"/>
            <a:ext cx="393772" cy="295182"/>
          </a:xfrm>
          <a:custGeom xmlns:a="http://schemas.openxmlformats.org/drawingml/2006/main"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86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88044C6-C511-155C-FD54-658CAFA6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466" y="212442"/>
            <a:ext cx="4671103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研究方向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18987383-2C7E-4741-9E8D-A2EA1EF7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71" y="750964"/>
            <a:ext cx="8329504" cy="0"/>
          </a:xfrm>
          <a:prstGeom xmlns:a="http://schemas.openxmlformats.org/drawingml/2006/main" prst="line">
            <a:avLst/>
          </a:prstGeom>
          <a:ln xmlns:a="http://schemas.openxmlformats.org/drawingml/2006/main" w="2222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五边形 32">
            <a:extLst xmlns:a="http://schemas.openxmlformats.org/drawingml/2006/main">
              <a:ext uri="{FF2B5EF4-FFF2-40B4-BE49-F238E27FC236}">
                <a16:creationId xmlns:a16="http://schemas.microsoft.com/office/drawing/2014/main" id="{98972EC5-97D9-2C9D-C742-85D54EF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595084" cy="32841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五边形 31">
            <a:extLst xmlns:a="http://schemas.openxmlformats.org/drawingml/2006/main">
              <a:ext uri="{FF2B5EF4-FFF2-40B4-BE49-F238E27FC236}">
                <a16:creationId xmlns:a16="http://schemas.microsoft.com/office/drawing/2014/main" id="{811CA5D9-FB07-842A-04AB-FE60F0FF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268839"/>
            <a:ext cx="595084" cy="328412"/>
          </a:xfrm>
          <a:prstGeom xmlns:a="http://schemas.openxmlformats.org/drawingml/2006/main" prst="homePlat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8555AA7-B652-A24D-668E-45FE557C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8703" y="268839"/>
            <a:ext cx="45719" cy="3284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E73E472-2870-2E1E-2131-D9859698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3070566"/>
            <a:ext cx="1105795" cy="110619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38100">
            <a:noFill/>
          </a:ln>
          <a:effectLst xmlns:a="http://schemas.openxmlformats.org/drawingml/2006/main"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028" tIns="45514" rIns="91028" bIns="45514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2385">
              <a:solidFill>
                <a:srgbClr val="FFFFFF"/>
              </a:solidFill>
            </a:endParaRPr>
          </a:p>
        </p:txBody>
      </p:sp>
      <p:sp>
        <p:nvSpPr>
          <p:cNvPr id="20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1DC5C2-E140-3EE9-EE18-433208DC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6601" y="3155174"/>
            <a:ext cx="936640" cy="9369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3135">
              <a:solidFill>
                <a:srgbClr val="FFFFFF"/>
              </a:solidFill>
            </a:endParaRPr>
          </a:p>
        </p:txBody>
      </p:sp>
      <p:sp>
        <p:nvSpPr>
          <p:cNvPr id="2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7E2FBE9-AE71-E8F1-7EDB-3845402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0136" y="3410436"/>
            <a:ext cx="434060" cy="456038"/>
          </a:xfrm>
          <a:custGeom xmlns:a="http://schemas.openxmlformats.org/drawingml/2006/main">
            <a:gdLst>
              <a:gd name="T0" fmla="*/ 139 w 577"/>
              <a:gd name="T1" fmla="*/ 87 h 609"/>
              <a:gd name="T2" fmla="*/ 27 w 577"/>
              <a:gd name="T3" fmla="*/ 87 h 609"/>
              <a:gd name="T4" fmla="*/ 27 w 577"/>
              <a:gd name="T5" fmla="*/ 48 h 609"/>
              <a:gd name="T6" fmla="*/ 139 w 577"/>
              <a:gd name="T7" fmla="*/ 48 h 609"/>
              <a:gd name="T8" fmla="*/ 139 w 577"/>
              <a:gd name="T9" fmla="*/ 87 h 609"/>
              <a:gd name="T10" fmla="*/ 139 w 577"/>
              <a:gd name="T11" fmla="*/ 179 h 609"/>
              <a:gd name="T12" fmla="*/ 27 w 577"/>
              <a:gd name="T13" fmla="*/ 179 h 609"/>
              <a:gd name="T14" fmla="*/ 27 w 577"/>
              <a:gd name="T15" fmla="*/ 140 h 609"/>
              <a:gd name="T16" fmla="*/ 139 w 577"/>
              <a:gd name="T17" fmla="*/ 140 h 609"/>
              <a:gd name="T18" fmla="*/ 139 w 577"/>
              <a:gd name="T19" fmla="*/ 179 h 609"/>
              <a:gd name="T20" fmla="*/ 139 w 577"/>
              <a:gd name="T21" fmla="*/ 271 h 609"/>
              <a:gd name="T22" fmla="*/ 27 w 577"/>
              <a:gd name="T23" fmla="*/ 271 h 609"/>
              <a:gd name="T24" fmla="*/ 27 w 577"/>
              <a:gd name="T25" fmla="*/ 232 h 609"/>
              <a:gd name="T26" fmla="*/ 139 w 577"/>
              <a:gd name="T27" fmla="*/ 232 h 609"/>
              <a:gd name="T28" fmla="*/ 139 w 577"/>
              <a:gd name="T29" fmla="*/ 271 h 609"/>
              <a:gd name="T30" fmla="*/ 0 w 577"/>
              <a:gd name="T31" fmla="*/ 609 h 609"/>
              <a:gd name="T32" fmla="*/ 166 w 577"/>
              <a:gd name="T33" fmla="*/ 609 h 609"/>
              <a:gd name="T34" fmla="*/ 166 w 577"/>
              <a:gd name="T35" fmla="*/ 0 h 609"/>
              <a:gd name="T36" fmla="*/ 0 w 577"/>
              <a:gd name="T37" fmla="*/ 0 h 609"/>
              <a:gd name="T38" fmla="*/ 0 w 577"/>
              <a:gd name="T39" fmla="*/ 609 h 609"/>
              <a:gd name="T40" fmla="*/ 344 w 577"/>
              <a:gd name="T41" fmla="*/ 87 h 609"/>
              <a:gd name="T42" fmla="*/ 232 w 577"/>
              <a:gd name="T43" fmla="*/ 87 h 609"/>
              <a:gd name="T44" fmla="*/ 232 w 577"/>
              <a:gd name="T45" fmla="*/ 48 h 609"/>
              <a:gd name="T46" fmla="*/ 344 w 577"/>
              <a:gd name="T47" fmla="*/ 48 h 609"/>
              <a:gd name="T48" fmla="*/ 344 w 577"/>
              <a:gd name="T49" fmla="*/ 87 h 609"/>
              <a:gd name="T50" fmla="*/ 344 w 577"/>
              <a:gd name="T51" fmla="*/ 179 h 609"/>
              <a:gd name="T52" fmla="*/ 232 w 577"/>
              <a:gd name="T53" fmla="*/ 179 h 609"/>
              <a:gd name="T54" fmla="*/ 232 w 577"/>
              <a:gd name="T55" fmla="*/ 140 h 609"/>
              <a:gd name="T56" fmla="*/ 344 w 577"/>
              <a:gd name="T57" fmla="*/ 140 h 609"/>
              <a:gd name="T58" fmla="*/ 344 w 577"/>
              <a:gd name="T59" fmla="*/ 179 h 609"/>
              <a:gd name="T60" fmla="*/ 344 w 577"/>
              <a:gd name="T61" fmla="*/ 271 h 609"/>
              <a:gd name="T62" fmla="*/ 232 w 577"/>
              <a:gd name="T63" fmla="*/ 271 h 609"/>
              <a:gd name="T64" fmla="*/ 232 w 577"/>
              <a:gd name="T65" fmla="*/ 232 h 609"/>
              <a:gd name="T66" fmla="*/ 344 w 577"/>
              <a:gd name="T67" fmla="*/ 232 h 609"/>
              <a:gd name="T68" fmla="*/ 344 w 577"/>
              <a:gd name="T69" fmla="*/ 271 h 609"/>
              <a:gd name="T70" fmla="*/ 205 w 577"/>
              <a:gd name="T71" fmla="*/ 609 h 609"/>
              <a:gd name="T72" fmla="*/ 371 w 577"/>
              <a:gd name="T73" fmla="*/ 609 h 609"/>
              <a:gd name="T74" fmla="*/ 371 w 577"/>
              <a:gd name="T75" fmla="*/ 0 h 609"/>
              <a:gd name="T76" fmla="*/ 205 w 577"/>
              <a:gd name="T77" fmla="*/ 0 h 609"/>
              <a:gd name="T78" fmla="*/ 205 w 577"/>
              <a:gd name="T79" fmla="*/ 609 h 609"/>
              <a:gd name="T80" fmla="*/ 549 w 577"/>
              <a:gd name="T81" fmla="*/ 87 h 609"/>
              <a:gd name="T82" fmla="*/ 437 w 577"/>
              <a:gd name="T83" fmla="*/ 87 h 609"/>
              <a:gd name="T84" fmla="*/ 437 w 577"/>
              <a:gd name="T85" fmla="*/ 48 h 609"/>
              <a:gd name="T86" fmla="*/ 549 w 577"/>
              <a:gd name="T87" fmla="*/ 48 h 609"/>
              <a:gd name="T88" fmla="*/ 549 w 577"/>
              <a:gd name="T89" fmla="*/ 87 h 609"/>
              <a:gd name="T90" fmla="*/ 549 w 577"/>
              <a:gd name="T91" fmla="*/ 179 h 609"/>
              <a:gd name="T92" fmla="*/ 437 w 577"/>
              <a:gd name="T93" fmla="*/ 179 h 609"/>
              <a:gd name="T94" fmla="*/ 437 w 577"/>
              <a:gd name="T95" fmla="*/ 140 h 609"/>
              <a:gd name="T96" fmla="*/ 549 w 577"/>
              <a:gd name="T97" fmla="*/ 140 h 609"/>
              <a:gd name="T98" fmla="*/ 549 w 577"/>
              <a:gd name="T99" fmla="*/ 179 h 609"/>
              <a:gd name="T100" fmla="*/ 549 w 577"/>
              <a:gd name="T101" fmla="*/ 271 h 609"/>
              <a:gd name="T102" fmla="*/ 437 w 577"/>
              <a:gd name="T103" fmla="*/ 271 h 609"/>
              <a:gd name="T104" fmla="*/ 437 w 577"/>
              <a:gd name="T105" fmla="*/ 232 h 609"/>
              <a:gd name="T106" fmla="*/ 549 w 577"/>
              <a:gd name="T107" fmla="*/ 232 h 609"/>
              <a:gd name="T108" fmla="*/ 549 w 577"/>
              <a:gd name="T109" fmla="*/ 271 h 609"/>
              <a:gd name="T110" fmla="*/ 410 w 577"/>
              <a:gd name="T111" fmla="*/ 609 h 609"/>
              <a:gd name="T112" fmla="*/ 577 w 577"/>
              <a:gd name="T113" fmla="*/ 609 h 609"/>
              <a:gd name="T114" fmla="*/ 577 w 577"/>
              <a:gd name="T115" fmla="*/ 0 h 609"/>
              <a:gd name="T116" fmla="*/ 410 w 577"/>
              <a:gd name="T117" fmla="*/ 0 h 609"/>
              <a:gd name="T118" fmla="*/ 410 w 577"/>
              <a:gd name="T119" fmla="*/ 609 h 609"/>
            </a:gdLst>
            <a:rect l="0" t="0" r="r" b="b"/>
            <a:pathLst>
              <a:path w="577" h="609">
                <a:moveTo>
                  <a:pt x="139" y="87"/>
                </a:moveTo>
                <a:lnTo>
                  <a:pt x="27" y="87"/>
                </a:lnTo>
                <a:lnTo>
                  <a:pt x="27" y="48"/>
                </a:lnTo>
                <a:lnTo>
                  <a:pt x="139" y="48"/>
                </a:lnTo>
                <a:lnTo>
                  <a:pt x="139" y="87"/>
                </a:lnTo>
                <a:close/>
                <a:moveTo>
                  <a:pt x="139" y="179"/>
                </a:moveTo>
                <a:lnTo>
                  <a:pt x="27" y="179"/>
                </a:lnTo>
                <a:lnTo>
                  <a:pt x="27" y="140"/>
                </a:lnTo>
                <a:lnTo>
                  <a:pt x="139" y="140"/>
                </a:lnTo>
                <a:lnTo>
                  <a:pt x="139" y="179"/>
                </a:lnTo>
                <a:close/>
                <a:moveTo>
                  <a:pt x="139" y="271"/>
                </a:moveTo>
                <a:lnTo>
                  <a:pt x="27" y="271"/>
                </a:lnTo>
                <a:lnTo>
                  <a:pt x="27" y="232"/>
                </a:lnTo>
                <a:lnTo>
                  <a:pt x="139" y="232"/>
                </a:lnTo>
                <a:lnTo>
                  <a:pt x="139" y="271"/>
                </a:lnTo>
                <a:close/>
                <a:moveTo>
                  <a:pt x="0" y="609"/>
                </a:moveTo>
                <a:lnTo>
                  <a:pt x="166" y="609"/>
                </a:lnTo>
                <a:lnTo>
                  <a:pt x="166" y="0"/>
                </a:lnTo>
                <a:lnTo>
                  <a:pt x="0" y="0"/>
                </a:lnTo>
                <a:lnTo>
                  <a:pt x="0" y="609"/>
                </a:lnTo>
                <a:close/>
                <a:moveTo>
                  <a:pt x="344" y="87"/>
                </a:moveTo>
                <a:lnTo>
                  <a:pt x="232" y="87"/>
                </a:lnTo>
                <a:lnTo>
                  <a:pt x="232" y="48"/>
                </a:lnTo>
                <a:lnTo>
                  <a:pt x="344" y="48"/>
                </a:lnTo>
                <a:lnTo>
                  <a:pt x="344" y="87"/>
                </a:lnTo>
                <a:close/>
                <a:moveTo>
                  <a:pt x="344" y="179"/>
                </a:moveTo>
                <a:lnTo>
                  <a:pt x="232" y="179"/>
                </a:lnTo>
                <a:lnTo>
                  <a:pt x="232" y="140"/>
                </a:lnTo>
                <a:lnTo>
                  <a:pt x="344" y="140"/>
                </a:lnTo>
                <a:lnTo>
                  <a:pt x="344" y="179"/>
                </a:lnTo>
                <a:close/>
                <a:moveTo>
                  <a:pt x="344" y="271"/>
                </a:moveTo>
                <a:lnTo>
                  <a:pt x="232" y="271"/>
                </a:lnTo>
                <a:lnTo>
                  <a:pt x="232" y="232"/>
                </a:lnTo>
                <a:lnTo>
                  <a:pt x="344" y="232"/>
                </a:lnTo>
                <a:lnTo>
                  <a:pt x="344" y="271"/>
                </a:lnTo>
                <a:close/>
                <a:moveTo>
                  <a:pt x="205" y="609"/>
                </a:moveTo>
                <a:lnTo>
                  <a:pt x="371" y="609"/>
                </a:lnTo>
                <a:lnTo>
                  <a:pt x="371" y="0"/>
                </a:lnTo>
                <a:lnTo>
                  <a:pt x="205" y="0"/>
                </a:lnTo>
                <a:lnTo>
                  <a:pt x="205" y="609"/>
                </a:lnTo>
                <a:close/>
                <a:moveTo>
                  <a:pt x="549" y="87"/>
                </a:moveTo>
                <a:lnTo>
                  <a:pt x="437" y="87"/>
                </a:lnTo>
                <a:lnTo>
                  <a:pt x="437" y="48"/>
                </a:lnTo>
                <a:lnTo>
                  <a:pt x="549" y="48"/>
                </a:lnTo>
                <a:lnTo>
                  <a:pt x="549" y="87"/>
                </a:lnTo>
                <a:close/>
                <a:moveTo>
                  <a:pt x="549" y="179"/>
                </a:moveTo>
                <a:lnTo>
                  <a:pt x="437" y="179"/>
                </a:lnTo>
                <a:lnTo>
                  <a:pt x="437" y="140"/>
                </a:lnTo>
                <a:lnTo>
                  <a:pt x="549" y="140"/>
                </a:lnTo>
                <a:lnTo>
                  <a:pt x="549" y="179"/>
                </a:lnTo>
                <a:close/>
                <a:moveTo>
                  <a:pt x="549" y="271"/>
                </a:moveTo>
                <a:lnTo>
                  <a:pt x="437" y="271"/>
                </a:lnTo>
                <a:lnTo>
                  <a:pt x="437" y="232"/>
                </a:lnTo>
                <a:lnTo>
                  <a:pt x="549" y="232"/>
                </a:lnTo>
                <a:lnTo>
                  <a:pt x="549" y="271"/>
                </a:lnTo>
                <a:close/>
                <a:moveTo>
                  <a:pt x="410" y="609"/>
                </a:moveTo>
                <a:lnTo>
                  <a:pt x="577" y="609"/>
                </a:lnTo>
                <a:lnTo>
                  <a:pt x="577" y="0"/>
                </a:lnTo>
                <a:lnTo>
                  <a:pt x="410" y="0"/>
                </a:lnTo>
                <a:lnTo>
                  <a:pt x="410" y="609"/>
                </a:lnTo>
                <a:close/>
              </a:path>
            </a:pathLst>
          </a:custGeom>
          <a:solidFill xmlns:a="http://schemas.openxmlformats.org/drawingml/2006/main">
            <a:srgbClr val="FEFEFE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2"/>
              </a:solidFill>
            </a:endParaRPr>
          </a:p>
        </p:txBody>
      </p:sp>
      <p:sp>
        <p:nvSpPr>
          <p:cNvPr id="40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EEDA6B5-95DA-233A-F93F-D8A3F221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2023" y="4865538"/>
            <a:ext cx="1105795" cy="110619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38100">
            <a:noFill/>
          </a:ln>
          <a:effectLst xmlns:a="http://schemas.openxmlformats.org/drawingml/2006/main">
            <a:outerShdw blurRad="190500" dist="88900" dir="2700000" algn="tl" rotWithShape="0">
              <a:schemeClr val="accent1">
                <a:lumMod val="20000"/>
                <a:lumOff val="80000"/>
                <a:alpha val="35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028" tIns="45514" rIns="91028" bIns="45514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2385">
              <a:solidFill>
                <a:srgbClr val="FFFFFF"/>
              </a:solidFill>
            </a:endParaRPr>
          </a:p>
        </p:txBody>
      </p:sp>
      <p:sp>
        <p:nvSpPr>
          <p:cNvPr id="41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55C6E45-6F37-202F-7776-D99853E8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7008" y="4949802"/>
            <a:ext cx="936640" cy="9369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3135">
              <a:solidFill>
                <a:srgbClr val="FFFFFF"/>
              </a:solidFill>
            </a:endParaRPr>
          </a:p>
        </p:txBody>
      </p:sp>
      <p:sp>
        <p:nvSpPr>
          <p:cNvPr id="42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9BDCAC7-ED84-1C88-8AE0-543B4030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4915" y="5186642"/>
            <a:ext cx="459701" cy="454207"/>
          </a:xfrm>
          <a:custGeom xmlns:a="http://schemas.openxmlformats.org/drawingml/2006/main">
            <a:gdLst>
              <a:gd name="T0" fmla="*/ 553 w 612"/>
              <a:gd name="T1" fmla="*/ 521 h 605"/>
              <a:gd name="T2" fmla="*/ 490 w 612"/>
              <a:gd name="T3" fmla="*/ 521 h 605"/>
              <a:gd name="T4" fmla="*/ 590 w 612"/>
              <a:gd name="T5" fmla="*/ 58 h 605"/>
              <a:gd name="T6" fmla="*/ 508 w 612"/>
              <a:gd name="T7" fmla="*/ 0 h 605"/>
              <a:gd name="T8" fmla="*/ 288 w 612"/>
              <a:gd name="T9" fmla="*/ 196 h 605"/>
              <a:gd name="T10" fmla="*/ 256 w 612"/>
              <a:gd name="T11" fmla="*/ 241 h 605"/>
              <a:gd name="T12" fmla="*/ 229 w 612"/>
              <a:gd name="T13" fmla="*/ 254 h 605"/>
              <a:gd name="T14" fmla="*/ 232 w 612"/>
              <a:gd name="T15" fmla="*/ 338 h 605"/>
              <a:gd name="T16" fmla="*/ 55 w 612"/>
              <a:gd name="T17" fmla="*/ 492 h 605"/>
              <a:gd name="T18" fmla="*/ 35 w 612"/>
              <a:gd name="T19" fmla="*/ 605 h 605"/>
              <a:gd name="T20" fmla="*/ 127 w 612"/>
              <a:gd name="T21" fmla="*/ 513 h 605"/>
              <a:gd name="T22" fmla="*/ 271 w 612"/>
              <a:gd name="T23" fmla="*/ 377 h 605"/>
              <a:gd name="T24" fmla="*/ 352 w 612"/>
              <a:gd name="T25" fmla="*/ 377 h 605"/>
              <a:gd name="T26" fmla="*/ 375 w 612"/>
              <a:gd name="T27" fmla="*/ 326 h 605"/>
              <a:gd name="T28" fmla="*/ 410 w 612"/>
              <a:gd name="T29" fmla="*/ 319 h 605"/>
              <a:gd name="T30" fmla="*/ 590 w 612"/>
              <a:gd name="T31" fmla="*/ 58 h 605"/>
              <a:gd name="T32" fmla="*/ 239 w 612"/>
              <a:gd name="T33" fmla="*/ 197 h 605"/>
              <a:gd name="T34" fmla="*/ 246 w 612"/>
              <a:gd name="T35" fmla="*/ 190 h 605"/>
              <a:gd name="T36" fmla="*/ 266 w 612"/>
              <a:gd name="T37" fmla="*/ 171 h 605"/>
              <a:gd name="T38" fmla="*/ 131 w 612"/>
              <a:gd name="T39" fmla="*/ 1 h 605"/>
              <a:gd name="T40" fmla="*/ 171 w 612"/>
              <a:gd name="T41" fmla="*/ 97 h 605"/>
              <a:gd name="T42" fmla="*/ 13 w 612"/>
              <a:gd name="T43" fmla="*/ 118 h 605"/>
              <a:gd name="T44" fmla="*/ 141 w 612"/>
              <a:gd name="T45" fmla="*/ 272 h 605"/>
              <a:gd name="T46" fmla="*/ 185 w 612"/>
              <a:gd name="T47" fmla="*/ 263 h 605"/>
              <a:gd name="T48" fmla="*/ 221 w 612"/>
              <a:gd name="T49" fmla="*/ 215 h 605"/>
              <a:gd name="T50" fmla="*/ 409 w 612"/>
              <a:gd name="T51" fmla="*/ 368 h 605"/>
              <a:gd name="T52" fmla="*/ 376 w 612"/>
              <a:gd name="T53" fmla="*/ 401 h 605"/>
              <a:gd name="T54" fmla="*/ 451 w 612"/>
              <a:gd name="T55" fmla="*/ 529 h 605"/>
              <a:gd name="T56" fmla="*/ 529 w 612"/>
              <a:gd name="T57" fmla="*/ 605 h 605"/>
              <a:gd name="T58" fmla="*/ 597 w 612"/>
              <a:gd name="T59" fmla="*/ 502 h 605"/>
              <a:gd name="T60" fmla="*/ 427 w 612"/>
              <a:gd name="T61" fmla="*/ 350 h 605"/>
              <a:gd name="T62" fmla="*/ 401 w 612"/>
              <a:gd name="T63" fmla="*/ 352 h 605"/>
            </a:gdLst>
            <a:rect l="0" t="0" r="r" b="b"/>
            <a:pathLst>
              <a:path w="612" h="605">
                <a:moveTo>
                  <a:pt x="522" y="490"/>
                </a:moveTo>
                <a:cubicBezTo>
                  <a:pt x="539" y="490"/>
                  <a:pt x="553" y="504"/>
                  <a:pt x="553" y="521"/>
                </a:cubicBezTo>
                <a:cubicBezTo>
                  <a:pt x="553" y="539"/>
                  <a:pt x="539" y="553"/>
                  <a:pt x="522" y="553"/>
                </a:cubicBezTo>
                <a:cubicBezTo>
                  <a:pt x="504" y="553"/>
                  <a:pt x="490" y="539"/>
                  <a:pt x="490" y="521"/>
                </a:cubicBezTo>
                <a:cubicBezTo>
                  <a:pt x="490" y="504"/>
                  <a:pt x="504" y="490"/>
                  <a:pt x="522" y="490"/>
                </a:cubicBezTo>
                <a:close/>
                <a:moveTo>
                  <a:pt x="590" y="58"/>
                </a:moveTo>
                <a:lnTo>
                  <a:pt x="548" y="17"/>
                </a:lnTo>
                <a:cubicBezTo>
                  <a:pt x="537" y="5"/>
                  <a:pt x="522" y="0"/>
                  <a:pt x="508" y="0"/>
                </a:cubicBezTo>
                <a:cubicBezTo>
                  <a:pt x="493" y="0"/>
                  <a:pt x="478" y="5"/>
                  <a:pt x="467" y="17"/>
                </a:cubicBezTo>
                <a:lnTo>
                  <a:pt x="288" y="196"/>
                </a:lnTo>
                <a:cubicBezTo>
                  <a:pt x="293" y="207"/>
                  <a:pt x="289" y="223"/>
                  <a:pt x="281" y="231"/>
                </a:cubicBezTo>
                <a:cubicBezTo>
                  <a:pt x="275" y="237"/>
                  <a:pt x="265" y="241"/>
                  <a:pt x="256" y="241"/>
                </a:cubicBezTo>
                <a:cubicBezTo>
                  <a:pt x="252" y="241"/>
                  <a:pt x="249" y="240"/>
                  <a:pt x="245" y="239"/>
                </a:cubicBezTo>
                <a:lnTo>
                  <a:pt x="229" y="254"/>
                </a:lnTo>
                <a:cubicBezTo>
                  <a:pt x="207" y="277"/>
                  <a:pt x="207" y="313"/>
                  <a:pt x="229" y="335"/>
                </a:cubicBezTo>
                <a:lnTo>
                  <a:pt x="232" y="338"/>
                </a:lnTo>
                <a:lnTo>
                  <a:pt x="92" y="478"/>
                </a:lnTo>
                <a:lnTo>
                  <a:pt x="55" y="492"/>
                </a:lnTo>
                <a:lnTo>
                  <a:pt x="0" y="570"/>
                </a:lnTo>
                <a:lnTo>
                  <a:pt x="35" y="605"/>
                </a:lnTo>
                <a:lnTo>
                  <a:pt x="113" y="551"/>
                </a:lnTo>
                <a:lnTo>
                  <a:pt x="127" y="513"/>
                </a:lnTo>
                <a:lnTo>
                  <a:pt x="267" y="373"/>
                </a:lnTo>
                <a:lnTo>
                  <a:pt x="271" y="377"/>
                </a:lnTo>
                <a:cubicBezTo>
                  <a:pt x="283" y="388"/>
                  <a:pt x="297" y="394"/>
                  <a:pt x="312" y="394"/>
                </a:cubicBezTo>
                <a:cubicBezTo>
                  <a:pt x="326" y="394"/>
                  <a:pt x="341" y="388"/>
                  <a:pt x="352" y="377"/>
                </a:cubicBezTo>
                <a:lnTo>
                  <a:pt x="368" y="361"/>
                </a:lnTo>
                <a:cubicBezTo>
                  <a:pt x="363" y="351"/>
                  <a:pt x="367" y="335"/>
                  <a:pt x="375" y="326"/>
                </a:cubicBezTo>
                <a:cubicBezTo>
                  <a:pt x="381" y="320"/>
                  <a:pt x="391" y="317"/>
                  <a:pt x="399" y="317"/>
                </a:cubicBezTo>
                <a:cubicBezTo>
                  <a:pt x="403" y="317"/>
                  <a:pt x="407" y="317"/>
                  <a:pt x="410" y="319"/>
                </a:cubicBezTo>
                <a:lnTo>
                  <a:pt x="590" y="139"/>
                </a:lnTo>
                <a:cubicBezTo>
                  <a:pt x="612" y="117"/>
                  <a:pt x="612" y="81"/>
                  <a:pt x="590" y="58"/>
                </a:cubicBezTo>
                <a:close/>
                <a:moveTo>
                  <a:pt x="221" y="215"/>
                </a:moveTo>
                <a:lnTo>
                  <a:pt x="239" y="197"/>
                </a:lnTo>
                <a:lnTo>
                  <a:pt x="255" y="206"/>
                </a:lnTo>
                <a:lnTo>
                  <a:pt x="246" y="190"/>
                </a:lnTo>
                <a:lnTo>
                  <a:pt x="264" y="172"/>
                </a:lnTo>
                <a:lnTo>
                  <a:pt x="266" y="171"/>
                </a:lnTo>
                <a:cubicBezTo>
                  <a:pt x="270" y="160"/>
                  <a:pt x="272" y="151"/>
                  <a:pt x="272" y="141"/>
                </a:cubicBezTo>
                <a:cubicBezTo>
                  <a:pt x="272" y="69"/>
                  <a:pt x="203" y="0"/>
                  <a:pt x="131" y="1"/>
                </a:cubicBezTo>
                <a:cubicBezTo>
                  <a:pt x="131" y="1"/>
                  <a:pt x="123" y="9"/>
                  <a:pt x="118" y="13"/>
                </a:cubicBezTo>
                <a:cubicBezTo>
                  <a:pt x="176" y="71"/>
                  <a:pt x="171" y="61"/>
                  <a:pt x="171" y="97"/>
                </a:cubicBezTo>
                <a:cubicBezTo>
                  <a:pt x="171" y="126"/>
                  <a:pt x="125" y="171"/>
                  <a:pt x="97" y="171"/>
                </a:cubicBezTo>
                <a:cubicBezTo>
                  <a:pt x="61" y="171"/>
                  <a:pt x="72" y="177"/>
                  <a:pt x="13" y="118"/>
                </a:cubicBezTo>
                <a:cubicBezTo>
                  <a:pt x="9" y="123"/>
                  <a:pt x="1" y="131"/>
                  <a:pt x="1" y="131"/>
                </a:cubicBezTo>
                <a:cubicBezTo>
                  <a:pt x="2" y="203"/>
                  <a:pt x="70" y="272"/>
                  <a:pt x="141" y="272"/>
                </a:cubicBezTo>
                <a:cubicBezTo>
                  <a:pt x="154" y="272"/>
                  <a:pt x="168" y="267"/>
                  <a:pt x="182" y="261"/>
                </a:cubicBezTo>
                <a:lnTo>
                  <a:pt x="185" y="263"/>
                </a:lnTo>
                <a:cubicBezTo>
                  <a:pt x="189" y="251"/>
                  <a:pt x="196" y="240"/>
                  <a:pt x="206" y="230"/>
                </a:cubicBezTo>
                <a:lnTo>
                  <a:pt x="221" y="215"/>
                </a:lnTo>
                <a:close/>
                <a:moveTo>
                  <a:pt x="401" y="352"/>
                </a:moveTo>
                <a:lnTo>
                  <a:pt x="409" y="368"/>
                </a:lnTo>
                <a:lnTo>
                  <a:pt x="392" y="385"/>
                </a:lnTo>
                <a:lnTo>
                  <a:pt x="376" y="401"/>
                </a:lnTo>
                <a:cubicBezTo>
                  <a:pt x="367" y="410"/>
                  <a:pt x="356" y="417"/>
                  <a:pt x="343" y="422"/>
                </a:cubicBezTo>
                <a:lnTo>
                  <a:pt x="451" y="529"/>
                </a:lnTo>
                <a:lnTo>
                  <a:pt x="502" y="597"/>
                </a:lnTo>
                <a:lnTo>
                  <a:pt x="529" y="605"/>
                </a:lnTo>
                <a:lnTo>
                  <a:pt x="604" y="529"/>
                </a:lnTo>
                <a:lnTo>
                  <a:pt x="597" y="502"/>
                </a:lnTo>
                <a:lnTo>
                  <a:pt x="529" y="451"/>
                </a:lnTo>
                <a:lnTo>
                  <a:pt x="427" y="350"/>
                </a:lnTo>
                <a:lnTo>
                  <a:pt x="417" y="360"/>
                </a:lnTo>
                <a:lnTo>
                  <a:pt x="401" y="352"/>
                </a:lnTo>
                <a:close/>
              </a:path>
            </a:pathLst>
          </a:custGeom>
          <a:solidFill xmlns:a="http://schemas.openxmlformats.org/drawingml/2006/main">
            <a:srgbClr val="FEFEFE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2"/>
              </a:solidFill>
            </a:endParaRPr>
          </a:p>
        </p:txBody>
      </p:sp>
      <p:sp>
        <p:nvSpPr>
          <p:cNvPr id="44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77FC6E4-9878-661A-AC65-198B6CD3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9666" y="1327104"/>
            <a:ext cx="1105795" cy="110619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38100">
            <a:noFill/>
          </a:ln>
          <a:effectLst xmlns:a="http://schemas.openxmlformats.org/drawingml/2006/main">
            <a:outerShdw blurRad="1270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028" tIns="45514" rIns="91028" bIns="45514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2385">
              <a:solidFill>
                <a:srgbClr val="FFFFFF"/>
              </a:solidFill>
            </a:endParaRPr>
          </a:p>
        </p:txBody>
      </p:sp>
      <p:sp>
        <p:nvSpPr>
          <p:cNvPr id="4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EC212FC-8E24-FDF0-CEA3-D2845FD9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4244" y="1411712"/>
            <a:ext cx="936640" cy="9369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1212215">
              <a:buNone/>
            </a:pPr>
            <a:endParaRPr sz="3135">
              <a:solidFill>
                <a:srgbClr val="FFFFFF"/>
              </a:solidFill>
            </a:endParaRPr>
          </a:p>
        </p:txBody>
      </p:sp>
      <p:sp>
        <p:nvSpPr>
          <p:cNvPr id="4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F549930-1C86-BD15-3E17-8C053442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3613" y="1625451"/>
            <a:ext cx="470690" cy="450544"/>
          </a:xfrm>
          <a:custGeom xmlns:a="http://schemas.openxmlformats.org/drawingml/2006/main">
            <a:gdLst>
              <a:gd name="T0" fmla="*/ 419 w 628"/>
              <a:gd name="T1" fmla="*/ 232 h 600"/>
              <a:gd name="T2" fmla="*/ 411 w 628"/>
              <a:gd name="T3" fmla="*/ 249 h 600"/>
              <a:gd name="T4" fmla="*/ 408 w 628"/>
              <a:gd name="T5" fmla="*/ 261 h 600"/>
              <a:gd name="T6" fmla="*/ 409 w 628"/>
              <a:gd name="T7" fmla="*/ 283 h 600"/>
              <a:gd name="T8" fmla="*/ 417 w 628"/>
              <a:gd name="T9" fmla="*/ 304 h 600"/>
              <a:gd name="T10" fmla="*/ 424 w 628"/>
              <a:gd name="T11" fmla="*/ 315 h 600"/>
              <a:gd name="T12" fmla="*/ 441 w 628"/>
              <a:gd name="T13" fmla="*/ 330 h 600"/>
              <a:gd name="T14" fmla="*/ 453 w 628"/>
              <a:gd name="T15" fmla="*/ 335 h 600"/>
              <a:gd name="T16" fmla="*/ 478 w 628"/>
              <a:gd name="T17" fmla="*/ 200 h 600"/>
              <a:gd name="T18" fmla="*/ 449 w 628"/>
              <a:gd name="T19" fmla="*/ 206 h 600"/>
              <a:gd name="T20" fmla="*/ 433 w 628"/>
              <a:gd name="T21" fmla="*/ 216 h 600"/>
              <a:gd name="T22" fmla="*/ 425 w 628"/>
              <a:gd name="T23" fmla="*/ 224 h 600"/>
              <a:gd name="T24" fmla="*/ 384 w 628"/>
              <a:gd name="T25" fmla="*/ 70 h 600"/>
              <a:gd name="T26" fmla="*/ 314 w 628"/>
              <a:gd name="T27" fmla="*/ 140 h 600"/>
              <a:gd name="T28" fmla="*/ 379 w 628"/>
              <a:gd name="T29" fmla="*/ 283 h 600"/>
              <a:gd name="T30" fmla="*/ 379 w 628"/>
              <a:gd name="T31" fmla="*/ 254 h 600"/>
              <a:gd name="T32" fmla="*/ 359 w 628"/>
              <a:gd name="T33" fmla="*/ 154 h 600"/>
              <a:gd name="T34" fmla="*/ 250 w 628"/>
              <a:gd name="T35" fmla="*/ 270 h 600"/>
              <a:gd name="T36" fmla="*/ 314 w 628"/>
              <a:gd name="T37" fmla="*/ 396 h 600"/>
              <a:gd name="T38" fmla="*/ 282 w 628"/>
              <a:gd name="T39" fmla="*/ 400 h 600"/>
              <a:gd name="T40" fmla="*/ 267 w 628"/>
              <a:gd name="T41" fmla="*/ 382 h 600"/>
              <a:gd name="T42" fmla="*/ 257 w 628"/>
              <a:gd name="T43" fmla="*/ 374 h 600"/>
              <a:gd name="T44" fmla="*/ 214 w 628"/>
              <a:gd name="T45" fmla="*/ 356 h 600"/>
              <a:gd name="T46" fmla="*/ 195 w 628"/>
              <a:gd name="T47" fmla="*/ 354 h 600"/>
              <a:gd name="T48" fmla="*/ 0 w 628"/>
              <a:gd name="T49" fmla="*/ 600 h 600"/>
              <a:gd name="T50" fmla="*/ 83 w 628"/>
              <a:gd name="T51" fmla="*/ 454 h 600"/>
              <a:gd name="T52" fmla="*/ 216 w 628"/>
              <a:gd name="T53" fmla="*/ 454 h 600"/>
              <a:gd name="T54" fmla="*/ 301 w 628"/>
              <a:gd name="T55" fmla="*/ 600 h 600"/>
              <a:gd name="T56" fmla="*/ 282 w 628"/>
              <a:gd name="T57" fmla="*/ 400 h 600"/>
              <a:gd name="T58" fmla="*/ 433 w 628"/>
              <a:gd name="T59" fmla="*/ 354 h 600"/>
              <a:gd name="T60" fmla="*/ 413 w 628"/>
              <a:gd name="T61" fmla="*/ 356 h 600"/>
              <a:gd name="T62" fmla="*/ 361 w 628"/>
              <a:gd name="T63" fmla="*/ 382 h 600"/>
              <a:gd name="T64" fmla="*/ 353 w 628"/>
              <a:gd name="T65" fmla="*/ 391 h 600"/>
              <a:gd name="T66" fmla="*/ 389 w 628"/>
              <a:gd name="T67" fmla="*/ 600 h 600"/>
              <a:gd name="T68" fmla="*/ 410 w 628"/>
              <a:gd name="T69" fmla="*/ 600 h 600"/>
              <a:gd name="T70" fmla="*/ 564 w 628"/>
              <a:gd name="T71" fmla="*/ 454 h 600"/>
              <a:gd name="T72" fmla="*/ 628 w 628"/>
              <a:gd name="T73" fmla="*/ 460 h 600"/>
              <a:gd name="T74" fmla="*/ 151 w 628"/>
              <a:gd name="T75" fmla="*/ 340 h 600"/>
              <a:gd name="T76" fmla="*/ 186 w 628"/>
              <a:gd name="T77" fmla="*/ 330 h 600"/>
              <a:gd name="T78" fmla="*/ 196 w 628"/>
              <a:gd name="T79" fmla="*/ 323 h 600"/>
              <a:gd name="T80" fmla="*/ 216 w 628"/>
              <a:gd name="T81" fmla="*/ 295 h 600"/>
              <a:gd name="T82" fmla="*/ 219 w 628"/>
              <a:gd name="T83" fmla="*/ 281 h 600"/>
              <a:gd name="T84" fmla="*/ 219 w 628"/>
              <a:gd name="T85" fmla="*/ 258 h 600"/>
              <a:gd name="T86" fmla="*/ 214 w 628"/>
              <a:gd name="T87" fmla="*/ 241 h 600"/>
              <a:gd name="T88" fmla="*/ 208 w 628"/>
              <a:gd name="T89" fmla="*/ 231 h 600"/>
              <a:gd name="T90" fmla="*/ 195 w 628"/>
              <a:gd name="T91" fmla="*/ 217 h 600"/>
              <a:gd name="T92" fmla="*/ 186 w 628"/>
              <a:gd name="T93" fmla="*/ 210 h 600"/>
              <a:gd name="T94" fmla="*/ 151 w 628"/>
              <a:gd name="T95" fmla="*/ 200 h 600"/>
            </a:gdLst>
            <a:rect l="0" t="0" r="r" b="b"/>
            <a:pathLst>
              <a:path w="628" h="600">
                <a:moveTo>
                  <a:pt x="425" y="224"/>
                </a:moveTo>
                <a:cubicBezTo>
                  <a:pt x="423" y="226"/>
                  <a:pt x="421" y="229"/>
                  <a:pt x="420" y="231"/>
                </a:cubicBezTo>
                <a:cubicBezTo>
                  <a:pt x="419" y="231"/>
                  <a:pt x="419" y="232"/>
                  <a:pt x="419" y="232"/>
                </a:cubicBezTo>
                <a:cubicBezTo>
                  <a:pt x="418" y="234"/>
                  <a:pt x="416" y="236"/>
                  <a:pt x="415" y="239"/>
                </a:cubicBezTo>
                <a:cubicBezTo>
                  <a:pt x="415" y="240"/>
                  <a:pt x="414" y="240"/>
                  <a:pt x="414" y="241"/>
                </a:cubicBezTo>
                <a:cubicBezTo>
                  <a:pt x="413" y="244"/>
                  <a:pt x="412" y="246"/>
                  <a:pt x="411" y="249"/>
                </a:cubicBezTo>
                <a:cubicBezTo>
                  <a:pt x="411" y="249"/>
                  <a:pt x="411" y="250"/>
                  <a:pt x="411" y="250"/>
                </a:cubicBezTo>
                <a:cubicBezTo>
                  <a:pt x="410" y="253"/>
                  <a:pt x="409" y="255"/>
                  <a:pt x="409" y="258"/>
                </a:cubicBezTo>
                <a:cubicBezTo>
                  <a:pt x="409" y="259"/>
                  <a:pt x="409" y="260"/>
                  <a:pt x="408" y="261"/>
                </a:cubicBezTo>
                <a:cubicBezTo>
                  <a:pt x="408" y="264"/>
                  <a:pt x="408" y="267"/>
                  <a:pt x="408" y="270"/>
                </a:cubicBezTo>
                <a:cubicBezTo>
                  <a:pt x="408" y="274"/>
                  <a:pt x="408" y="278"/>
                  <a:pt x="409" y="281"/>
                </a:cubicBezTo>
                <a:cubicBezTo>
                  <a:pt x="409" y="282"/>
                  <a:pt x="409" y="283"/>
                  <a:pt x="409" y="283"/>
                </a:cubicBezTo>
                <a:cubicBezTo>
                  <a:pt x="410" y="287"/>
                  <a:pt x="411" y="290"/>
                  <a:pt x="412" y="293"/>
                </a:cubicBezTo>
                <a:cubicBezTo>
                  <a:pt x="412" y="294"/>
                  <a:pt x="412" y="294"/>
                  <a:pt x="412" y="295"/>
                </a:cubicBezTo>
                <a:cubicBezTo>
                  <a:pt x="414" y="298"/>
                  <a:pt x="415" y="301"/>
                  <a:pt x="417" y="304"/>
                </a:cubicBezTo>
                <a:cubicBezTo>
                  <a:pt x="417" y="305"/>
                  <a:pt x="417" y="305"/>
                  <a:pt x="418" y="306"/>
                </a:cubicBezTo>
                <a:cubicBezTo>
                  <a:pt x="420" y="309"/>
                  <a:pt x="422" y="312"/>
                  <a:pt x="424" y="315"/>
                </a:cubicBezTo>
                <a:cubicBezTo>
                  <a:pt x="424" y="315"/>
                  <a:pt x="424" y="315"/>
                  <a:pt x="424" y="315"/>
                </a:cubicBezTo>
                <a:cubicBezTo>
                  <a:pt x="427" y="318"/>
                  <a:pt x="429" y="320"/>
                  <a:pt x="432" y="323"/>
                </a:cubicBezTo>
                <a:cubicBezTo>
                  <a:pt x="432" y="323"/>
                  <a:pt x="432" y="323"/>
                  <a:pt x="432" y="323"/>
                </a:cubicBezTo>
                <a:cubicBezTo>
                  <a:pt x="435" y="326"/>
                  <a:pt x="438" y="328"/>
                  <a:pt x="441" y="330"/>
                </a:cubicBezTo>
                <a:cubicBezTo>
                  <a:pt x="442" y="330"/>
                  <a:pt x="442" y="330"/>
                  <a:pt x="442" y="330"/>
                </a:cubicBezTo>
                <a:cubicBezTo>
                  <a:pt x="446" y="332"/>
                  <a:pt x="449" y="334"/>
                  <a:pt x="452" y="335"/>
                </a:cubicBezTo>
                <a:cubicBezTo>
                  <a:pt x="453" y="335"/>
                  <a:pt x="453" y="335"/>
                  <a:pt x="453" y="335"/>
                </a:cubicBezTo>
                <a:cubicBezTo>
                  <a:pt x="461" y="338"/>
                  <a:pt x="469" y="340"/>
                  <a:pt x="478" y="340"/>
                </a:cubicBezTo>
                <a:cubicBezTo>
                  <a:pt x="516" y="340"/>
                  <a:pt x="547" y="309"/>
                  <a:pt x="547" y="270"/>
                </a:cubicBezTo>
                <a:cubicBezTo>
                  <a:pt x="547" y="231"/>
                  <a:pt x="516" y="200"/>
                  <a:pt x="478" y="200"/>
                </a:cubicBezTo>
                <a:cubicBezTo>
                  <a:pt x="468" y="200"/>
                  <a:pt x="458" y="202"/>
                  <a:pt x="450" y="206"/>
                </a:cubicBezTo>
                <a:cubicBezTo>
                  <a:pt x="450" y="206"/>
                  <a:pt x="450" y="206"/>
                  <a:pt x="450" y="206"/>
                </a:cubicBezTo>
                <a:cubicBezTo>
                  <a:pt x="449" y="206"/>
                  <a:pt x="449" y="206"/>
                  <a:pt x="449" y="206"/>
                </a:cubicBezTo>
                <a:cubicBezTo>
                  <a:pt x="446" y="208"/>
                  <a:pt x="444" y="209"/>
                  <a:pt x="442" y="210"/>
                </a:cubicBezTo>
                <a:cubicBezTo>
                  <a:pt x="441" y="210"/>
                  <a:pt x="441" y="211"/>
                  <a:pt x="440" y="211"/>
                </a:cubicBezTo>
                <a:cubicBezTo>
                  <a:pt x="438" y="213"/>
                  <a:pt x="435" y="215"/>
                  <a:pt x="433" y="216"/>
                </a:cubicBezTo>
                <a:cubicBezTo>
                  <a:pt x="433" y="217"/>
                  <a:pt x="432" y="217"/>
                  <a:pt x="432" y="217"/>
                </a:cubicBezTo>
                <a:cubicBezTo>
                  <a:pt x="430" y="219"/>
                  <a:pt x="428" y="221"/>
                  <a:pt x="426" y="223"/>
                </a:cubicBezTo>
                <a:cubicBezTo>
                  <a:pt x="426" y="223"/>
                  <a:pt x="425" y="224"/>
                  <a:pt x="425" y="224"/>
                </a:cubicBezTo>
                <a:close/>
                <a:moveTo>
                  <a:pt x="314" y="140"/>
                </a:moveTo>
                <a:lnTo>
                  <a:pt x="314" y="140"/>
                </a:lnTo>
                <a:cubicBezTo>
                  <a:pt x="353" y="140"/>
                  <a:pt x="384" y="108"/>
                  <a:pt x="384" y="70"/>
                </a:cubicBezTo>
                <a:cubicBezTo>
                  <a:pt x="384" y="31"/>
                  <a:pt x="353" y="0"/>
                  <a:pt x="314" y="0"/>
                </a:cubicBezTo>
                <a:cubicBezTo>
                  <a:pt x="275" y="0"/>
                  <a:pt x="244" y="31"/>
                  <a:pt x="244" y="70"/>
                </a:cubicBezTo>
                <a:cubicBezTo>
                  <a:pt x="244" y="108"/>
                  <a:pt x="275" y="140"/>
                  <a:pt x="314" y="140"/>
                </a:cubicBezTo>
                <a:close/>
                <a:moveTo>
                  <a:pt x="379" y="336"/>
                </a:moveTo>
                <a:lnTo>
                  <a:pt x="379" y="336"/>
                </a:lnTo>
                <a:lnTo>
                  <a:pt x="379" y="283"/>
                </a:lnTo>
                <a:cubicBezTo>
                  <a:pt x="379" y="279"/>
                  <a:pt x="378" y="274"/>
                  <a:pt x="378" y="270"/>
                </a:cubicBezTo>
                <a:cubicBezTo>
                  <a:pt x="378" y="266"/>
                  <a:pt x="379" y="262"/>
                  <a:pt x="379" y="257"/>
                </a:cubicBezTo>
                <a:lnTo>
                  <a:pt x="379" y="254"/>
                </a:lnTo>
                <a:lnTo>
                  <a:pt x="380" y="254"/>
                </a:lnTo>
                <a:cubicBezTo>
                  <a:pt x="385" y="223"/>
                  <a:pt x="404" y="197"/>
                  <a:pt x="431" y="183"/>
                </a:cubicBezTo>
                <a:cubicBezTo>
                  <a:pt x="412" y="165"/>
                  <a:pt x="387" y="154"/>
                  <a:pt x="359" y="154"/>
                </a:cubicBezTo>
                <a:lnTo>
                  <a:pt x="269" y="154"/>
                </a:lnTo>
                <a:cubicBezTo>
                  <a:pt x="241" y="154"/>
                  <a:pt x="216" y="165"/>
                  <a:pt x="197" y="183"/>
                </a:cubicBezTo>
                <a:cubicBezTo>
                  <a:pt x="228" y="199"/>
                  <a:pt x="250" y="232"/>
                  <a:pt x="250" y="270"/>
                </a:cubicBezTo>
                <a:cubicBezTo>
                  <a:pt x="250" y="278"/>
                  <a:pt x="249" y="285"/>
                  <a:pt x="247" y="293"/>
                </a:cubicBezTo>
                <a:lnTo>
                  <a:pt x="247" y="335"/>
                </a:lnTo>
                <a:cubicBezTo>
                  <a:pt x="276" y="347"/>
                  <a:pt x="299" y="369"/>
                  <a:pt x="314" y="396"/>
                </a:cubicBezTo>
                <a:cubicBezTo>
                  <a:pt x="328" y="369"/>
                  <a:pt x="352" y="348"/>
                  <a:pt x="379" y="336"/>
                </a:cubicBezTo>
                <a:close/>
                <a:moveTo>
                  <a:pt x="282" y="400"/>
                </a:moveTo>
                <a:lnTo>
                  <a:pt x="282" y="400"/>
                </a:lnTo>
                <a:cubicBezTo>
                  <a:pt x="280" y="397"/>
                  <a:pt x="278" y="394"/>
                  <a:pt x="275" y="391"/>
                </a:cubicBezTo>
                <a:cubicBezTo>
                  <a:pt x="275" y="390"/>
                  <a:pt x="274" y="390"/>
                  <a:pt x="274" y="390"/>
                </a:cubicBezTo>
                <a:cubicBezTo>
                  <a:pt x="272" y="387"/>
                  <a:pt x="270" y="385"/>
                  <a:pt x="267" y="382"/>
                </a:cubicBezTo>
                <a:cubicBezTo>
                  <a:pt x="267" y="382"/>
                  <a:pt x="266" y="382"/>
                  <a:pt x="266" y="381"/>
                </a:cubicBezTo>
                <a:cubicBezTo>
                  <a:pt x="263" y="379"/>
                  <a:pt x="261" y="377"/>
                  <a:pt x="258" y="375"/>
                </a:cubicBezTo>
                <a:cubicBezTo>
                  <a:pt x="257" y="374"/>
                  <a:pt x="257" y="374"/>
                  <a:pt x="257" y="374"/>
                </a:cubicBezTo>
                <a:cubicBezTo>
                  <a:pt x="247" y="367"/>
                  <a:pt x="237" y="362"/>
                  <a:pt x="225" y="359"/>
                </a:cubicBezTo>
                <a:cubicBezTo>
                  <a:pt x="223" y="358"/>
                  <a:pt x="220" y="357"/>
                  <a:pt x="218" y="357"/>
                </a:cubicBezTo>
                <a:cubicBezTo>
                  <a:pt x="217" y="356"/>
                  <a:pt x="215" y="356"/>
                  <a:pt x="214" y="356"/>
                </a:cubicBezTo>
                <a:cubicBezTo>
                  <a:pt x="212" y="356"/>
                  <a:pt x="210" y="355"/>
                  <a:pt x="208" y="355"/>
                </a:cubicBezTo>
                <a:cubicBezTo>
                  <a:pt x="207" y="355"/>
                  <a:pt x="206" y="355"/>
                  <a:pt x="205" y="355"/>
                </a:cubicBezTo>
                <a:cubicBezTo>
                  <a:pt x="202" y="354"/>
                  <a:pt x="199" y="354"/>
                  <a:pt x="195" y="354"/>
                </a:cubicBezTo>
                <a:lnTo>
                  <a:pt x="105" y="354"/>
                </a:lnTo>
                <a:cubicBezTo>
                  <a:pt x="47" y="354"/>
                  <a:pt x="0" y="401"/>
                  <a:pt x="0" y="460"/>
                </a:cubicBezTo>
                <a:lnTo>
                  <a:pt x="0" y="600"/>
                </a:lnTo>
                <a:lnTo>
                  <a:pt x="62" y="600"/>
                </a:lnTo>
                <a:lnTo>
                  <a:pt x="62" y="454"/>
                </a:lnTo>
                <a:lnTo>
                  <a:pt x="83" y="454"/>
                </a:lnTo>
                <a:lnTo>
                  <a:pt x="83" y="600"/>
                </a:lnTo>
                <a:lnTo>
                  <a:pt x="216" y="600"/>
                </a:lnTo>
                <a:lnTo>
                  <a:pt x="216" y="454"/>
                </a:lnTo>
                <a:lnTo>
                  <a:pt x="237" y="454"/>
                </a:lnTo>
                <a:lnTo>
                  <a:pt x="237" y="600"/>
                </a:lnTo>
                <a:lnTo>
                  <a:pt x="301" y="600"/>
                </a:lnTo>
                <a:lnTo>
                  <a:pt x="301" y="460"/>
                </a:lnTo>
                <a:cubicBezTo>
                  <a:pt x="301" y="437"/>
                  <a:pt x="294" y="417"/>
                  <a:pt x="282" y="400"/>
                </a:cubicBezTo>
                <a:cubicBezTo>
                  <a:pt x="282" y="400"/>
                  <a:pt x="282" y="400"/>
                  <a:pt x="282" y="400"/>
                </a:cubicBezTo>
                <a:close/>
                <a:moveTo>
                  <a:pt x="523" y="354"/>
                </a:moveTo>
                <a:lnTo>
                  <a:pt x="523" y="354"/>
                </a:lnTo>
                <a:lnTo>
                  <a:pt x="433" y="354"/>
                </a:lnTo>
                <a:cubicBezTo>
                  <a:pt x="429" y="354"/>
                  <a:pt x="426" y="354"/>
                  <a:pt x="423" y="355"/>
                </a:cubicBezTo>
                <a:cubicBezTo>
                  <a:pt x="422" y="355"/>
                  <a:pt x="421" y="355"/>
                  <a:pt x="420" y="355"/>
                </a:cubicBezTo>
                <a:cubicBezTo>
                  <a:pt x="418" y="355"/>
                  <a:pt x="415" y="356"/>
                  <a:pt x="413" y="356"/>
                </a:cubicBezTo>
                <a:cubicBezTo>
                  <a:pt x="412" y="356"/>
                  <a:pt x="411" y="356"/>
                  <a:pt x="410" y="357"/>
                </a:cubicBezTo>
                <a:cubicBezTo>
                  <a:pt x="408" y="357"/>
                  <a:pt x="405" y="358"/>
                  <a:pt x="403" y="358"/>
                </a:cubicBezTo>
                <a:cubicBezTo>
                  <a:pt x="387" y="363"/>
                  <a:pt x="373" y="371"/>
                  <a:pt x="361" y="382"/>
                </a:cubicBezTo>
                <a:cubicBezTo>
                  <a:pt x="361" y="382"/>
                  <a:pt x="361" y="382"/>
                  <a:pt x="361" y="383"/>
                </a:cubicBezTo>
                <a:cubicBezTo>
                  <a:pt x="358" y="385"/>
                  <a:pt x="356" y="388"/>
                  <a:pt x="353" y="390"/>
                </a:cubicBezTo>
                <a:cubicBezTo>
                  <a:pt x="353" y="390"/>
                  <a:pt x="353" y="391"/>
                  <a:pt x="353" y="391"/>
                </a:cubicBezTo>
                <a:cubicBezTo>
                  <a:pt x="337" y="409"/>
                  <a:pt x="327" y="433"/>
                  <a:pt x="327" y="460"/>
                </a:cubicBezTo>
                <a:lnTo>
                  <a:pt x="327" y="600"/>
                </a:lnTo>
                <a:lnTo>
                  <a:pt x="389" y="600"/>
                </a:lnTo>
                <a:lnTo>
                  <a:pt x="389" y="454"/>
                </a:lnTo>
                <a:lnTo>
                  <a:pt x="410" y="454"/>
                </a:lnTo>
                <a:lnTo>
                  <a:pt x="410" y="600"/>
                </a:lnTo>
                <a:lnTo>
                  <a:pt x="543" y="600"/>
                </a:lnTo>
                <a:lnTo>
                  <a:pt x="543" y="454"/>
                </a:lnTo>
                <a:lnTo>
                  <a:pt x="564" y="454"/>
                </a:lnTo>
                <a:lnTo>
                  <a:pt x="564" y="600"/>
                </a:lnTo>
                <a:lnTo>
                  <a:pt x="628" y="600"/>
                </a:lnTo>
                <a:lnTo>
                  <a:pt x="628" y="460"/>
                </a:lnTo>
                <a:cubicBezTo>
                  <a:pt x="628" y="401"/>
                  <a:pt x="581" y="354"/>
                  <a:pt x="523" y="354"/>
                </a:cubicBezTo>
                <a:close/>
                <a:moveTo>
                  <a:pt x="151" y="340"/>
                </a:moveTo>
                <a:lnTo>
                  <a:pt x="151" y="340"/>
                </a:lnTo>
                <a:cubicBezTo>
                  <a:pt x="159" y="340"/>
                  <a:pt x="167" y="338"/>
                  <a:pt x="175" y="335"/>
                </a:cubicBezTo>
                <a:cubicBezTo>
                  <a:pt x="175" y="335"/>
                  <a:pt x="175" y="335"/>
                  <a:pt x="176" y="335"/>
                </a:cubicBezTo>
                <a:cubicBezTo>
                  <a:pt x="179" y="334"/>
                  <a:pt x="183" y="332"/>
                  <a:pt x="186" y="330"/>
                </a:cubicBezTo>
                <a:cubicBezTo>
                  <a:pt x="186" y="330"/>
                  <a:pt x="186" y="330"/>
                  <a:pt x="186" y="330"/>
                </a:cubicBezTo>
                <a:cubicBezTo>
                  <a:pt x="190" y="328"/>
                  <a:pt x="193" y="326"/>
                  <a:pt x="196" y="323"/>
                </a:cubicBezTo>
                <a:cubicBezTo>
                  <a:pt x="196" y="323"/>
                  <a:pt x="196" y="323"/>
                  <a:pt x="196" y="323"/>
                </a:cubicBezTo>
                <a:cubicBezTo>
                  <a:pt x="202" y="318"/>
                  <a:pt x="206" y="312"/>
                  <a:pt x="210" y="306"/>
                </a:cubicBezTo>
                <a:cubicBezTo>
                  <a:pt x="211" y="305"/>
                  <a:pt x="211" y="305"/>
                  <a:pt x="211" y="304"/>
                </a:cubicBezTo>
                <a:cubicBezTo>
                  <a:pt x="213" y="301"/>
                  <a:pt x="214" y="298"/>
                  <a:pt x="216" y="295"/>
                </a:cubicBezTo>
                <a:cubicBezTo>
                  <a:pt x="216" y="294"/>
                  <a:pt x="216" y="294"/>
                  <a:pt x="216" y="293"/>
                </a:cubicBezTo>
                <a:cubicBezTo>
                  <a:pt x="217" y="290"/>
                  <a:pt x="218" y="287"/>
                  <a:pt x="219" y="283"/>
                </a:cubicBezTo>
                <a:cubicBezTo>
                  <a:pt x="219" y="282"/>
                  <a:pt x="219" y="282"/>
                  <a:pt x="219" y="281"/>
                </a:cubicBezTo>
                <a:cubicBezTo>
                  <a:pt x="220" y="278"/>
                  <a:pt x="220" y="274"/>
                  <a:pt x="220" y="270"/>
                </a:cubicBezTo>
                <a:cubicBezTo>
                  <a:pt x="220" y="267"/>
                  <a:pt x="220" y="264"/>
                  <a:pt x="220" y="261"/>
                </a:cubicBezTo>
                <a:cubicBezTo>
                  <a:pt x="219" y="260"/>
                  <a:pt x="219" y="259"/>
                  <a:pt x="219" y="258"/>
                </a:cubicBezTo>
                <a:cubicBezTo>
                  <a:pt x="219" y="255"/>
                  <a:pt x="218" y="252"/>
                  <a:pt x="217" y="250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6" y="246"/>
                  <a:pt x="215" y="244"/>
                  <a:pt x="214" y="241"/>
                </a:cubicBezTo>
                <a:cubicBezTo>
                  <a:pt x="214" y="240"/>
                  <a:pt x="213" y="240"/>
                  <a:pt x="213" y="239"/>
                </a:cubicBezTo>
                <a:cubicBezTo>
                  <a:pt x="212" y="236"/>
                  <a:pt x="210" y="234"/>
                  <a:pt x="209" y="231"/>
                </a:cubicBezTo>
                <a:lnTo>
                  <a:pt x="208" y="231"/>
                </a:lnTo>
                <a:cubicBezTo>
                  <a:pt x="207" y="229"/>
                  <a:pt x="205" y="226"/>
                  <a:pt x="203" y="224"/>
                </a:cubicBezTo>
                <a:cubicBezTo>
                  <a:pt x="203" y="224"/>
                  <a:pt x="202" y="223"/>
                  <a:pt x="202" y="223"/>
                </a:cubicBezTo>
                <a:cubicBezTo>
                  <a:pt x="200" y="221"/>
                  <a:pt x="198" y="219"/>
                  <a:pt x="195" y="217"/>
                </a:cubicBezTo>
                <a:cubicBezTo>
                  <a:pt x="195" y="217"/>
                  <a:pt x="195" y="217"/>
                  <a:pt x="195" y="216"/>
                </a:cubicBezTo>
                <a:cubicBezTo>
                  <a:pt x="193" y="215"/>
                  <a:pt x="190" y="213"/>
                  <a:pt x="188" y="211"/>
                </a:cubicBezTo>
                <a:cubicBezTo>
                  <a:pt x="187" y="211"/>
                  <a:pt x="187" y="210"/>
                  <a:pt x="186" y="210"/>
                </a:cubicBezTo>
                <a:cubicBezTo>
                  <a:pt x="184" y="209"/>
                  <a:pt x="181" y="207"/>
                  <a:pt x="179" y="206"/>
                </a:cubicBezTo>
                <a:cubicBezTo>
                  <a:pt x="179" y="206"/>
                  <a:pt x="178" y="206"/>
                  <a:pt x="178" y="206"/>
                </a:cubicBezTo>
                <a:cubicBezTo>
                  <a:pt x="170" y="202"/>
                  <a:pt x="160" y="200"/>
                  <a:pt x="151" y="200"/>
                </a:cubicBezTo>
                <a:cubicBezTo>
                  <a:pt x="112" y="200"/>
                  <a:pt x="81" y="231"/>
                  <a:pt x="81" y="270"/>
                </a:cubicBezTo>
                <a:cubicBezTo>
                  <a:pt x="81" y="309"/>
                  <a:pt x="112" y="340"/>
                  <a:pt x="151" y="340"/>
                </a:cubicBezTo>
                <a:close/>
              </a:path>
            </a:pathLst>
          </a:custGeom>
          <a:solidFill xmlns:a="http://schemas.openxmlformats.org/drawingml/2006/main">
            <a:srgbClr val="FEFEFE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2"/>
              </a:solidFill>
            </a:endParaRPr>
          </a:p>
        </p:txBody>
      </p:sp>
      <p:sp>
        <p:nvSpPr>
          <p:cNvPr id="59" name="矩形 47">
            <a:extLst xmlns:a="http://schemas.openxmlformats.org/drawingml/2006/main">
              <a:ext uri="{FF2B5EF4-FFF2-40B4-BE49-F238E27FC236}">
                <a16:creationId xmlns:a16="http://schemas.microsoft.com/office/drawing/2014/main" id="{55439893-F3C8-49C8-B006-584ED32C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1732610"/>
            <a:ext cx="7241153" cy="8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31" tIns="45716" rIns="91431" bIns="45716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这里输入正文内容，这里输入正文内容，这里输入正文内容，这里输入正文内容，这里输入正文内容，这里输入正文内容，这里输入正文内容，这里输入正文内容，这里输入正文内容，这里输入正文内容，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DDDCDBB3-98AC-A8D1-A8F7-097A4497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1207550"/>
            <a:ext cx="2265363" cy="46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课程学习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9CA655D-86DC-8269-973F-028673AA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2994050"/>
            <a:ext cx="2265363" cy="46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文献阅读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79DF398-BE3C-5217-BE97-D1736547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4765503"/>
            <a:ext cx="2265363" cy="46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科研项目</a:t>
            </a:r>
          </a:p>
        </p:txBody>
      </p:sp>
      <p:sp>
        <p:nvSpPr>
          <p:cNvPr id="68" name="矩形 47">
            <a:extLst xmlns:a="http://schemas.openxmlformats.org/drawingml/2006/main">
              <a:ext uri="{FF2B5EF4-FFF2-40B4-BE49-F238E27FC236}">
                <a16:creationId xmlns:a16="http://schemas.microsoft.com/office/drawing/2014/main" id="{DF36732D-5B47-D1FF-678E-37347E5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3589641"/>
            <a:ext cx="7241153" cy="8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31" tIns="45716" rIns="91431" bIns="45716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这里输入正文内容，这里输入正文内容，这里输入正文内容，这里输入正文内容，这里输入正文内容，这里输入正文内容，这里输入正文内容，这里输入正文内容，这里输入正文内容，这里输入正文内容，</a:t>
            </a:r>
          </a:p>
        </p:txBody>
      </p:sp>
      <p:sp>
        <p:nvSpPr>
          <p:cNvPr id="69" name="矩形 47">
            <a:extLst xmlns:a="http://schemas.openxmlformats.org/drawingml/2006/main">
              <a:ext uri="{FF2B5EF4-FFF2-40B4-BE49-F238E27FC236}">
                <a16:creationId xmlns:a16="http://schemas.microsoft.com/office/drawing/2014/main" id="{222FC3F2-7EF5-95A0-6319-0D9B2738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434" y="5421684"/>
            <a:ext cx="7241153" cy="8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31" tIns="45716" rIns="91431" bIns="45716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这里输入正文内容，这里输入正文内容，这里输入正文内容，这里输入正文内容，这里输入正文内容，这里输入正文内容，这里输入正文内容，这里输入正文内容，这里输入正文内容，这里输入正文内容，</a:t>
            </a:r>
          </a:p>
        </p:txBody>
      </p:sp>
    </p:spTree>
    <p:extLst>
      <p:ext uri="{BB962C8B-B14F-4D97-AF65-F5344CB8AC3E}">
        <p14:creationId xmlns:p14="http://schemas.microsoft.com/office/powerpoint/2010/main" val="62144928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店铺-蓝金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4A70"/>
      </a:accent1>
      <a:accent2>
        <a:srgbClr val="EFC475"/>
      </a:accent2>
      <a:accent3>
        <a:srgbClr val="1CC78F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店铺-蓝金绿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2026-09-09T08:33:00.1150000Z</dcterms:created>
  <dcterms:modified xsi:type="dcterms:W3CDTF">2026-09-09T08:33:00.1150000Z</dcterms:modified>
</coreProperties>
</file>