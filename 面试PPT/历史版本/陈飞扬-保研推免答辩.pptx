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46ba1dcbb4938" /><Relationship Type="http://schemas.openxmlformats.org/officeDocument/2006/relationships/extended-properties" Target="/docProps/app.xml" Id="R541635fd61f04bfc" /><Relationship Type="http://schemas.openxmlformats.org/officeDocument/2006/relationships/officeDocument" Target="/ppt/presentation.xml" Id="R0cdebf5fed5343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4ad01c5bc040d6"/>
  </p:sldMasterIdLst>
  <p:notesMasterIdLst>
    <p:notesMasterId xmlns:r="http://schemas.openxmlformats.org/officeDocument/2006/relationships" r:id="Rc906801cc9e246aa"/>
  </p:notesMasterIdLst>
  <p:sldIdLst>
    <p:sldId xmlns:r="http://schemas.openxmlformats.org/officeDocument/2006/relationships" id="256" r:id="Rcfa3215860c64bba"/>
    <p:sldId xmlns:r="http://schemas.openxmlformats.org/officeDocument/2006/relationships" id="257" r:id="R520aa0c8488b4284"/>
    <p:sldId xmlns:r="http://schemas.openxmlformats.org/officeDocument/2006/relationships" id="258" r:id="Re4dd76f0c4704049"/>
    <p:sldId xmlns:r="http://schemas.openxmlformats.org/officeDocument/2006/relationships" id="259" r:id="Ra24d1b296cf04df8"/>
    <p:sldId xmlns:r="http://schemas.openxmlformats.org/officeDocument/2006/relationships" id="260" r:id="R388427a8f0314254"/>
    <p:sldId xmlns:r="http://schemas.openxmlformats.org/officeDocument/2006/relationships" id="261" r:id="R80ae0f21c4dd46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e87f00836544e2" /><Relationship Type="http://schemas.openxmlformats.org/officeDocument/2006/relationships/slideMaster" Target="/ppt/slideMasters/slideMaster1.xml" Id="Rd74ad01c5bc040d6" /><Relationship Type="http://schemas.openxmlformats.org/officeDocument/2006/relationships/notesMaster" Target="/ppt/notesMasters/notesMaster1.xml" Id="Rc906801cc9e246aa" /><Relationship Type="http://schemas.openxmlformats.org/officeDocument/2006/relationships/presProps" Target="/ppt/presProps.xml" Id="R69f25bea72f34a7c" /><Relationship Type="http://schemas.openxmlformats.org/officeDocument/2006/relationships/tableStyles" Target="/ppt/tableStyles.xml" Id="R20f9f45260c54821" /><Relationship Type="http://schemas.openxmlformats.org/officeDocument/2006/relationships/slide" Target="/ppt/slides/slide1.xml" Id="Rcfa3215860c64bba" /><Relationship Type="http://schemas.openxmlformats.org/officeDocument/2006/relationships/slide" Target="/ppt/slides/slide2.xml" Id="R520aa0c8488b4284" /><Relationship Type="http://schemas.openxmlformats.org/officeDocument/2006/relationships/slide" Target="/ppt/slides/slide3.xml" Id="Re4dd76f0c4704049" /><Relationship Type="http://schemas.openxmlformats.org/officeDocument/2006/relationships/slide" Target="/ppt/slides/slide4.xml" Id="Ra24d1b296cf04df8" /><Relationship Type="http://schemas.openxmlformats.org/officeDocument/2006/relationships/slide" Target="/ppt/slides/slide5.xml" Id="R388427a8f0314254" /><Relationship Type="http://schemas.openxmlformats.org/officeDocument/2006/relationships/slide" Target="/ppt/slides/slide6.xml" Id="R80ae0f21c4dd46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4a268de78d41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46bf66d3db4717" /><Relationship Type="http://schemas.openxmlformats.org/officeDocument/2006/relationships/notesMaster" Target="/ppt/notesMasters/notesMaster1.xml" Id="R2bea89e3f52f4d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8f28eb28ce431b" /><Relationship Type="http://schemas.openxmlformats.org/officeDocument/2006/relationships/notesMaster" Target="/ppt/notesMasters/notesMaster1.xml" Id="R19239ed8622240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ea0f5cbf644e0c" /><Relationship Type="http://schemas.openxmlformats.org/officeDocument/2006/relationships/notesMaster" Target="/ppt/notesMasters/notesMaster1.xml" Id="R57bedf12a580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b0f3a64ad94a0a" /><Relationship Type="http://schemas.openxmlformats.org/officeDocument/2006/relationships/notesMaster" Target="/ppt/notesMasters/notesMaster1.xml" Id="R764a39a7f0e64d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90af21b6fe41be" /><Relationship Type="http://schemas.openxmlformats.org/officeDocument/2006/relationships/notesMaster" Target="/ppt/notesMasters/notesMaster1.xml" Id="R0a979d7dffb9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5a41e2a8b94cf3" /><Relationship Type="http://schemas.openxmlformats.org/officeDocument/2006/relationships/notesMaster" Target="/ppt/notesMasters/notesMaster1.xml" Id="R0961bb3e743848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fc37cea7e42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9312339d34ebb" /><Relationship Type="http://schemas.openxmlformats.org/officeDocument/2006/relationships/slideLayout" Target="/ppt/slideLayouts/slideLayout1.xml" Id="R4842979876714a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42979876714a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8de14ae28c4836" /><Relationship Type="http://schemas.openxmlformats.org/officeDocument/2006/relationships/image" Target="/ppt/media/image.jpeg" Id="Rde3e85a1b20d49b4" /><Relationship Type="http://schemas.openxmlformats.org/officeDocument/2006/relationships/notesSlide" Target="/ppt/notesSlides/notesSlide1.xml" Id="R8fef0c55c0bc45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efd465a1d4899" /><Relationship Type="http://schemas.openxmlformats.org/officeDocument/2006/relationships/notesSlide" Target="/ppt/notesSlides/notesSlide2.xml" Id="Rc26e35016e3c41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5d82386244ba4" /><Relationship Type="http://schemas.openxmlformats.org/officeDocument/2006/relationships/notesSlide" Target="/ppt/notesSlides/notesSlide3.xml" Id="Ra84c2a2ed0604d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1f4b694bae4eb2" /><Relationship Type="http://schemas.openxmlformats.org/officeDocument/2006/relationships/notesSlide" Target="/ppt/notesSlides/notesSlide4.xml" Id="R62deb785934b45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4048f50d849f9" /><Relationship Type="http://schemas.openxmlformats.org/officeDocument/2006/relationships/notesSlide" Target="/ppt/notesSlides/notesSlide5.xml" Id="R4ba8de3383d447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3141286574a56" /><Relationship Type="http://schemas.openxmlformats.org/officeDocument/2006/relationships/notesSlide" Target="/ppt/notesSlides/notesSlide6.xml" Id="R52a29750390c4f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41221-3497-47B5-9600-4D78D60B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728F23-05CF-4414-BB2D-95423EB7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保研推免综合陈述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E143C-E3DC-4461-8ACC-0273CC94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526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BBD3FF"/>
                </a:solidFill>
              </a:defRPr>
            </a:pPr>
            <a:r>
              <a:rPr sz="1950" b="0">
                <a:solidFill>
                  <a:srgbClr val="BBD3FF"/>
                </a:solidFill>
              </a:rPr>
              <a:t>把工程实践，走成科研起点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FC051-1DC6-489A-B8D2-4451E5B8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陈飞扬  ·  武汉科技大学计算机科学与技术学院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5501B-3BCD-40A8-98F0-298BA093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714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A1CAE-C9D4-413E-9771-C81FFB89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3377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2026 级推免资格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8BF29-5733-49DC-8F97-213623BF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ED7E8"/>
                </a:solidFill>
              </a:defRPr>
            </a:pPr>
            <a:r>
              <a:rPr sz="1425" b="1">
                <a:solidFill>
                  <a:srgbClr val="5ED7E8"/>
                </a:solidFill>
              </a:rPr>
              <a:t>计算机视觉  ×  大模型  ×  Agent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e85a1b20d49b4"/>
          <a:srcRect xmlns:a="http://schemas.openxmlformats.org/drawingml/2006/main" l="0" t="2434" r="0" b="2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96375" y="1143000"/>
            <a:ext cx="2000250" cy="2667000"/>
          </a:xfrm>
          <a:prstGeom xmlns:a="http://schemas.openxmlformats.org/drawingml/2006/main" prst="roundRect">
            <a:avLst>
              <a:gd name="adj" fmla="val 761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CD15B2-133C-4553-BC39-70052539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476500" cy="312420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4061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1A41D2-7FE0-4CFE-88C9-778B8C53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4767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5ED7E8"/>
                </a:solidFill>
              </a:defRPr>
            </a:pPr>
            <a:r>
              <a:rPr sz="2250" b="1">
                <a:solidFill>
                  <a:srgbClr val="5ED7E8"/>
                </a:solidFill>
              </a:rPr>
              <a:t>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EFDB5-000B-4ADB-A923-C324455A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895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BD3FF"/>
                </a:solidFill>
              </a:defRPr>
            </a:pPr>
            <a:r>
              <a:rPr sz="1050" b="0">
                <a:solidFill>
                  <a:srgbClr val="BBD3FF"/>
                </a:solidFill>
              </a:rPr>
              <a:t>面向保研面试的个人陈述</a:t>
            </a:r>
          </a:p>
        </p:txBody>
      </p:sp>
    </p:spTree>
    <p:extLst>
      <p:ext uri="{BB962C8B-B14F-4D97-AF65-F5344CB8AC3E}">
        <p14:creationId xmlns:p14="http://schemas.microsoft.com/office/powerpoint/2010/main" val="697053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014E5-BA31-4E74-9600-41D61853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01  基础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8F8A13-B51B-4C00-9700-8B5FBCB8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成绩是底座，方向已聚焦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D5DA5-17D0-49D7-A0A6-46326E19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86"/>
                </a:solidFill>
              </a:defRPr>
            </a:pPr>
            <a:r>
              <a:rPr sz="1275" b="0">
                <a:solidFill>
                  <a:srgbClr val="5F6F86"/>
                </a:solidFill>
              </a:rPr>
              <a:t>计算机科学与技术｜ESI 前 1% · 国家一流专业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252DF-4B59-4CB9-AFD3-CB4CDAF5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9F450-8930-4CEE-B474-E0D584CB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F6BFF"/>
                </a:solidFill>
              </a:defRPr>
            </a:pPr>
            <a:r>
              <a:rPr sz="4050" b="1">
                <a:solidFill>
                  <a:srgbClr val="2F6BFF"/>
                </a:solidFill>
              </a:rPr>
              <a:t>16 / 207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796425-C600-4070-B4D6-D6717257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6"/>
                </a:solidFill>
              </a:defRPr>
            </a:pPr>
            <a:r>
              <a:rPr sz="1350" b="0">
                <a:solidFill>
                  <a:srgbClr val="5F6F86"/>
                </a:solidFill>
              </a:rPr>
              <a:t>专业加权排名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54301-8552-4F14-8422-5D1F5A42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76625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A"/>
                </a:solidFill>
              </a:defRPr>
            </a:pPr>
            <a:r>
              <a:rPr sz="2250" b="1">
                <a:solidFill>
                  <a:srgbClr val="0B1F3A"/>
                </a:solidFill>
              </a:rPr>
              <a:t>前 7.7%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3295F-A5F3-4873-8FCC-07F73FEB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86"/>
                </a:solidFill>
              </a:defRPr>
            </a:pPr>
            <a:r>
              <a:rPr sz="1275" b="0">
                <a:solidFill>
                  <a:srgbClr val="5F6F86"/>
                </a:solidFill>
              </a:rPr>
              <a:t>GPA 3.36 / 4.0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3F0BD-63EC-4FF4-A7F8-6BFF3718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课程表现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DCB78-FCDC-4DB9-A83B-09946AD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A"/>
                </a:solidFill>
              </a:defRPr>
            </a:pPr>
            <a:r>
              <a:rPr sz="1350" b="0">
                <a:solidFill>
                  <a:srgbClr val="10213A"/>
                </a:solidFill>
              </a:rPr>
              <a:t>计算机视觉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30BE9-B4F1-4B6A-9456-81F460F5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2476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58AEE-EC9F-49E5-9D81-F898521B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20764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F5DC2-78A3-4DD0-83B2-D133702E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552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FB94A-3C39-48B5-9573-D72AF0EA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A"/>
                </a:solidFill>
              </a:defRPr>
            </a:pPr>
            <a:r>
              <a:rPr sz="1350" b="0">
                <a:solidFill>
                  <a:srgbClr val="10213A"/>
                </a:solidFill>
              </a:rPr>
              <a:t>计算机组成原理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37035-0914-4CB1-BAB0-2527416F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2476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0D174-FA2C-40E0-BB83-CDF148E5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20764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F4FA8-FDF8-4B56-8656-7A1E7C95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05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91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7945A4-FF58-4C15-BBE7-A2CC0C74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76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A"/>
                </a:solidFill>
              </a:defRPr>
            </a:pPr>
            <a:r>
              <a:rPr sz="1350" b="0">
                <a:solidFill>
                  <a:srgbClr val="10213A"/>
                </a:solidFill>
              </a:rPr>
              <a:t>数字逻辑与数字系统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BAA40E-F6B7-4200-929C-4534DBC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2476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F21C4-2161-4DD6-A4F9-24CD94F7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19812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0A4531-740B-485C-BA4C-3FE6DB8E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500A4-4840-4A94-90B5-CC5C639C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13A"/>
                </a:solidFill>
              </a:defRPr>
            </a:pPr>
            <a:r>
              <a:rPr sz="1350" b="0">
                <a:solidFill>
                  <a:srgbClr val="10213A"/>
                </a:solidFill>
              </a:rPr>
              <a:t>Python 数据分析与机器学习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E9142B-9531-4AFF-B7F8-2BC67B32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24765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D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C1BAD-D1C2-4645-A05B-519DA5C0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19812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B3092C-E4F1-45E5-BB18-2A31367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1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2F6BFF"/>
                </a:solidFill>
              </a:defRPr>
            </a:pPr>
            <a:r>
              <a:rPr sz="1500" b="1">
                <a:solidFill>
                  <a:srgbClr val="2F6BFF"/>
                </a:solidFill>
              </a:rPr>
              <a:t>90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D66C9A-E005-4F70-8275-3964B839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关键词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AD2C78-C38A-4776-83E5-D3D40FBA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800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A752E9-CC72-4BF5-B394-AEEAA336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91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党员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1CDD20-4797-4832-B543-3DD523A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34000"/>
            <a:ext cx="952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04C3E6-1DE9-4DD3-9C26-8D47E0C2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3911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学习力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B28F1-B98D-4098-B99C-9A7A733A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3400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5E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082D79-EA3A-4B94-82D8-45BF37A9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工程实践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C3A83A-776E-466D-A937-2ABAC0E8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1049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B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5D2EC0-0CEE-4A30-98AD-8032F429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91150"/>
            <a:ext cx="1104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科研潜力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140361-6C76-4F3A-BBF8-231CA8AD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陈飞扬  ·  武汉科技大学  · 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0E6E72-A76C-4DCB-9E85-CF8BF8A1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0341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8ADCC-C5D8-4F97-8078-98DDCF9C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02  轨迹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10DFE-41C9-43F3-822C-B527CE3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三段经历，逐步靠近智能体研究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47B4E-9D34-4424-BD02-9F890796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86"/>
                </a:solidFill>
              </a:defRPr>
            </a:pPr>
            <a:r>
              <a:rPr sz="1275" b="0">
                <a:solidFill>
                  <a:srgbClr val="5F6F86"/>
                </a:solidFill>
              </a:rPr>
              <a:t>从真实需求出发，把模型变成可用系统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B2E72-49E0-4FB8-95B2-F4630D19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6C8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EE8C7-E8FD-4AF6-BEB5-93714AB8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45C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353CA-C7A3-48B3-B2EB-722DC24A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F86"/>
                </a:solidFill>
              </a:defRPr>
            </a:pPr>
            <a:r>
              <a:rPr sz="1200" b="1">
                <a:solidFill>
                  <a:srgbClr val="5F6F86"/>
                </a:solidFill>
              </a:rPr>
              <a:t>2025.09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30FA1-4232-4223-9674-453397FF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东软医疗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C106F-8979-4F34-B604-F457D0F7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A"/>
                </a:solidFill>
              </a:defRPr>
            </a:pPr>
            <a:r>
              <a:rPr sz="1275" b="0">
                <a:solidFill>
                  <a:srgbClr val="10213A"/>
                </a:solidFill>
              </a:rPr>
              <a:t>HIS 全栈开发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84456-4EBD-424E-BD7B-70F83E3D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FF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AE07C6-B8DE-40BF-8355-F6188A74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F86"/>
                </a:solidFill>
              </a:defRPr>
            </a:pPr>
            <a:r>
              <a:rPr sz="1200" b="1">
                <a:solidFill>
                  <a:srgbClr val="5F6F86"/>
                </a:solidFill>
              </a:rPr>
              <a:t>2025.12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226FC8-E23C-4A88-AD1E-109715D3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金银湖实验室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9460F-A3B8-40BA-91A8-009422E7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00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A"/>
                </a:solidFill>
              </a:defRPr>
            </a:pPr>
            <a:r>
              <a:rPr sz="1275" b="0">
                <a:solidFill>
                  <a:srgbClr val="10213A"/>
                </a:solidFill>
              </a:rPr>
              <a:t>科研实习 · 大模型应用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8B0E7-DE7B-4121-A988-D8A266C5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476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4034A-2F24-433C-AB02-A776F0B7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F6F86"/>
                </a:solidFill>
              </a:defRPr>
            </a:pPr>
            <a:r>
              <a:rPr sz="1200" b="1">
                <a:solidFill>
                  <a:srgbClr val="5F6F86"/>
                </a:solidFill>
              </a:rPr>
              <a:t>2026.04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A3A62-AC49-4374-85E9-452FB114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CamTalk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30661-15DC-4AFC-AFAD-A7B17AD4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0213A"/>
                </a:solidFill>
              </a:defRPr>
            </a:pPr>
            <a:r>
              <a:rPr sz="1275" b="0">
                <a:solidFill>
                  <a:srgbClr val="10213A"/>
                </a:solidFill>
              </a:rPr>
              <a:t>多模态实时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A280B-8506-4A0D-A718-11A708E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55BF3-9B5B-450A-A9D9-CB62ABB2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91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能力迁移：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33A43-5C7A-41B4-9101-89D40AC3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911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系统开发 → 数据与平台 → 多模态交互与智能体编排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0A8AB7-53C0-42DD-ABC6-4E1ACF1A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陈飞扬  ·  武汉科技大学  · 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BBAF6-EB25-4514-99D5-1F47BE9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06057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C95EF5-E4C0-4F66-BF0C-DF4A0FAB1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03  代表项目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D3CAC-9B60-43B9-AE22-EAEB957B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CamTalk：在“数据不出域”约束下做实时 AI 对话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CAA23-97B3-41BC-9AD7-54DF1485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86"/>
                </a:solidFill>
              </a:defRPr>
            </a:pPr>
            <a:r>
              <a:rPr sz="1275" b="0">
                <a:solidFill>
                  <a:srgbClr val="5F6F86"/>
                </a:solidFill>
              </a:rPr>
              <a:t>项目负责人｜国家级网安基地·武汉金银湖实验室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D26FA-54D1-4900-8E40-F4C01D7A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8CC5C8-E2C9-4619-8363-D8F69C5B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D7E8"/>
                </a:solidFill>
              </a:defRPr>
            </a:pPr>
            <a:r>
              <a:rPr sz="1650" b="1">
                <a:solidFill>
                  <a:srgbClr val="5ED7E8"/>
                </a:solidFill>
              </a:rPr>
              <a:t>感知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828EA-98D4-426A-9465-673C608C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051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语音 VAD + 像素差值关键帧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69254-BD7C-4FD6-A1D5-78D6BA3D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61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BF3DF-5FBE-4CDC-B749-55A12064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D7E8"/>
                </a:solidFill>
              </a:defRPr>
            </a:pPr>
            <a:r>
              <a:rPr sz="1650" b="1">
                <a:solidFill>
                  <a:srgbClr val="5ED7E8"/>
                </a:solidFill>
              </a:rPr>
              <a:t>编排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9D4643-6FB4-4698-B5A9-DD2D2C8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STT – LLM – TTS 七节点流式链路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B9B14-1185-41F2-9217-6B1946A3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291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61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78ABE7-F7D9-46BD-9CED-C3EECD5BA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D7E8"/>
                </a:solidFill>
              </a:defRPr>
            </a:pPr>
            <a:r>
              <a:rPr sz="1650" b="1">
                <a:solidFill>
                  <a:srgbClr val="5ED7E8"/>
                </a:solidFill>
              </a:rPr>
              <a:t>交互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948E2-BEAC-4D1B-8B61-2F82F98FA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768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多轮会话 / Prompt 情景 / 断线恢复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EA74A-DB97-46C0-8C6F-E6C2AE5D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76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关键结果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D9EBE3-3AEA-4C01-8844-43BE4809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241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6BFF"/>
                </a:solidFill>
              </a:defRPr>
            </a:pPr>
            <a:r>
              <a:rPr sz="2700" b="1">
                <a:solidFill>
                  <a:srgbClr val="2F6BFF"/>
                </a:solidFill>
              </a:rPr>
              <a:t>80%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225A5-E9AB-4CEE-8717-3228DF4F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766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6"/>
                </a:solidFill>
              </a:defRPr>
            </a:pPr>
            <a:r>
              <a:rPr sz="1200" b="0">
                <a:solidFill>
                  <a:srgbClr val="5F6F86"/>
                </a:solidFill>
              </a:rPr>
              <a:t>静默期上传量下降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882ED-B8C9-4C2C-ABB0-E43513DA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241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6BFF"/>
                </a:solidFill>
              </a:defRPr>
            </a:pPr>
            <a:r>
              <a:rPr sz="2700" b="1">
                <a:solidFill>
                  <a:srgbClr val="2F6BFF"/>
                </a:solidFill>
              </a:rPr>
              <a:t>0.5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06ED6-9DF8-4745-B059-F63BA766F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766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6"/>
                </a:solidFill>
              </a:defRPr>
            </a:pPr>
            <a:r>
              <a:rPr sz="1200" b="0">
                <a:solidFill>
                  <a:srgbClr val="5F6F86"/>
                </a:solidFill>
              </a:rPr>
              <a:t>端到端感知延迟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2B3E2-C480-4981-AA0B-A1088A72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7241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F6BFF"/>
                </a:solidFill>
              </a:defRPr>
            </a:pPr>
            <a:r>
              <a:rPr sz="2700" b="1">
                <a:solidFill>
                  <a:srgbClr val="2F6BFF"/>
                </a:solidFill>
              </a:rPr>
              <a:t>30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F7D9E-6E84-4F4E-B936-E89F8437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766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6"/>
                </a:solidFill>
              </a:defRPr>
            </a:pPr>
            <a:r>
              <a:rPr sz="1200" b="0">
                <a:solidFill>
                  <a:srgbClr val="5F6F86"/>
                </a:solidFill>
              </a:rPr>
              <a:t>断线恢复会话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81D42-0940-4F03-95C5-D3DB34EE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43375"/>
            <a:ext cx="4095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004610-6672-4197-92DF-63CA9D1B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FF"/>
                </a:solidFill>
              </a:defRPr>
            </a:pPr>
            <a:r>
              <a:rPr sz="1350" b="1">
                <a:solidFill>
                  <a:srgbClr val="2F6BFF"/>
                </a:solidFill>
              </a:rPr>
              <a:t>项目影响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5A7A7-2E26-4C01-A25C-2A2CD164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482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13A"/>
                </a:solidFill>
              </a:defRPr>
            </a:pPr>
            <a:r>
              <a:rPr sz="1200" b="0">
                <a:solidFill>
                  <a:srgbClr val="10213A"/>
                </a:solidFill>
              </a:rPr>
              <a:t>纳入实验室优质项目代码库；入选工信部电子第五研究所试点方案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B0F77C-AE27-4248-BB59-EC33F2A8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陈飞扬  ·  武汉科技大学  · 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E10B21-8847-4521-A534-78E8641A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8186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F0DDFE-FFB4-4C91-A0F7-EC7451B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FF"/>
                </a:solidFill>
              </a:defRPr>
            </a:pPr>
            <a:r>
              <a:rPr sz="975" b="1">
                <a:solidFill>
                  <a:srgbClr val="2F6BFF"/>
                </a:solidFill>
              </a:rPr>
              <a:t>04  科研潜力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B67AD-7985-4B9A-8641-E719CF8B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</a:defRPr>
            </a:pPr>
            <a:r>
              <a:rPr sz="2550" b="1">
                <a:solidFill>
                  <a:srgbClr val="0B1F3A"/>
                </a:solidFill>
              </a:rPr>
              <a:t>把“漏检”拆成可验证的问题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E0E4C-2C5B-4BA0-B926-C179B58F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F86"/>
                </a:solidFill>
              </a:defRPr>
            </a:pPr>
            <a:r>
              <a:rPr sz="1275" b="0">
                <a:solidFill>
                  <a:srgbClr val="5F6F86"/>
                </a:solidFill>
              </a:rPr>
              <a:t>热轧带钢缺陷检测｜NEU-DET · YOLOv8 + CBAM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6F668-FC85-403C-ABFA-01D8FF50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误差分析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0A754-91F6-4F99-9336-7C32A44C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</a:defRPr>
            </a:pPr>
            <a:r>
              <a:rPr sz="1500" b="0">
                <a:solidFill>
                  <a:srgbClr val="10213A"/>
                </a:solidFill>
              </a:rPr>
              <a:t>裂纹类 mAP@0.5 仅 52.2%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D0822-2F81-4A18-B892-4C0FE276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D68B2-CF83-4C60-B7E3-C12BE3FA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方法改进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D951C-35EF-48AF-94A7-7E57D89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52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</a:defRPr>
            </a:pPr>
            <a:r>
              <a:rPr sz="1500" b="0">
                <a:solidFill>
                  <a:srgbClr val="10213A"/>
                </a:solidFill>
              </a:rPr>
              <a:t>在 Neck 端引入通道-空间双重注意力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76F64-F513-49C2-B2C4-3E743B47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241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3CBFA-7D07-4297-9CD6-A14DAC2F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17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实验验证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AA8DA-4B41-432F-93E1-3D028733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5270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3A"/>
                </a:solidFill>
              </a:defRPr>
            </a:pPr>
            <a:r>
              <a:rPr sz="1500" b="0">
                <a:solidFill>
                  <a:srgbClr val="10213A"/>
                </a:solidFill>
              </a:rPr>
              <a:t>同数据、同超参消融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13C80-8BC0-4601-B3E7-F4C17E6A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91440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3645E-9033-4A4A-B0CE-DF1AB2FED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F6F86"/>
                </a:solidFill>
              </a:defRPr>
            </a:pPr>
            <a:r>
              <a:rPr sz="2550" b="1">
                <a:solidFill>
                  <a:srgbClr val="5F6F86"/>
                </a:solidFill>
              </a:rPr>
              <a:t>77.5%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3B3CE-D59E-4092-A6F7-AFEF647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100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BFF"/>
                </a:solidFill>
              </a:defRPr>
            </a:pPr>
            <a:r>
              <a:rPr sz="2550" b="1">
                <a:solidFill>
                  <a:srgbClr val="2F6B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CD633-86AD-45D5-8F73-2F9A6E81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910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6BFF"/>
                </a:solidFill>
              </a:defRPr>
            </a:pPr>
            <a:r>
              <a:rPr sz="2550" b="1">
                <a:solidFill>
                  <a:srgbClr val="2F6BFF"/>
                </a:solidFill>
              </a:rPr>
              <a:t>80%–81%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5ECF7-2A9E-4E23-B619-9AD35F78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F86"/>
                </a:solidFill>
              </a:defRPr>
            </a:pPr>
            <a:r>
              <a:rPr sz="1350" b="0">
                <a:solidFill>
                  <a:srgbClr val="5F6F86"/>
                </a:solidFill>
              </a:rPr>
              <a:t>整体 mAP@0.5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9FF27-8D2F-4176-83C2-B15C67A1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</a:defRPr>
            </a:pPr>
            <a:r>
              <a:rPr sz="2100" b="1">
                <a:solidFill>
                  <a:srgbClr val="0B1F3A"/>
                </a:solidFill>
              </a:rPr>
              <a:t>3 ms / 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1C35B5-5C8C-4886-8547-421BC6A9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F86"/>
                </a:solidFill>
              </a:defRPr>
            </a:pPr>
            <a:r>
              <a:rPr sz="1200" b="0">
                <a:solidFill>
                  <a:srgbClr val="5F6F86"/>
                </a:solidFill>
              </a:rPr>
              <a:t>满足产线实时质检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6EEF1-3322-45B7-9A3D-3F832DC2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18097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B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FF0DF-44A4-4F5F-A056-D5890D2D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校级银奖 · 推荐省赛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9AB46-AF23-44EC-9F6C-78B81A44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26670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2F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BCA882-771B-4872-B237-5056E760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4387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技术被企业采用 · 专利申请中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5F52B-6B97-4CA5-B64D-0694744D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陈飞扬  ·  武汉科技大学  ·  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1CB73-3ED5-4218-965E-BF61641E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24433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A8905E-FA27-4588-B9C9-1E19543C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D7E8"/>
                </a:solidFill>
              </a:defRPr>
            </a:pPr>
            <a:r>
              <a:rPr sz="975" b="1">
                <a:solidFill>
                  <a:srgbClr val="5ED7E8"/>
                </a:solidFill>
              </a:rPr>
              <a:t>05  未来方向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B1FB4-3CA4-4415-88C2-73863912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研究生阶段：从“做出来”走向“讲清楚”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58F76-664A-47D4-92C9-D484E64C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BD3FF"/>
                </a:solidFill>
              </a:defRPr>
            </a:pPr>
            <a:r>
              <a:rPr sz="1275" b="0">
                <a:solidFill>
                  <a:srgbClr val="BBD3FF"/>
                </a:solidFill>
              </a:rPr>
              <a:t>希望在导师指导下，持续深耕大模型、Agent 与多模态学习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AEBBB-90FF-4B88-8AFC-94F517A8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D7E8"/>
                </a:solidFill>
              </a:defRPr>
            </a:pPr>
            <a:r>
              <a:rPr sz="1650" b="1">
                <a:solidFill>
                  <a:srgbClr val="5ED7E8"/>
                </a:solidFill>
              </a:rPr>
              <a:t>已有优势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2299F-E8BB-4D1F-9FF5-F06D1135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代码实现｜工程交付｜跨场景学习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52CEF-53F2-4EEC-BDF9-40EA0B1F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61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37D2A-6EF2-47A5-888F-A30E37F1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B45C"/>
                </a:solidFill>
              </a:defRPr>
            </a:pPr>
            <a:r>
              <a:rPr sz="1650" b="1">
                <a:solidFill>
                  <a:srgbClr val="FFB45C"/>
                </a:solidFill>
              </a:rPr>
              <a:t>需要补足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7331E-565C-41E4-AB99-6C10067E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理论深度｜文献阅读｜实验设计｜学术写作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0A4A1-FF53-4325-A860-8EA4C9F0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4191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22E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EAB4F-0DDA-4E9B-921D-59A1F287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ED7E8"/>
                </a:solidFill>
              </a:defRPr>
            </a:pPr>
            <a:r>
              <a:rPr sz="1650" b="1">
                <a:solidFill>
                  <a:srgbClr val="5ED7E8"/>
                </a:solidFill>
              </a:rPr>
              <a:t>拟聚焦问题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B1C06-8E12-4FA8-8E22-EBF6F3FE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大模型推理与评测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智能体工作流与工具调用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• 多模态交互与垂直领域应用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C557C8-617D-4D2F-BABE-439438E6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BD3FF"/>
                </a:solidFill>
              </a:defRPr>
            </a:pPr>
            <a:r>
              <a:rPr sz="1425" b="0">
                <a:solidFill>
                  <a:srgbClr val="BBD3FF"/>
                </a:solidFill>
              </a:rPr>
              <a:t>期待在课题组中贡献：数据处理、模型实验、系统原型开发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F703C-45AC-4714-AB5F-618AA88B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谢谢老师，期待交流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84A19C-21AB-4D18-8179-606DA8E1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9531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ED7E8"/>
                </a:solidFill>
              </a:defRPr>
            </a:pPr>
            <a:r>
              <a:rPr sz="1350" b="1">
                <a:solidFill>
                  <a:srgbClr val="5ED7E8"/>
                </a:solidFill>
              </a:rPr>
              <a:t>陈飞扬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425A7-3538-4FC9-A59E-7B6F3DC5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6F86"/>
                </a:solidFill>
              </a:defRPr>
            </a:pPr>
            <a:r>
              <a:rPr sz="900" b="0">
                <a:solidFill>
                  <a:srgbClr val="5F6F86"/>
                </a:solidFill>
              </a:rPr>
              <a:t>陈飞扬  ·  武汉科技大学  · 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3ED5E-B0CA-4ED2-A74B-AB89174F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BFF"/>
                </a:solidFill>
              </a:defRPr>
            </a:pPr>
            <a:r>
              <a:rPr sz="1050" b="1">
                <a:solidFill>
                  <a:srgbClr val="2F6B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944344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2026-09-09T07:17:25.1330000Z</dcterms:created>
  <dcterms:modified xsi:type="dcterms:W3CDTF">2026-09-09T07:17:25.1330000Z</dcterms:modified>
</coreProperties>
</file>