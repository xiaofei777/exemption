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9" r:id="rId4"/>
    <p:sldId id="278" r:id="rId5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90" r:id="rId15"/>
    <p:sldId id="289" r:id="rId16"/>
    <p:sldId id="291" r:id="rId18"/>
    <p:sldId id="293" r:id="rId19"/>
    <p:sldId id="295" r:id="rId20"/>
    <p:sldId id="294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5" autoAdjust="0"/>
    <p:restoredTop sz="96303"/>
  </p:normalViewPr>
  <p:slideViewPr>
    <p:cSldViewPr snapToGrid="0">
      <p:cViewPr varScale="1">
        <p:scale>
          <a:sx n="134" d="100"/>
          <a:sy n="134" d="100"/>
        </p:scale>
        <p:origin x="5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52B5E5-BD21-4632-A3A6-AFDFEDF1DC52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37EF0-9EC4-4AB9-957F-BC5EA5367B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172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543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0F3D4-7129-15EB-10AD-21DE8FA17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5B324D-67F8-E8B8-A457-3E80B55F7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98E4727-E4AF-3E6E-9452-6BA98FC04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79FE33-1CB4-B657-BCEB-FCE585A3A5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80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· 我本科 GPA 3.36/4.0，专业排名 16/207、位于前 7.7%，已获得 2026 级推免资格。核心课程中计算机视觉、计算机组成原理均 91 分。除课内学习外，我熟练使用 React/TypeScript、Go、Python，并有大模型应用与 Agent 开发的项目经验。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820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F5DC3-AC9F-EDA6-5C7F-538DF8B06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539885-ADC3-8ACA-25AD-92DBFF0C7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EB388C-63C6-909B-78C1-EC1B58AE4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· 荣誉方面：两次获得国家励志奖学金</a:t>
            </a:r>
          </a:p>
          <a:p>
            <a:r>
              <a:rPr lang="zh-CN" altLang="en-US"/>
              <a:t>· 获中国机器人及人工智能大赛湖北赛区三等奖、中国国际大学生创新大赛校级银奖</a:t>
            </a:r>
          </a:p>
          <a:p>
            <a:r>
              <a:rPr lang="zh-CN" altLang="en-US"/>
              <a:t>· 同时获得腾讯、金山、华为三家企业的技术认证。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D1B293-FDDC-77AF-FFD1-4B8E332A2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663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2AF32-E1A3-5C6C-4078-EC75CCCC5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E06F6B-A610-C7C9-77B9-2AF16A1353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EB356A-59E6-74F4-908E-C5927F0BB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D2E15E-3FF3-8E2A-FA2A-4B3025B74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4663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ABEED-489D-FE65-6E12-98C2C294D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45C1BBB-81D5-D884-4C6E-9F3C091C9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879DCA-8CA1-188C-DDFD-A4B5FF121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131B0C-25A4-2A0D-E33C-F708E5D7B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55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9B88-38C3-9AB3-4D95-B6CCF99B7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9768B6-71A5-0211-6A55-0B07305CE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33EBCB6-24EC-48C6-AD0C-DA5399014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· 缺陷检测项目：我通过误差归因发现最难类"裂纹" mAP 仅 52.2%，归因于弱纹理和模糊边界，于是在 YOLOv8 Neck 端引入 CBAM 双重注意力。同数据同超参的消融实验显示整体 mAP@0.5 从 77.5% 提升到约 80%~81%，最难类提升到约 57%~60%，单张推理仅 3 毫秒。技术已被武汉洪飞智巡采用、专利申请中，并获创新大赛校级银奖。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5FDBA9-2E76-8F56-98C2-C3C5570ED9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06774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4143C-2873-29F3-3E4D-FBADD8D1C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4004B8-1F99-2442-7798-4D99D5DE6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4CB44AA-0030-AD9F-8D2E-AC50E6187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· CamTalk 是我作为负责人完成的多模态实时 AI 视觉对话 Agent，面向军工"数据不出域"约束。我的核心工作有三点：一是端侧数据最小化，自研像素差值关键帧采样算法，静默期上传量降低约 80%</a:t>
            </a:r>
          </a:p>
          <a:p>
            <a:r>
              <a:t>· 二是基于 CloudWeGo Eino 编排 STT-LLM-TTS 七节点流式链路，端到端延迟 0.5 秒以内，断线 30 秒可恢复会话</a:t>
            </a:r>
          </a:p>
          <a:p>
            <a:r>
              <a:t>· 三是项目纳入金银湖实验室优质代码库、入选工信部电子五所试点方案。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F2E97E-D5EE-614D-4565-148A9D7F2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404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2E3D7-F133-EC72-73F8-38866F90C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0EBC89-43B9-F680-F2A0-508F59084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2CDD25-7DBE-F0C9-9479-51B1C41EE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· 在国家级网安基地·武汉金银湖实验室科研实习期间（吴建平院士团队指导），我参与可信开源软件供应链态势感知平台建设：一方面基于 ECharts 6 建成 15+ 可视化组件的监控大屏，设计了三级容错加载与接口兜底策略</a:t>
            </a:r>
          </a:p>
          <a:p>
            <a:r>
              <a:rPr lang="zh-CN" altLang="en-US"/>
              <a:t>· 另一方面接入自研金银湖大模型，参与 TcodeAI 漏洞修复 Agent 的任务流程设计，用可折叠面板组件化方案复用 3+ 页面。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730441-FDDB-71E7-3222-7B8FAF8747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04157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65B9E-FC22-3247-A107-17354412B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AB6007-DB4A-EF97-099B-7EBF9E4AC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3D5363-B7AB-3EAB-79B3-F0DFA284C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5D71F1-9FA5-FF77-ED97-0674482A56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7932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CC0CA-8081-FC1E-F57E-57A31E7E3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6D9AD81-3E61-1EFE-1087-938335F13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6418F7-D8E7-3AC3-012D-21F0DFA98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496A1B-F4F4-1B70-0BA4-E831EADC4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2788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ECFD2-C24E-0D6F-CC3A-5BEDB5C47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4F080A-DD1B-2A81-3FAE-A5E962F70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DE20D6-E890-5846-AA22-18F094564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4386B8-639D-BC9E-0DA7-726FFE82C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286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FDB67-DB0D-5105-A28E-F6C36F9F1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0F3DF3-E1D4-E3E9-2423-A41F0F202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E398593-943F-3B50-8454-665E1A50D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· 在东软医疗健康事业部实习期间，我参与武汉黄家湖医院 HIS 系统 Web 端与小程序端的全栈迭代，实现了人脸识别登录、AI 智能客服等功能，完成了图像采集处理与 AI 接口联调，积累了真实业务场景的交付经验。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6DADEB-00BB-10F8-E8E1-CAB926E91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4208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各位老师好！我叫陈飞扬，来自武汉科技大学计算机科学与技术学院 2023 级，申请专业为计算机科学与技术</a:t>
            </a:r>
          </a:p>
          <a:p>
            <a:r>
              <a:t>· 下面我将从个人介绍、科研经历、实践经历和读研规划四个方面进行汇报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3B4E7-5403-0276-B792-516B970C6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BD6143-0F1D-9975-9CEA-5E2A82075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266835-10A3-7B88-9AFF-7FE635901D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C27732-874F-331B-A167-12849A9D8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927138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4F2B6-CE7D-F380-8F8B-2BA784498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0DCE18-E74F-EEC6-B592-DD026AD24A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3CB372-B6FC-AD50-144C-CB73195D4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· 读研阶段学术上分三步走：课程上补足机器学习理论与数理基础</a:t>
            </a:r>
          </a:p>
          <a:p>
            <a:r>
              <a:rPr lang="zh-CN" altLang="en-US"/>
              <a:t>· 文献上跟进大模型推理、Agent 工作流、多模态方向的前沿论文</a:t>
            </a:r>
          </a:p>
          <a:p>
            <a:r>
              <a:rPr lang="zh-CN" altLang="en-US"/>
              <a:t>· 项目上从数据处理和实验复现做起，逐步承担研究子任务。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2510CA-31DA-639C-4270-74B2357C0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84998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94F03-7DFA-808F-5CCF-578680567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0C9C16-7E03-FD9D-DD35-A088C8277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8BA728-9919-55E7-E187-B9B4AAF68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· 研一夯实理论与方法论，把工程能力转化为科研生产力</a:t>
            </a:r>
          </a:p>
          <a:p>
            <a:r>
              <a:rPr lang="zh-CN" altLang="en-US"/>
              <a:t>· 研二力争产出论文与专利成果</a:t>
            </a:r>
          </a:p>
          <a:p>
            <a:r>
              <a:rPr lang="zh-CN" altLang="en-US"/>
              <a:t>· 长期我希望成为兼具研究能力与工程落地能力的研究者，服务国家关键领域。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69CD3F-B691-B606-A455-BB0E24CB8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437EF0-9EC4-4AB9-957F-BC5EA5367BC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3920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D0BA5C-2B68-CC30-4A1D-F5CF5184B5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2B548F-8237-67C2-FF50-0B6D0C5D25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16E7A5-00B4-CBE8-CC12-B7C33930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14D395-D2FA-C5BE-420F-0A65709A8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C411E5-4E93-6C9F-4520-6A747DB5E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56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E8641A-F993-2072-A52D-4AB286507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2896F8-04E2-4DAC-4515-964D1058C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DFA6F8-F629-58BD-2CEB-073979D13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94BF5C-BAFC-540F-0821-9B206257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7094C6-0EDB-9917-264C-769186121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201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48E50E-535E-CADB-4E0C-36BB2DFEC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80A809-664F-BC4F-995B-223035E0D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4E4B67-B868-1D98-A7AC-A9E13B47D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FE0CD5-7804-9C15-CC85-20FCC92B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732976-80FA-F4B1-9998-F1057CAA4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190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AC2B0F-3435-184B-5346-5A0BB8F65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3B4DDF-3AAE-A8C5-7F90-15564B216B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9BBC862-D143-3ECB-373C-97645266BB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0EE68E-0710-A3F1-CF79-5D76A82DD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BC3695-5CC6-4643-FE2D-7A9F23C3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4C9F20-F1C9-2533-8D85-1587E3C52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335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B9A703-7F16-9F9C-95C9-4CEC853DC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409ED7-3293-D4BF-3B17-55A576541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436CC4-3883-5FA2-F81E-14E971906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032E36E-EFD5-C37E-2F3F-DFA1607C21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082D43-4CAE-8FE0-8135-F0B7392701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DA2DDDD-919F-4C5B-133E-BCC610604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4B824E-0905-9BB4-B424-1678B5F70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1DCA8A-54B1-ADAC-0B5A-B098194FC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553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4E34D7-5D18-A469-6F52-1CC464A89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8E79CB7-1020-CD78-9729-3524E609C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51354E8-5674-E092-344D-E6F374EE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CDCF003-6618-B85B-23EE-79F100234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34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D0A35B-2EA9-B2DF-1250-E41293F5E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F3BADE-2B18-C595-932B-704D12FD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D15729-6981-6FD1-59AE-0A4B6F4FA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5129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62DC98-9D01-7AC5-4574-BADEDE089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A21AC0-F875-C57A-B1DB-E8345F3C0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5A9D46-4D2E-CEE9-B713-BF9F97CA3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FD9437-586D-394C-42F2-5B946B433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30EBB0-7D65-91DF-892C-E0147E3AC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BC8272-A6E5-28B1-F7A7-1A863DC41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08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20E68-499C-F063-0FD5-F25516AB9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6BAB9A8-2B77-7EB7-AB93-AF798AEDAC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D0E05B-452B-225F-83C9-F7FA944CA4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039D98-091C-6813-2B96-08A4404F9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D8D635-D957-D12B-F092-125596920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AD371E-8D8B-0F0B-79E6-E2AC96FC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6728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6BCE70-143D-2B13-8A8B-7293A7CC3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02B55E-0738-2630-AA49-26DE28FD4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DC2A86-FCAB-9E84-2899-321AAD19C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AD1FCF-6AD1-CA80-A452-066A45A58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5E6E41-DE86-D66F-02F3-E88501BA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2805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195A0AE-4364-8059-8D34-A496AEC57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775E0B-1CE8-5413-C2E8-ACC2D60FD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AFB811-0D17-20A2-2A9B-A05C31420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FE119-898D-427D-93F2-ABE8B031D5F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8A96D8-6654-6BBD-0938-FB64F0CBA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B5FA3D-3032-61B4-B591-64A5177AA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C93E2-92BB-4838-94A4-A03525FE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6775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E0888C-33C5-15C1-BF8A-A6C0676FC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3EBF6C-FBE3-4D53-3BED-06FDD368D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2499A3-47C8-0BC8-7424-E5D771B980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FE119-898D-427D-93F2-ABE8B031D5FC}" type="datetimeFigureOut">
              <a:rPr lang="zh-CN" altLang="en-US" smtClean="0"/>
              <a:t>2026/8/5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CD5D67-4508-B130-53C0-AC74C9D1F8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91D05B-24F5-88AB-DB3F-0E812AA260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C93E2-92BB-4838-94A4-A03525FE8C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36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100" Type="http://schemas.openxmlformats.org/officeDocument/2006/relationships/image" Target="../media/image30.jpg"/><Relationship Id="rId101" Type="http://schemas.openxmlformats.org/officeDocument/2006/relationships/image" Target="../media/image3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100" Type="http://schemas.openxmlformats.org/officeDocument/2006/relationships/image" Target="../media/image32.jpg"/><Relationship Id="rId101" Type="http://schemas.openxmlformats.org/officeDocument/2006/relationships/image" Target="../media/image3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21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7BACDCB7-88BC-1C62-3CA8-775D8DFD5A4B}"/>
              </a:ext>
            </a:extLst>
          </p:cNvPr>
          <p:cNvSpPr/>
          <p:nvPr/>
        </p:nvSpPr>
        <p:spPr>
          <a:xfrm>
            <a:off x="0" y="2104571"/>
            <a:ext cx="12192000" cy="2365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258FB1A-13AE-4427-0307-108CBAA21796}"/>
              </a:ext>
            </a:extLst>
          </p:cNvPr>
          <p:cNvSpPr txBox="1"/>
          <p:nvPr/>
        </p:nvSpPr>
        <p:spPr>
          <a:xfrm>
            <a:off x="263450" y="2610476"/>
            <a:ext cx="11665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保研预推免自我介绍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570F8112-B5D9-5762-70D3-CABF4B7E7487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91893" y="786011"/>
            <a:ext cx="2208214" cy="948597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B00D02A-7A48-8808-EF10-60510C55FF54}"/>
              </a:ext>
            </a:extLst>
          </p:cNvPr>
          <p:cNvSpPr txBox="1"/>
          <p:nvPr/>
        </p:nvSpPr>
        <p:spPr>
          <a:xfrm>
            <a:off x="376428" y="3626139"/>
            <a:ext cx="11439144" cy="470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Self introduction of recommendation for graduate studies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25CE910-3349-D3A6-7795-31FAE914935F}"/>
              </a:ext>
            </a:extLst>
          </p:cNvPr>
          <p:cNvSpPr txBox="1"/>
          <p:nvPr/>
        </p:nvSpPr>
        <p:spPr>
          <a:xfrm>
            <a:off x="8039764" y="5467544"/>
            <a:ext cx="31373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面试时间：2026.09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64F79A9-8C35-FFCD-4049-51FDB511E8CE}"/>
              </a:ext>
            </a:extLst>
          </p:cNvPr>
          <p:cNvCxnSpPr>
            <a:cxnSpLocks/>
          </p:cNvCxnSpPr>
          <p:nvPr/>
        </p:nvCxnSpPr>
        <p:spPr>
          <a:xfrm>
            <a:off x="1127878" y="4238625"/>
            <a:ext cx="993624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B80D04DE-DBD7-07F1-F851-F418E586ED93}"/>
              </a:ext>
            </a:extLst>
          </p:cNvPr>
          <p:cNvSpPr txBox="1"/>
          <p:nvPr/>
        </p:nvSpPr>
        <p:spPr>
          <a:xfrm>
            <a:off x="376428" y="4626864"/>
            <a:ext cx="1143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武汉科技大学计算机科学与技术学院 · 2023 级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3127C1D-6047-D562-DEB0-A94BE634BF16}"/>
              </a:ext>
            </a:extLst>
          </p:cNvPr>
          <p:cNvSpPr/>
          <p:nvPr/>
        </p:nvSpPr>
        <p:spPr>
          <a:xfrm>
            <a:off x="150471" y="150470"/>
            <a:ext cx="127321" cy="12732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BC5CF55-0F2F-6A16-92D5-16B5DD39DF35}"/>
              </a:ext>
            </a:extLst>
          </p:cNvPr>
          <p:cNvSpPr/>
          <p:nvPr/>
        </p:nvSpPr>
        <p:spPr>
          <a:xfrm>
            <a:off x="312767" y="150470"/>
            <a:ext cx="127321" cy="12732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153195F-12CD-2B0C-A44B-4A72FE14F998}"/>
              </a:ext>
            </a:extLst>
          </p:cNvPr>
          <p:cNvSpPr/>
          <p:nvPr/>
        </p:nvSpPr>
        <p:spPr>
          <a:xfrm>
            <a:off x="475063" y="150470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2093713-CB5D-CE93-BEEB-6383FA369BE5}"/>
              </a:ext>
            </a:extLst>
          </p:cNvPr>
          <p:cNvSpPr/>
          <p:nvPr/>
        </p:nvSpPr>
        <p:spPr>
          <a:xfrm>
            <a:off x="150471" y="306934"/>
            <a:ext cx="127321" cy="12732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80F1E065-73D9-0B7B-13E0-D4F7BF3CF36B}"/>
              </a:ext>
            </a:extLst>
          </p:cNvPr>
          <p:cNvSpPr/>
          <p:nvPr/>
        </p:nvSpPr>
        <p:spPr>
          <a:xfrm>
            <a:off x="312767" y="306934"/>
            <a:ext cx="127321" cy="12732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3D178FD-9424-01EA-EE32-39CF9FA4D281}"/>
              </a:ext>
            </a:extLst>
          </p:cNvPr>
          <p:cNvSpPr/>
          <p:nvPr/>
        </p:nvSpPr>
        <p:spPr>
          <a:xfrm>
            <a:off x="475063" y="306934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040366E-197B-0949-61A1-59ED62438077}"/>
              </a:ext>
            </a:extLst>
          </p:cNvPr>
          <p:cNvSpPr/>
          <p:nvPr/>
        </p:nvSpPr>
        <p:spPr>
          <a:xfrm>
            <a:off x="150471" y="463398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18E3A4C-7298-D68D-8808-D828F8F562C5}"/>
              </a:ext>
            </a:extLst>
          </p:cNvPr>
          <p:cNvSpPr/>
          <p:nvPr/>
        </p:nvSpPr>
        <p:spPr>
          <a:xfrm>
            <a:off x="312767" y="463398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46879D0-9C0E-6944-E939-5784E774A052}"/>
              </a:ext>
            </a:extLst>
          </p:cNvPr>
          <p:cNvSpPr/>
          <p:nvPr/>
        </p:nvSpPr>
        <p:spPr>
          <a:xfrm>
            <a:off x="475063" y="463398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A95C0613-BE8E-FFE0-FD8C-E99BC0C2161D}"/>
              </a:ext>
            </a:extLst>
          </p:cNvPr>
          <p:cNvSpPr/>
          <p:nvPr/>
        </p:nvSpPr>
        <p:spPr>
          <a:xfrm flipH="1" flipV="1">
            <a:off x="11914207" y="6616305"/>
            <a:ext cx="127321" cy="12732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D76F4BD-4952-6643-B706-675AA2728E0D}"/>
              </a:ext>
            </a:extLst>
          </p:cNvPr>
          <p:cNvSpPr/>
          <p:nvPr/>
        </p:nvSpPr>
        <p:spPr>
          <a:xfrm flipH="1" flipV="1">
            <a:off x="11751911" y="6616305"/>
            <a:ext cx="127321" cy="12732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8FDE7035-261E-F1F9-5FF4-C43FFA32577B}"/>
              </a:ext>
            </a:extLst>
          </p:cNvPr>
          <p:cNvSpPr/>
          <p:nvPr/>
        </p:nvSpPr>
        <p:spPr>
          <a:xfrm flipH="1" flipV="1">
            <a:off x="11589615" y="6616305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735CADD5-DFD4-9330-55B7-C4E1845F11DB}"/>
              </a:ext>
            </a:extLst>
          </p:cNvPr>
          <p:cNvSpPr/>
          <p:nvPr/>
        </p:nvSpPr>
        <p:spPr>
          <a:xfrm flipH="1" flipV="1">
            <a:off x="11914207" y="6459841"/>
            <a:ext cx="127321" cy="127321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740DE84-8CC6-7548-5E0E-122ACE7C3080}"/>
              </a:ext>
            </a:extLst>
          </p:cNvPr>
          <p:cNvSpPr/>
          <p:nvPr/>
        </p:nvSpPr>
        <p:spPr>
          <a:xfrm flipH="1" flipV="1">
            <a:off x="11751911" y="6459841"/>
            <a:ext cx="127321" cy="127321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D5E18D8C-35EF-CD9D-B88E-116A340ABF4E}"/>
              </a:ext>
            </a:extLst>
          </p:cNvPr>
          <p:cNvSpPr/>
          <p:nvPr/>
        </p:nvSpPr>
        <p:spPr>
          <a:xfrm flipH="1" flipV="1">
            <a:off x="11589615" y="6459841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7896C01-0FC4-508B-DD4B-CB3470720B01}"/>
              </a:ext>
            </a:extLst>
          </p:cNvPr>
          <p:cNvSpPr/>
          <p:nvPr/>
        </p:nvSpPr>
        <p:spPr>
          <a:xfrm flipH="1" flipV="1">
            <a:off x="11914207" y="6303377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1D83AAA-6D01-6AE8-08DC-19B106DC8597}"/>
              </a:ext>
            </a:extLst>
          </p:cNvPr>
          <p:cNvSpPr/>
          <p:nvPr/>
        </p:nvSpPr>
        <p:spPr>
          <a:xfrm flipH="1" flipV="1">
            <a:off x="11751911" y="6303377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532C114-35D6-2AE3-C729-A79CD01587A8}"/>
              </a:ext>
            </a:extLst>
          </p:cNvPr>
          <p:cNvSpPr/>
          <p:nvPr/>
        </p:nvSpPr>
        <p:spPr>
          <a:xfrm flipH="1" flipV="1">
            <a:off x="11589615" y="6303377"/>
            <a:ext cx="127321" cy="127321"/>
          </a:xfrm>
          <a:prstGeom prst="rect">
            <a:avLst/>
          </a:prstGeom>
          <a:solidFill>
            <a:schemeClr val="accen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5D7C896-42F0-7C89-C76E-049B2B352976}"/>
              </a:ext>
            </a:extLst>
          </p:cNvPr>
          <p:cNvGrpSpPr/>
          <p:nvPr/>
        </p:nvGrpSpPr>
        <p:grpSpPr>
          <a:xfrm>
            <a:off x="1596623" y="5537460"/>
            <a:ext cx="184489" cy="229500"/>
            <a:chOff x="1596623" y="5537460"/>
            <a:chExt cx="184489" cy="229500"/>
          </a:xfrm>
        </p:grpSpPr>
        <p:sp>
          <p:nvSpPr>
            <p:cNvPr id="78" name="任意形状 77">
              <a:extLst>
                <a:ext uri="{FF2B5EF4-FFF2-40B4-BE49-F238E27FC236}">
                  <a16:creationId xmlns:a16="http://schemas.microsoft.com/office/drawing/2014/main" id="{4825BBDF-47C1-3C4F-49A4-432AEAED593B}"/>
                </a:ext>
              </a:extLst>
            </p:cNvPr>
            <p:cNvSpPr/>
            <p:nvPr/>
          </p:nvSpPr>
          <p:spPr>
            <a:xfrm>
              <a:off x="1596623" y="5663256"/>
              <a:ext cx="184489" cy="103704"/>
            </a:xfrm>
            <a:custGeom>
              <a:avLst/>
              <a:gdLst>
                <a:gd name="connsiteX0" fmla="*/ 1075134 w 1140396"/>
                <a:gd name="connsiteY0" fmla="*/ 161925 h 641032"/>
                <a:gd name="connsiteX1" fmla="*/ 841772 w 1140396"/>
                <a:gd name="connsiteY1" fmla="*/ 0 h 641032"/>
                <a:gd name="connsiteX2" fmla="*/ 636984 w 1140396"/>
                <a:gd name="connsiteY2" fmla="*/ 119301 h 641032"/>
                <a:gd name="connsiteX3" fmla="*/ 637223 w 1140396"/>
                <a:gd name="connsiteY3" fmla="*/ 119539 h 641032"/>
                <a:gd name="connsiteX4" fmla="*/ 604123 w 1140396"/>
                <a:gd name="connsiteY4" fmla="*/ 152638 h 641032"/>
                <a:gd name="connsiteX5" fmla="*/ 636984 w 1140396"/>
                <a:gd name="connsiteY5" fmla="*/ 252889 h 641032"/>
                <a:gd name="connsiteX6" fmla="*/ 570548 w 1140396"/>
                <a:gd name="connsiteY6" fmla="*/ 604361 h 641032"/>
                <a:gd name="connsiteX7" fmla="*/ 504111 w 1140396"/>
                <a:gd name="connsiteY7" fmla="*/ 252889 h 641032"/>
                <a:gd name="connsiteX8" fmla="*/ 536972 w 1140396"/>
                <a:gd name="connsiteY8" fmla="*/ 152638 h 641032"/>
                <a:gd name="connsiteX9" fmla="*/ 503873 w 1140396"/>
                <a:gd name="connsiteY9" fmla="*/ 119539 h 641032"/>
                <a:gd name="connsiteX10" fmla="*/ 504111 w 1140396"/>
                <a:gd name="connsiteY10" fmla="*/ 119301 h 641032"/>
                <a:gd name="connsiteX11" fmla="*/ 299323 w 1140396"/>
                <a:gd name="connsiteY11" fmla="*/ 0 h 641032"/>
                <a:gd name="connsiteX12" fmla="*/ 65723 w 1140396"/>
                <a:gd name="connsiteY12" fmla="*/ 162401 h 641032"/>
                <a:gd name="connsiteX13" fmla="*/ 0 w 1140396"/>
                <a:gd name="connsiteY13" fmla="*/ 326708 h 641032"/>
                <a:gd name="connsiteX14" fmla="*/ 0 w 1140396"/>
                <a:gd name="connsiteY14" fmla="*/ 527209 h 641032"/>
                <a:gd name="connsiteX15" fmla="*/ 113824 w 1140396"/>
                <a:gd name="connsiteY15" fmla="*/ 641033 h 641032"/>
                <a:gd name="connsiteX16" fmla="*/ 1026557 w 1140396"/>
                <a:gd name="connsiteY16" fmla="*/ 641033 h 641032"/>
                <a:gd name="connsiteX17" fmla="*/ 1140381 w 1140396"/>
                <a:gd name="connsiteY17" fmla="*/ 527209 h 641032"/>
                <a:gd name="connsiteX18" fmla="*/ 1140381 w 1140396"/>
                <a:gd name="connsiteY18" fmla="*/ 326469 h 641032"/>
                <a:gd name="connsiteX19" fmla="*/ 1075134 w 1140396"/>
                <a:gd name="connsiteY19" fmla="*/ 161925 h 64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40396" h="641032">
                  <a:moveTo>
                    <a:pt x="1075134" y="161925"/>
                  </a:moveTo>
                  <a:cubicBezTo>
                    <a:pt x="1009311" y="92475"/>
                    <a:pt x="929868" y="37351"/>
                    <a:pt x="841772" y="0"/>
                  </a:cubicBezTo>
                  <a:cubicBezTo>
                    <a:pt x="789227" y="62094"/>
                    <a:pt x="716917" y="104219"/>
                    <a:pt x="636984" y="119301"/>
                  </a:cubicBezTo>
                  <a:lnTo>
                    <a:pt x="637223" y="119539"/>
                  </a:lnTo>
                  <a:lnTo>
                    <a:pt x="604123" y="152638"/>
                  </a:lnTo>
                  <a:lnTo>
                    <a:pt x="636984" y="252889"/>
                  </a:lnTo>
                  <a:lnTo>
                    <a:pt x="570548" y="604361"/>
                  </a:lnTo>
                  <a:lnTo>
                    <a:pt x="504111" y="252889"/>
                  </a:lnTo>
                  <a:lnTo>
                    <a:pt x="536972" y="152638"/>
                  </a:lnTo>
                  <a:lnTo>
                    <a:pt x="503873" y="119539"/>
                  </a:lnTo>
                  <a:lnTo>
                    <a:pt x="504111" y="119301"/>
                  </a:lnTo>
                  <a:cubicBezTo>
                    <a:pt x="422672" y="103822"/>
                    <a:pt x="350996" y="60960"/>
                    <a:pt x="299323" y="0"/>
                  </a:cubicBezTo>
                  <a:cubicBezTo>
                    <a:pt x="211117" y="37494"/>
                    <a:pt x="131593" y="92779"/>
                    <a:pt x="65723" y="162401"/>
                  </a:cubicBezTo>
                  <a:cubicBezTo>
                    <a:pt x="23543" y="206708"/>
                    <a:pt x="12" y="265534"/>
                    <a:pt x="0" y="326708"/>
                  </a:cubicBezTo>
                  <a:lnTo>
                    <a:pt x="0" y="527209"/>
                  </a:lnTo>
                  <a:cubicBezTo>
                    <a:pt x="0" y="590072"/>
                    <a:pt x="50961" y="641033"/>
                    <a:pt x="113824" y="641033"/>
                  </a:cubicBezTo>
                  <a:lnTo>
                    <a:pt x="1026557" y="641033"/>
                  </a:lnTo>
                  <a:cubicBezTo>
                    <a:pt x="1089420" y="641033"/>
                    <a:pt x="1140381" y="590072"/>
                    <a:pt x="1140381" y="527209"/>
                  </a:cubicBezTo>
                  <a:lnTo>
                    <a:pt x="1140381" y="326469"/>
                  </a:lnTo>
                  <a:cubicBezTo>
                    <a:pt x="1141095" y="265033"/>
                    <a:pt x="1117283" y="206216"/>
                    <a:pt x="1075134" y="161925"/>
                  </a:cubicBez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形状 78">
              <a:extLst>
                <a:ext uri="{FF2B5EF4-FFF2-40B4-BE49-F238E27FC236}">
                  <a16:creationId xmlns:a16="http://schemas.microsoft.com/office/drawing/2014/main" id="{679FA55A-04E8-7A5F-70AF-7AB8F0D19522}"/>
                </a:ext>
              </a:extLst>
            </p:cNvPr>
            <p:cNvSpPr/>
            <p:nvPr/>
          </p:nvSpPr>
          <p:spPr>
            <a:xfrm>
              <a:off x="1604925" y="5537460"/>
              <a:ext cx="168104" cy="132345"/>
            </a:xfrm>
            <a:custGeom>
              <a:avLst/>
              <a:gdLst>
                <a:gd name="connsiteX0" fmla="*/ 18931 w 1039117"/>
                <a:gd name="connsiteY0" fmla="*/ 245386 h 818076"/>
                <a:gd name="connsiteX1" fmla="*/ 185380 w 1039117"/>
                <a:gd name="connsiteY1" fmla="*/ 313014 h 818076"/>
                <a:gd name="connsiteX2" fmla="*/ 185380 w 1039117"/>
                <a:gd name="connsiteY2" fmla="*/ 400406 h 818076"/>
                <a:gd name="connsiteX3" fmla="*/ 244912 w 1039117"/>
                <a:gd name="connsiteY3" fmla="*/ 497561 h 818076"/>
                <a:gd name="connsiteX4" fmla="*/ 250627 w 1039117"/>
                <a:gd name="connsiteY4" fmla="*/ 500418 h 818076"/>
                <a:gd name="connsiteX5" fmla="*/ 250627 w 1039117"/>
                <a:gd name="connsiteY5" fmla="*/ 549234 h 818076"/>
                <a:gd name="connsiteX6" fmla="*/ 519470 w 1039117"/>
                <a:gd name="connsiteY6" fmla="*/ 818077 h 818076"/>
                <a:gd name="connsiteX7" fmla="*/ 788313 w 1039117"/>
                <a:gd name="connsiteY7" fmla="*/ 549234 h 818076"/>
                <a:gd name="connsiteX8" fmla="*/ 788313 w 1039117"/>
                <a:gd name="connsiteY8" fmla="*/ 500418 h 818076"/>
                <a:gd name="connsiteX9" fmla="*/ 794028 w 1039117"/>
                <a:gd name="connsiteY9" fmla="*/ 497561 h 818076"/>
                <a:gd name="connsiteX10" fmla="*/ 853559 w 1039117"/>
                <a:gd name="connsiteY10" fmla="*/ 400406 h 818076"/>
                <a:gd name="connsiteX11" fmla="*/ 853559 w 1039117"/>
                <a:gd name="connsiteY11" fmla="*/ 313014 h 818076"/>
                <a:gd name="connsiteX12" fmla="*/ 1020009 w 1039117"/>
                <a:gd name="connsiteY12" fmla="*/ 245386 h 818076"/>
                <a:gd name="connsiteX13" fmla="*/ 1020009 w 1039117"/>
                <a:gd name="connsiteY13" fmla="*/ 188713 h 818076"/>
                <a:gd name="connsiteX14" fmla="*/ 590907 w 1039117"/>
                <a:gd name="connsiteY14" fmla="*/ 13929 h 818076"/>
                <a:gd name="connsiteX15" fmla="*/ 448270 w 1039117"/>
                <a:gd name="connsiteY15" fmla="*/ 13929 h 818076"/>
                <a:gd name="connsiteX16" fmla="*/ 18931 w 1039117"/>
                <a:gd name="connsiteY16" fmla="*/ 188713 h 818076"/>
                <a:gd name="connsiteX17" fmla="*/ 18931 w 1039117"/>
                <a:gd name="connsiteY17" fmla="*/ 245386 h 818076"/>
                <a:gd name="connsiteX18" fmla="*/ 789980 w 1039117"/>
                <a:gd name="connsiteY18" fmla="*/ 400406 h 818076"/>
                <a:gd name="connsiteX19" fmla="*/ 765215 w 1039117"/>
                <a:gd name="connsiteY19" fmla="*/ 440887 h 818076"/>
                <a:gd name="connsiteX20" fmla="*/ 519470 w 1039117"/>
                <a:gd name="connsiteY20" fmla="*/ 505419 h 818076"/>
                <a:gd name="connsiteX21" fmla="*/ 273725 w 1039117"/>
                <a:gd name="connsiteY21" fmla="*/ 440887 h 818076"/>
                <a:gd name="connsiteX22" fmla="*/ 248960 w 1039117"/>
                <a:gd name="connsiteY22" fmla="*/ 400644 h 818076"/>
                <a:gd name="connsiteX23" fmla="*/ 248960 w 1039117"/>
                <a:gd name="connsiteY23" fmla="*/ 339208 h 818076"/>
                <a:gd name="connsiteX24" fmla="*/ 448032 w 1039117"/>
                <a:gd name="connsiteY24" fmla="*/ 420408 h 818076"/>
                <a:gd name="connsiteX25" fmla="*/ 590669 w 1039117"/>
                <a:gd name="connsiteY25" fmla="*/ 420408 h 818076"/>
                <a:gd name="connsiteX26" fmla="*/ 789742 w 1039117"/>
                <a:gd name="connsiteY26" fmla="*/ 339208 h 818076"/>
                <a:gd name="connsiteX27" fmla="*/ 789742 w 1039117"/>
                <a:gd name="connsiteY27" fmla="*/ 400406 h 818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39117" h="818076">
                  <a:moveTo>
                    <a:pt x="18931" y="245386"/>
                  </a:moveTo>
                  <a:lnTo>
                    <a:pt x="185380" y="313014"/>
                  </a:lnTo>
                  <a:lnTo>
                    <a:pt x="185380" y="400406"/>
                  </a:lnTo>
                  <a:cubicBezTo>
                    <a:pt x="185380" y="441601"/>
                    <a:pt x="208240" y="478987"/>
                    <a:pt x="244912" y="497561"/>
                  </a:cubicBezTo>
                  <a:cubicBezTo>
                    <a:pt x="246578" y="498513"/>
                    <a:pt x="248960" y="499466"/>
                    <a:pt x="250627" y="500418"/>
                  </a:cubicBezTo>
                  <a:lnTo>
                    <a:pt x="250627" y="549234"/>
                  </a:lnTo>
                  <a:cubicBezTo>
                    <a:pt x="250627" y="697586"/>
                    <a:pt x="370880" y="818077"/>
                    <a:pt x="519470" y="818077"/>
                  </a:cubicBezTo>
                  <a:cubicBezTo>
                    <a:pt x="668060" y="818077"/>
                    <a:pt x="788313" y="697824"/>
                    <a:pt x="788313" y="549234"/>
                  </a:cubicBezTo>
                  <a:lnTo>
                    <a:pt x="788313" y="500418"/>
                  </a:lnTo>
                  <a:cubicBezTo>
                    <a:pt x="790218" y="499466"/>
                    <a:pt x="792361" y="498513"/>
                    <a:pt x="794028" y="497561"/>
                  </a:cubicBezTo>
                  <a:cubicBezTo>
                    <a:pt x="830699" y="478987"/>
                    <a:pt x="853559" y="441601"/>
                    <a:pt x="853559" y="400406"/>
                  </a:cubicBezTo>
                  <a:lnTo>
                    <a:pt x="853559" y="313014"/>
                  </a:lnTo>
                  <a:lnTo>
                    <a:pt x="1020009" y="245386"/>
                  </a:lnTo>
                  <a:cubicBezTo>
                    <a:pt x="1045488" y="235147"/>
                    <a:pt x="1045488" y="199190"/>
                    <a:pt x="1020009" y="188713"/>
                  </a:cubicBezTo>
                  <a:lnTo>
                    <a:pt x="590907" y="13929"/>
                  </a:lnTo>
                  <a:cubicBezTo>
                    <a:pt x="545175" y="-4643"/>
                    <a:pt x="494002" y="-4643"/>
                    <a:pt x="448270" y="13929"/>
                  </a:cubicBezTo>
                  <a:lnTo>
                    <a:pt x="18931" y="188713"/>
                  </a:lnTo>
                  <a:cubicBezTo>
                    <a:pt x="-6310" y="199190"/>
                    <a:pt x="-6310" y="235147"/>
                    <a:pt x="18931" y="245386"/>
                  </a:cubicBezTo>
                  <a:close/>
                  <a:moveTo>
                    <a:pt x="789980" y="400406"/>
                  </a:moveTo>
                  <a:cubicBezTo>
                    <a:pt x="789980" y="417551"/>
                    <a:pt x="780455" y="433029"/>
                    <a:pt x="765215" y="440887"/>
                  </a:cubicBezTo>
                  <a:cubicBezTo>
                    <a:pt x="718066" y="464938"/>
                    <a:pt x="623292" y="505419"/>
                    <a:pt x="519470" y="505419"/>
                  </a:cubicBezTo>
                  <a:cubicBezTo>
                    <a:pt x="415647" y="505419"/>
                    <a:pt x="321112" y="464938"/>
                    <a:pt x="273725" y="440887"/>
                  </a:cubicBezTo>
                  <a:cubicBezTo>
                    <a:pt x="258485" y="433267"/>
                    <a:pt x="248960" y="417551"/>
                    <a:pt x="248960" y="400644"/>
                  </a:cubicBezTo>
                  <a:lnTo>
                    <a:pt x="248960" y="339208"/>
                  </a:lnTo>
                  <a:lnTo>
                    <a:pt x="448032" y="420408"/>
                  </a:lnTo>
                  <a:cubicBezTo>
                    <a:pt x="493752" y="438982"/>
                    <a:pt x="544949" y="438982"/>
                    <a:pt x="590669" y="420408"/>
                  </a:cubicBezTo>
                  <a:lnTo>
                    <a:pt x="789742" y="339208"/>
                  </a:lnTo>
                  <a:lnTo>
                    <a:pt x="789742" y="400406"/>
                  </a:lnTo>
                  <a:close/>
                </a:path>
              </a:pathLst>
            </a:custGeom>
            <a:solidFill>
              <a:schemeClr val="accent1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23CE11C6-0C5B-7360-E7CE-EAEDE545DEAA}"/>
              </a:ext>
            </a:extLst>
          </p:cNvPr>
          <p:cNvSpPr txBox="1"/>
          <p:nvPr/>
        </p:nvSpPr>
        <p:spPr>
          <a:xfrm>
            <a:off x="1781112" y="5467544"/>
            <a:ext cx="2308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</a:rPr>
              <a:t>面试学生：陈飞扬</a:t>
            </a:r>
          </a:p>
        </p:txBody>
      </p:sp>
      <p:sp>
        <p:nvSpPr>
          <p:cNvPr id="84" name="图形 82">
            <a:extLst>
              <a:ext uri="{FF2B5EF4-FFF2-40B4-BE49-F238E27FC236}">
                <a16:creationId xmlns:a16="http://schemas.microsoft.com/office/drawing/2014/main" id="{66C29188-DFE3-C726-4963-1135DD111ED9}"/>
              </a:ext>
            </a:extLst>
          </p:cNvPr>
          <p:cNvSpPr/>
          <p:nvPr/>
        </p:nvSpPr>
        <p:spPr>
          <a:xfrm>
            <a:off x="4435166" y="5526511"/>
            <a:ext cx="241068" cy="251399"/>
          </a:xfrm>
          <a:custGeom>
            <a:avLst/>
            <a:gdLst>
              <a:gd name="connsiteX0" fmla="*/ 213405 w 1562695"/>
              <a:gd name="connsiteY0" fmla="*/ 1338809 h 1629667"/>
              <a:gd name="connsiteX1" fmla="*/ 111316 w 1562695"/>
              <a:gd name="connsiteY1" fmla="*/ 1428633 h 1629667"/>
              <a:gd name="connsiteX2" fmla="*/ 211688 w 1562695"/>
              <a:gd name="connsiteY2" fmla="*/ 1518445 h 1629667"/>
              <a:gd name="connsiteX3" fmla="*/ 213405 w 1562695"/>
              <a:gd name="connsiteY3" fmla="*/ 1518456 h 1629667"/>
              <a:gd name="connsiteX4" fmla="*/ 1507037 w 1562695"/>
              <a:gd name="connsiteY4" fmla="*/ 1518456 h 1629667"/>
              <a:gd name="connsiteX5" fmla="*/ 1562695 w 1562695"/>
              <a:gd name="connsiteY5" fmla="*/ 1574062 h 1629667"/>
              <a:gd name="connsiteX6" fmla="*/ 1508351 w 1562695"/>
              <a:gd name="connsiteY6" fmla="*/ 1629653 h 1629667"/>
              <a:gd name="connsiteX7" fmla="*/ 1507037 w 1562695"/>
              <a:gd name="connsiteY7" fmla="*/ 1629668 h 1629667"/>
              <a:gd name="connsiteX8" fmla="*/ 213405 w 1562695"/>
              <a:gd name="connsiteY8" fmla="*/ 1629668 h 1629667"/>
              <a:gd name="connsiteX9" fmla="*/ 0 w 1562695"/>
              <a:gd name="connsiteY9" fmla="*/ 1428633 h 1629667"/>
              <a:gd name="connsiteX10" fmla="*/ 49264 w 1562695"/>
              <a:gd name="connsiteY10" fmla="*/ 1300070 h 1629667"/>
              <a:gd name="connsiteX11" fmla="*/ 0 w 1562695"/>
              <a:gd name="connsiteY11" fmla="*/ 1189100 h 1629667"/>
              <a:gd name="connsiteX12" fmla="*/ 0 w 1562695"/>
              <a:gd name="connsiteY12" fmla="*/ 149706 h 1629667"/>
              <a:gd name="connsiteX13" fmla="*/ 149848 w 1562695"/>
              <a:gd name="connsiteY13" fmla="*/ 0 h 1629667"/>
              <a:gd name="connsiteX14" fmla="*/ 372478 w 1562695"/>
              <a:gd name="connsiteY14" fmla="*/ 0 h 1629667"/>
              <a:gd name="connsiteX15" fmla="*/ 372478 w 1562695"/>
              <a:gd name="connsiteY15" fmla="*/ 524601 h 1629667"/>
              <a:gd name="connsiteX16" fmla="*/ 372493 w 1562695"/>
              <a:gd name="connsiteY16" fmla="*/ 525795 h 1629667"/>
              <a:gd name="connsiteX17" fmla="*/ 372534 w 1562695"/>
              <a:gd name="connsiteY17" fmla="*/ 526967 h 1629667"/>
              <a:gd name="connsiteX18" fmla="*/ 449132 w 1562695"/>
              <a:gd name="connsiteY18" fmla="*/ 560100 h 1629667"/>
              <a:gd name="connsiteX19" fmla="*/ 450021 w 1562695"/>
              <a:gd name="connsiteY19" fmla="*/ 559333 h 1629667"/>
              <a:gd name="connsiteX20" fmla="*/ 571561 w 1562695"/>
              <a:gd name="connsiteY20" fmla="*/ 452294 h 1629667"/>
              <a:gd name="connsiteX21" fmla="*/ 693102 w 1562695"/>
              <a:gd name="connsiteY21" fmla="*/ 559333 h 1629667"/>
              <a:gd name="connsiteX22" fmla="*/ 694010 w 1562695"/>
              <a:gd name="connsiteY22" fmla="*/ 560115 h 1629667"/>
              <a:gd name="connsiteX23" fmla="*/ 770630 w 1562695"/>
              <a:gd name="connsiteY23" fmla="*/ 525784 h 1629667"/>
              <a:gd name="connsiteX24" fmla="*/ 770645 w 1562695"/>
              <a:gd name="connsiteY24" fmla="*/ 524602 h 1629667"/>
              <a:gd name="connsiteX25" fmla="*/ 770643 w 1562695"/>
              <a:gd name="connsiteY25" fmla="*/ 0 h 1629667"/>
              <a:gd name="connsiteX26" fmla="*/ 1357190 w 1562695"/>
              <a:gd name="connsiteY26" fmla="*/ 0 h 1629667"/>
              <a:gd name="connsiteX27" fmla="*/ 1507037 w 1562695"/>
              <a:gd name="connsiteY27" fmla="*/ 149706 h 1629667"/>
              <a:gd name="connsiteX28" fmla="*/ 1507037 w 1562695"/>
              <a:gd name="connsiteY28" fmla="*/ 1189103 h 1629667"/>
              <a:gd name="connsiteX29" fmla="*/ 1357190 w 1562695"/>
              <a:gd name="connsiteY29" fmla="*/ 1338809 h 1629667"/>
              <a:gd name="connsiteX30" fmla="*/ 213405 w 1562695"/>
              <a:gd name="connsiteY30" fmla="*/ 1338809 h 1629667"/>
              <a:gd name="connsiteX31" fmla="*/ 719268 w 1562695"/>
              <a:gd name="connsiteY31" fmla="*/ 0 h 1629667"/>
              <a:gd name="connsiteX32" fmla="*/ 719268 w 1562695"/>
              <a:gd name="connsiteY32" fmla="*/ 513282 h 1629667"/>
              <a:gd name="connsiteX33" fmla="*/ 614709 w 1562695"/>
              <a:gd name="connsiteY33" fmla="*/ 413528 h 1629667"/>
              <a:gd name="connsiteX34" fmla="*/ 613401 w 1562695"/>
              <a:gd name="connsiteY34" fmla="*/ 412312 h 1629667"/>
              <a:gd name="connsiteX35" fmla="*/ 612658 w 1562695"/>
              <a:gd name="connsiteY35" fmla="*/ 411651 h 1629667"/>
              <a:gd name="connsiteX36" fmla="*/ 529136 w 1562695"/>
              <a:gd name="connsiteY36" fmla="*/ 412849 h 1629667"/>
              <a:gd name="connsiteX37" fmla="*/ 528414 w 1562695"/>
              <a:gd name="connsiteY37" fmla="*/ 413528 h 1629667"/>
              <a:gd name="connsiteX38" fmla="*/ 423855 w 1562695"/>
              <a:gd name="connsiteY38" fmla="*/ 513277 h 1629667"/>
              <a:gd name="connsiteX39" fmla="*/ 423855 w 1562695"/>
              <a:gd name="connsiteY39" fmla="*/ 0 h 1629667"/>
              <a:gd name="connsiteX40" fmla="*/ 719268 w 1562695"/>
              <a:gd name="connsiteY40" fmla="*/ 0 h 162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62695" h="1629667">
                <a:moveTo>
                  <a:pt x="213405" y="1338809"/>
                </a:moveTo>
                <a:cubicBezTo>
                  <a:pt x="156069" y="1338809"/>
                  <a:pt x="111316" y="1380067"/>
                  <a:pt x="111316" y="1428633"/>
                </a:cubicBezTo>
                <a:cubicBezTo>
                  <a:pt x="111316" y="1476714"/>
                  <a:pt x="155178" y="1517632"/>
                  <a:pt x="211688" y="1518445"/>
                </a:cubicBezTo>
                <a:lnTo>
                  <a:pt x="213405" y="1518456"/>
                </a:lnTo>
                <a:lnTo>
                  <a:pt x="1507037" y="1518456"/>
                </a:lnTo>
                <a:cubicBezTo>
                  <a:pt x="1537776" y="1518456"/>
                  <a:pt x="1562695" y="1543353"/>
                  <a:pt x="1562695" y="1574062"/>
                </a:cubicBezTo>
                <a:cubicBezTo>
                  <a:pt x="1562695" y="1604334"/>
                  <a:pt x="1538483" y="1628956"/>
                  <a:pt x="1508351" y="1629653"/>
                </a:cubicBezTo>
                <a:lnTo>
                  <a:pt x="1507037" y="1629668"/>
                </a:lnTo>
                <a:lnTo>
                  <a:pt x="213405" y="1629668"/>
                </a:lnTo>
                <a:cubicBezTo>
                  <a:pt x="96500" y="1629668"/>
                  <a:pt x="0" y="1540704"/>
                  <a:pt x="0" y="1428633"/>
                </a:cubicBezTo>
                <a:cubicBezTo>
                  <a:pt x="0" y="1379482"/>
                  <a:pt x="18561" y="1334776"/>
                  <a:pt x="49264" y="1300070"/>
                </a:cubicBezTo>
                <a:cubicBezTo>
                  <a:pt x="19007" y="1272685"/>
                  <a:pt x="0" y="1233110"/>
                  <a:pt x="0" y="1189100"/>
                </a:cubicBezTo>
                <a:lnTo>
                  <a:pt x="0" y="149706"/>
                </a:lnTo>
                <a:cubicBezTo>
                  <a:pt x="0" y="67028"/>
                  <a:pt x="67090" y="0"/>
                  <a:pt x="149848" y="0"/>
                </a:cubicBezTo>
                <a:lnTo>
                  <a:pt x="372478" y="0"/>
                </a:lnTo>
                <a:lnTo>
                  <a:pt x="372478" y="524601"/>
                </a:lnTo>
                <a:lnTo>
                  <a:pt x="372493" y="525795"/>
                </a:lnTo>
                <a:lnTo>
                  <a:pt x="372534" y="526967"/>
                </a:lnTo>
                <a:cubicBezTo>
                  <a:pt x="374342" y="565026"/>
                  <a:pt x="419608" y="584909"/>
                  <a:pt x="449132" y="560100"/>
                </a:cubicBezTo>
                <a:lnTo>
                  <a:pt x="450021" y="559333"/>
                </a:lnTo>
                <a:lnTo>
                  <a:pt x="571561" y="452294"/>
                </a:lnTo>
                <a:lnTo>
                  <a:pt x="693102" y="559333"/>
                </a:lnTo>
                <a:lnTo>
                  <a:pt x="694010" y="560115"/>
                </a:lnTo>
                <a:cubicBezTo>
                  <a:pt x="723837" y="585155"/>
                  <a:pt x="769715" y="564604"/>
                  <a:pt x="770630" y="525784"/>
                </a:cubicBezTo>
                <a:lnTo>
                  <a:pt x="770645" y="524602"/>
                </a:lnTo>
                <a:lnTo>
                  <a:pt x="770643" y="0"/>
                </a:lnTo>
                <a:lnTo>
                  <a:pt x="1357190" y="0"/>
                </a:lnTo>
                <a:cubicBezTo>
                  <a:pt x="1439949" y="0"/>
                  <a:pt x="1507037" y="67027"/>
                  <a:pt x="1507037" y="149706"/>
                </a:cubicBezTo>
                <a:lnTo>
                  <a:pt x="1507037" y="1189103"/>
                </a:lnTo>
                <a:cubicBezTo>
                  <a:pt x="1507037" y="1271783"/>
                  <a:pt x="1439949" y="1338809"/>
                  <a:pt x="1357190" y="1338809"/>
                </a:cubicBezTo>
                <a:lnTo>
                  <a:pt x="213405" y="1338809"/>
                </a:lnTo>
                <a:close/>
                <a:moveTo>
                  <a:pt x="719268" y="0"/>
                </a:moveTo>
                <a:lnTo>
                  <a:pt x="719268" y="513282"/>
                </a:lnTo>
                <a:lnTo>
                  <a:pt x="614709" y="413528"/>
                </a:lnTo>
                <a:lnTo>
                  <a:pt x="613401" y="412312"/>
                </a:lnTo>
                <a:lnTo>
                  <a:pt x="612658" y="411651"/>
                </a:lnTo>
                <a:cubicBezTo>
                  <a:pt x="588306" y="390261"/>
                  <a:pt x="553084" y="390661"/>
                  <a:pt x="529136" y="412849"/>
                </a:cubicBezTo>
                <a:lnTo>
                  <a:pt x="528414" y="413528"/>
                </a:lnTo>
                <a:lnTo>
                  <a:pt x="423855" y="513277"/>
                </a:lnTo>
                <a:lnTo>
                  <a:pt x="423855" y="0"/>
                </a:lnTo>
                <a:lnTo>
                  <a:pt x="719268" y="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95777F78-7075-BB51-4B88-DCF0F90CCBAF}"/>
              </a:ext>
            </a:extLst>
          </p:cNvPr>
          <p:cNvSpPr txBox="1"/>
          <p:nvPr/>
        </p:nvSpPr>
        <p:spPr>
          <a:xfrm>
            <a:off x="4676234" y="5467544"/>
            <a:ext cx="266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  <a:latin typeface="+mn-ea"/>
              </a:rPr>
              <a:t>申请专业：计算机科学与技术</a:t>
            </a:r>
            <a:endParaRPr kumimoji="1" lang="zh-CN" altLang="en-US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" name="图形 29" descr="时间">
            <a:extLst>
              <a:ext uri="{FF2B5EF4-FFF2-40B4-BE49-F238E27FC236}">
                <a16:creationId xmlns:a16="http://schemas.microsoft.com/office/drawing/2014/main" id="{3A09A0C3-8736-F7C6-3B43-486D57914082}"/>
              </a:ext>
            </a:extLst>
          </p:cNvPr>
          <p:cNvSpPr/>
          <p:nvPr/>
        </p:nvSpPr>
        <p:spPr>
          <a:xfrm>
            <a:off x="7783758" y="5524207"/>
            <a:ext cx="256006" cy="256006"/>
          </a:xfrm>
          <a:custGeom>
            <a:avLst/>
            <a:gdLst>
              <a:gd name="connsiteX0" fmla="*/ 204825 w 256006"/>
              <a:gd name="connsiteY0" fmla="*/ 139813 h 256006"/>
              <a:gd name="connsiteX1" fmla="*/ 127213 w 256006"/>
              <a:gd name="connsiteY1" fmla="*/ 139813 h 256006"/>
              <a:gd name="connsiteX2" fmla="*/ 115313 w 256006"/>
              <a:gd name="connsiteY2" fmla="*/ 127923 h 256006"/>
              <a:gd name="connsiteX3" fmla="*/ 115313 w 256006"/>
              <a:gd name="connsiteY3" fmla="*/ 50301 h 256006"/>
              <a:gd name="connsiteX4" fmla="*/ 127203 w 256006"/>
              <a:gd name="connsiteY4" fmla="*/ 38411 h 256006"/>
              <a:gd name="connsiteX5" fmla="*/ 139093 w 256006"/>
              <a:gd name="connsiteY5" fmla="*/ 50301 h 256006"/>
              <a:gd name="connsiteX6" fmla="*/ 139093 w 256006"/>
              <a:gd name="connsiteY6" fmla="*/ 116003 h 256006"/>
              <a:gd name="connsiteX7" fmla="*/ 204825 w 256006"/>
              <a:gd name="connsiteY7" fmla="*/ 116003 h 256006"/>
              <a:gd name="connsiteX8" fmla="*/ 216715 w 256006"/>
              <a:gd name="connsiteY8" fmla="*/ 127893 h 256006"/>
              <a:gd name="connsiteX9" fmla="*/ 204825 w 256006"/>
              <a:gd name="connsiteY9" fmla="*/ 139783 h 256006"/>
              <a:gd name="connsiteX10" fmla="*/ 204825 w 256006"/>
              <a:gd name="connsiteY10" fmla="*/ 139813 h 256006"/>
              <a:gd name="connsiteX11" fmla="*/ 128003 w 256006"/>
              <a:gd name="connsiteY11" fmla="*/ 0 h 256006"/>
              <a:gd name="connsiteX12" fmla="*/ 0 w 256006"/>
              <a:gd name="connsiteY12" fmla="*/ 128003 h 256006"/>
              <a:gd name="connsiteX13" fmla="*/ 128003 w 256006"/>
              <a:gd name="connsiteY13" fmla="*/ 256006 h 256006"/>
              <a:gd name="connsiteX14" fmla="*/ 256006 w 256006"/>
              <a:gd name="connsiteY14" fmla="*/ 128003 h 256006"/>
              <a:gd name="connsiteX15" fmla="*/ 128003 w 256006"/>
              <a:gd name="connsiteY15" fmla="*/ 0 h 256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6006" h="256006">
                <a:moveTo>
                  <a:pt x="204825" y="139813"/>
                </a:moveTo>
                <a:lnTo>
                  <a:pt x="127213" y="139813"/>
                </a:lnTo>
                <a:cubicBezTo>
                  <a:pt x="120642" y="139819"/>
                  <a:pt x="115313" y="134494"/>
                  <a:pt x="115313" y="127923"/>
                </a:cubicBezTo>
                <a:lnTo>
                  <a:pt x="115313" y="50301"/>
                </a:lnTo>
                <a:cubicBezTo>
                  <a:pt x="115313" y="43734"/>
                  <a:pt x="120636" y="38411"/>
                  <a:pt x="127203" y="38411"/>
                </a:cubicBezTo>
                <a:cubicBezTo>
                  <a:pt x="133770" y="38411"/>
                  <a:pt x="139093" y="43734"/>
                  <a:pt x="139093" y="50301"/>
                </a:cubicBezTo>
                <a:lnTo>
                  <a:pt x="139093" y="116003"/>
                </a:lnTo>
                <a:lnTo>
                  <a:pt x="204825" y="116003"/>
                </a:lnTo>
                <a:cubicBezTo>
                  <a:pt x="211392" y="116003"/>
                  <a:pt x="216715" y="121326"/>
                  <a:pt x="216715" y="127893"/>
                </a:cubicBezTo>
                <a:cubicBezTo>
                  <a:pt x="216715" y="134460"/>
                  <a:pt x="211392" y="139783"/>
                  <a:pt x="204825" y="139783"/>
                </a:cubicBezTo>
                <a:lnTo>
                  <a:pt x="204825" y="139813"/>
                </a:lnTo>
                <a:moveTo>
                  <a:pt x="128003" y="0"/>
                </a:moveTo>
                <a:cubicBezTo>
                  <a:pt x="57309" y="0"/>
                  <a:pt x="0" y="57309"/>
                  <a:pt x="0" y="128003"/>
                </a:cubicBezTo>
                <a:cubicBezTo>
                  <a:pt x="0" y="198697"/>
                  <a:pt x="57309" y="256006"/>
                  <a:pt x="128003" y="256006"/>
                </a:cubicBezTo>
                <a:cubicBezTo>
                  <a:pt x="198697" y="256006"/>
                  <a:pt x="256006" y="198697"/>
                  <a:pt x="256006" y="128003"/>
                </a:cubicBezTo>
                <a:cubicBezTo>
                  <a:pt x="256006" y="57309"/>
                  <a:pt x="198697" y="0"/>
                  <a:pt x="128003" y="0"/>
                </a:cubicBezTo>
              </a:path>
            </a:pathLst>
          </a:custGeom>
          <a:solidFill>
            <a:schemeClr val="accent1"/>
          </a:solidFill>
          <a:ln w="96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4989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8CE9727-B5BA-9D2C-E536-FF5FA9F3D1AA}"/>
              </a:ext>
            </a:extLst>
          </p:cNvPr>
          <p:cNvSpPr/>
          <p:nvPr/>
        </p:nvSpPr>
        <p:spPr>
          <a:xfrm>
            <a:off x="-1" y="0"/>
            <a:ext cx="36861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78B379-CB95-F6EB-DE7F-D4A1975F678E}"/>
              </a:ext>
            </a:extLst>
          </p:cNvPr>
          <p:cNvSpPr txBox="1"/>
          <p:nvPr/>
        </p:nvSpPr>
        <p:spPr>
          <a:xfrm>
            <a:off x="772697" y="2327496"/>
            <a:ext cx="20059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AEBDB6B-F385-3CA1-9AB0-9BED6436A89C}"/>
              </a:ext>
            </a:extLst>
          </p:cNvPr>
          <p:cNvSpPr txBox="1"/>
          <p:nvPr/>
        </p:nvSpPr>
        <p:spPr>
          <a:xfrm>
            <a:off x="852706" y="3444724"/>
            <a:ext cx="1845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CA947C56-4E42-93FF-A197-27B19FDB44D1}"/>
              </a:ext>
            </a:extLst>
          </p:cNvPr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33265" y="268652"/>
            <a:ext cx="2208214" cy="948597"/>
          </a:xfrm>
          <a:prstGeom prst="rect">
            <a:avLst/>
          </a:prstGeom>
        </p:spPr>
      </p:pic>
      <p:grpSp>
        <p:nvGrpSpPr>
          <p:cNvPr id="51" name="组合 50">
            <a:extLst>
              <a:ext uri="{FF2B5EF4-FFF2-40B4-BE49-F238E27FC236}">
                <a16:creationId xmlns:a16="http://schemas.microsoft.com/office/drawing/2014/main" id="{DF62AE7F-1A1A-C30A-9E0A-2006D6444355}"/>
              </a:ext>
            </a:extLst>
          </p:cNvPr>
          <p:cNvGrpSpPr/>
          <p:nvPr/>
        </p:nvGrpSpPr>
        <p:grpSpPr>
          <a:xfrm>
            <a:off x="5611126" y="1524000"/>
            <a:ext cx="4475853" cy="830997"/>
            <a:chOff x="4739585" y="1495425"/>
            <a:chExt cx="4475853" cy="830997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2D7717B6-9E81-01F1-C51C-0F0B71660001}"/>
                </a:ext>
              </a:extLst>
            </p:cNvPr>
            <p:cNvGrpSpPr/>
            <p:nvPr/>
          </p:nvGrpSpPr>
          <p:grpSpPr>
            <a:xfrm>
              <a:off x="4739585" y="1546072"/>
              <a:ext cx="844620" cy="729703"/>
              <a:chOff x="8164352" y="1700064"/>
              <a:chExt cx="844620" cy="729703"/>
            </a:xfrm>
          </p:grpSpPr>
          <p:sp>
            <p:nvSpPr>
              <p:cNvPr id="3" name="圆角矩形 2">
                <a:extLst>
                  <a:ext uri="{FF2B5EF4-FFF2-40B4-BE49-F238E27FC236}">
                    <a16:creationId xmlns:a16="http://schemas.microsoft.com/office/drawing/2014/main" id="{AD8F9D02-87B0-E243-3AC1-DEF10EF5BC47}"/>
                  </a:ext>
                </a:extLst>
              </p:cNvPr>
              <p:cNvSpPr/>
              <p:nvPr/>
            </p:nvSpPr>
            <p:spPr>
              <a:xfrm>
                <a:off x="8273668" y="1700064"/>
                <a:ext cx="735304" cy="729703"/>
              </a:xfrm>
              <a:prstGeom prst="roundRect">
                <a:avLst>
                  <a:gd name="adj" fmla="val 14347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9466CC88-8D28-45AA-C641-C5B769245F03}"/>
                  </a:ext>
                </a:extLst>
              </p:cNvPr>
              <p:cNvSpPr/>
              <p:nvPr/>
            </p:nvSpPr>
            <p:spPr>
              <a:xfrm>
                <a:off x="8164352" y="1860215"/>
                <a:ext cx="218632" cy="40940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8FD832BA-F3EA-4F25-5AF8-BF7ED255C86D}"/>
                </a:ext>
              </a:extLst>
            </p:cNvPr>
            <p:cNvSpPr txBox="1"/>
            <p:nvPr/>
          </p:nvSpPr>
          <p:spPr>
            <a:xfrm>
              <a:off x="4868377" y="1649313"/>
              <a:ext cx="735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b="1" dirty="0">
                  <a:solidFill>
                    <a:schemeClr val="bg1"/>
                  </a:solidFill>
                </a:rPr>
                <a:t>01</a:t>
              </a:r>
              <a:endParaRPr kumimoji="1" lang="zh-CN" altLang="en-US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F372A95-3F26-6B78-E4C7-13437816AD27}"/>
                </a:ext>
              </a:extLst>
            </p:cNvPr>
            <p:cNvSpPr txBox="1"/>
            <p:nvPr/>
          </p:nvSpPr>
          <p:spPr>
            <a:xfrm>
              <a:off x="5770856" y="1495425"/>
              <a:ext cx="344458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3200" b="1" dirty="0">
                  <a:solidFill>
                    <a:schemeClr val="accent1"/>
                  </a:solidFill>
                  <a:latin typeface="+mn-ea"/>
                </a:rPr>
                <a:t>个人介绍</a:t>
              </a:r>
              <a:endParaRPr kumimoji="1" lang="en-US" altLang="zh-CN" sz="3200" b="1" dirty="0">
                <a:solidFill>
                  <a:schemeClr val="accent1"/>
                </a:solidFill>
                <a:latin typeface="+mn-ea"/>
              </a:endParaRPr>
            </a:p>
            <a:p>
              <a:r>
                <a:rPr kumimoji="1" lang="en" altLang="zh-CN" sz="16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Self-introduction</a:t>
              </a:r>
            </a:p>
          </p:txBody>
        </p: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A8523CC2-36DC-69CC-6EED-7C5165D331A5}"/>
              </a:ext>
            </a:extLst>
          </p:cNvPr>
          <p:cNvGrpSpPr/>
          <p:nvPr/>
        </p:nvGrpSpPr>
        <p:grpSpPr>
          <a:xfrm>
            <a:off x="5611126" y="2657668"/>
            <a:ext cx="4475851" cy="830997"/>
            <a:chOff x="4739585" y="2589966"/>
            <a:chExt cx="4475851" cy="830997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BE0A7DB1-C5F2-52CB-92A6-CC197123F6FE}"/>
                </a:ext>
              </a:extLst>
            </p:cNvPr>
            <p:cNvGrpSpPr/>
            <p:nvPr/>
          </p:nvGrpSpPr>
          <p:grpSpPr>
            <a:xfrm>
              <a:off x="4739585" y="2640613"/>
              <a:ext cx="844620" cy="729703"/>
              <a:chOff x="8164352" y="1700064"/>
              <a:chExt cx="844620" cy="729703"/>
            </a:xfrm>
          </p:grpSpPr>
          <p:sp>
            <p:nvSpPr>
              <p:cNvPr id="17" name="圆角矩形 16">
                <a:extLst>
                  <a:ext uri="{FF2B5EF4-FFF2-40B4-BE49-F238E27FC236}">
                    <a16:creationId xmlns:a16="http://schemas.microsoft.com/office/drawing/2014/main" id="{E0221E72-E65C-62F0-C37E-8FA19F282822}"/>
                  </a:ext>
                </a:extLst>
              </p:cNvPr>
              <p:cNvSpPr/>
              <p:nvPr/>
            </p:nvSpPr>
            <p:spPr>
              <a:xfrm>
                <a:off x="8273668" y="1700064"/>
                <a:ext cx="735304" cy="729703"/>
              </a:xfrm>
              <a:prstGeom prst="roundRect">
                <a:avLst>
                  <a:gd name="adj" fmla="val 14347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13E6CE0A-D94A-DE38-718A-E1CFD95B1173}"/>
                  </a:ext>
                </a:extLst>
              </p:cNvPr>
              <p:cNvSpPr/>
              <p:nvPr/>
            </p:nvSpPr>
            <p:spPr>
              <a:xfrm>
                <a:off x="8164352" y="1860215"/>
                <a:ext cx="218632" cy="40940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F489BFD-9A6E-9941-EB7F-426600C76DAC}"/>
                </a:ext>
              </a:extLst>
            </p:cNvPr>
            <p:cNvSpPr txBox="1"/>
            <p:nvPr/>
          </p:nvSpPr>
          <p:spPr>
            <a:xfrm>
              <a:off x="4868377" y="2743854"/>
              <a:ext cx="735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b="1" dirty="0">
                  <a:solidFill>
                    <a:schemeClr val="bg1"/>
                  </a:solidFill>
                </a:rPr>
                <a:t>02</a:t>
              </a:r>
              <a:endParaRPr kumimoji="1" lang="zh-CN" altLang="en-US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6CA7259-FD6E-3977-F8B0-DD429234BDE2}"/>
                </a:ext>
              </a:extLst>
            </p:cNvPr>
            <p:cNvSpPr txBox="1"/>
            <p:nvPr/>
          </p:nvSpPr>
          <p:spPr>
            <a:xfrm>
              <a:off x="5770855" y="2589966"/>
              <a:ext cx="344458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3200" b="1" dirty="0">
                  <a:solidFill>
                    <a:schemeClr val="accent1"/>
                  </a:solidFill>
                  <a:latin typeface="+mn-ea"/>
                </a:rPr>
                <a:t>科研经历</a:t>
              </a:r>
              <a:endParaRPr kumimoji="1" lang="en-US" altLang="zh-CN" sz="3200" b="1" dirty="0">
                <a:solidFill>
                  <a:schemeClr val="accent1"/>
                </a:solidFill>
                <a:latin typeface="+mn-ea"/>
              </a:endParaRPr>
            </a:p>
            <a:p>
              <a:r>
                <a:rPr kumimoji="1" lang="en" altLang="zh-CN" sz="16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Research Experience</a:t>
              </a: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0B1BE7A3-ACC5-A22D-CDDF-6FF18C682251}"/>
              </a:ext>
            </a:extLst>
          </p:cNvPr>
          <p:cNvGrpSpPr/>
          <p:nvPr/>
        </p:nvGrpSpPr>
        <p:grpSpPr>
          <a:xfrm>
            <a:off x="5611126" y="3791336"/>
            <a:ext cx="4475851" cy="830997"/>
            <a:chOff x="4739585" y="3785801"/>
            <a:chExt cx="4475851" cy="830997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A939157E-E2A8-B73D-B497-9C6FF3CD1DCC}"/>
                </a:ext>
              </a:extLst>
            </p:cNvPr>
            <p:cNvGrpSpPr/>
            <p:nvPr/>
          </p:nvGrpSpPr>
          <p:grpSpPr>
            <a:xfrm>
              <a:off x="4739585" y="3836448"/>
              <a:ext cx="844620" cy="729703"/>
              <a:chOff x="8164352" y="1700064"/>
              <a:chExt cx="844620" cy="729703"/>
            </a:xfrm>
          </p:grpSpPr>
          <p:sp>
            <p:nvSpPr>
              <p:cNvPr id="42" name="圆角矩形 41">
                <a:extLst>
                  <a:ext uri="{FF2B5EF4-FFF2-40B4-BE49-F238E27FC236}">
                    <a16:creationId xmlns:a16="http://schemas.microsoft.com/office/drawing/2014/main" id="{D62021AD-5488-A4B7-DE8E-F395B7EE042D}"/>
                  </a:ext>
                </a:extLst>
              </p:cNvPr>
              <p:cNvSpPr/>
              <p:nvPr/>
            </p:nvSpPr>
            <p:spPr>
              <a:xfrm>
                <a:off x="8273668" y="1700064"/>
                <a:ext cx="735304" cy="729703"/>
              </a:xfrm>
              <a:prstGeom prst="roundRect">
                <a:avLst>
                  <a:gd name="adj" fmla="val 14347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FEF6FD88-96B3-5183-1A3E-1352611CF5CB}"/>
                  </a:ext>
                </a:extLst>
              </p:cNvPr>
              <p:cNvSpPr/>
              <p:nvPr/>
            </p:nvSpPr>
            <p:spPr>
              <a:xfrm>
                <a:off x="8164352" y="1860215"/>
                <a:ext cx="218632" cy="40940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ACA5786A-25C3-7649-BC07-15E75348F0DD}"/>
                </a:ext>
              </a:extLst>
            </p:cNvPr>
            <p:cNvSpPr txBox="1"/>
            <p:nvPr/>
          </p:nvSpPr>
          <p:spPr>
            <a:xfrm>
              <a:off x="4868377" y="3939689"/>
              <a:ext cx="735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b="1" dirty="0">
                  <a:solidFill>
                    <a:schemeClr val="bg1"/>
                  </a:solidFill>
                </a:rPr>
                <a:t>03</a:t>
              </a:r>
              <a:endParaRPr kumimoji="1" lang="zh-CN" altLang="en-US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80348B45-5EE8-A4A8-C106-7794A7B26E65}"/>
                </a:ext>
              </a:extLst>
            </p:cNvPr>
            <p:cNvSpPr txBox="1"/>
            <p:nvPr/>
          </p:nvSpPr>
          <p:spPr>
            <a:xfrm>
              <a:off x="5770856" y="3785801"/>
              <a:ext cx="34445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3200" b="1" dirty="0">
                  <a:solidFill>
                    <a:schemeClr val="accent1"/>
                  </a:solidFill>
                  <a:latin typeface="+mn-ea"/>
                </a:rPr>
                <a:t>实践经历</a:t>
              </a:r>
              <a:endParaRPr kumimoji="1" lang="en-US" altLang="zh-CN" sz="3200" b="1" dirty="0">
                <a:solidFill>
                  <a:schemeClr val="accent1"/>
                </a:solidFill>
                <a:latin typeface="+mn-ea"/>
              </a:endParaRPr>
            </a:p>
            <a:p>
              <a:r>
                <a:rPr kumimoji="1" lang="en-US" altLang="zh-CN" sz="16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Practical Experience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663D226E-F834-EB2F-B4FC-7744DC26F5B5}"/>
              </a:ext>
            </a:extLst>
          </p:cNvPr>
          <p:cNvGrpSpPr/>
          <p:nvPr/>
        </p:nvGrpSpPr>
        <p:grpSpPr>
          <a:xfrm>
            <a:off x="5611126" y="4925004"/>
            <a:ext cx="4475851" cy="830997"/>
            <a:chOff x="4739585" y="4896429"/>
            <a:chExt cx="4475851" cy="830997"/>
          </a:xfrm>
        </p:grpSpPr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0CA17558-FA18-983F-458F-F295240C43FC}"/>
                </a:ext>
              </a:extLst>
            </p:cNvPr>
            <p:cNvGrpSpPr/>
            <p:nvPr/>
          </p:nvGrpSpPr>
          <p:grpSpPr>
            <a:xfrm>
              <a:off x="4739585" y="4947076"/>
              <a:ext cx="844620" cy="729703"/>
              <a:chOff x="8164352" y="1700064"/>
              <a:chExt cx="844620" cy="729703"/>
            </a:xfrm>
          </p:grpSpPr>
          <p:sp>
            <p:nvSpPr>
              <p:cNvPr id="47" name="圆角矩形 46">
                <a:extLst>
                  <a:ext uri="{FF2B5EF4-FFF2-40B4-BE49-F238E27FC236}">
                    <a16:creationId xmlns:a16="http://schemas.microsoft.com/office/drawing/2014/main" id="{2A25136A-D203-171E-BC6D-106B6FF3DBED}"/>
                  </a:ext>
                </a:extLst>
              </p:cNvPr>
              <p:cNvSpPr/>
              <p:nvPr/>
            </p:nvSpPr>
            <p:spPr>
              <a:xfrm>
                <a:off x="8273668" y="1700064"/>
                <a:ext cx="735304" cy="729703"/>
              </a:xfrm>
              <a:prstGeom prst="roundRect">
                <a:avLst>
                  <a:gd name="adj" fmla="val 14347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E075AFDD-1BC1-B75B-BB0B-C1E9ACC614DC}"/>
                  </a:ext>
                </a:extLst>
              </p:cNvPr>
              <p:cNvSpPr/>
              <p:nvPr/>
            </p:nvSpPr>
            <p:spPr>
              <a:xfrm>
                <a:off x="8164352" y="1860215"/>
                <a:ext cx="218632" cy="409401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22CB46D2-11AA-3447-F333-332145FE05B1}"/>
                </a:ext>
              </a:extLst>
            </p:cNvPr>
            <p:cNvSpPr txBox="1"/>
            <p:nvPr/>
          </p:nvSpPr>
          <p:spPr>
            <a:xfrm>
              <a:off x="4868377" y="5050317"/>
              <a:ext cx="7353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b="1" dirty="0">
                  <a:solidFill>
                    <a:schemeClr val="bg1"/>
                  </a:solidFill>
                </a:rPr>
                <a:t>04</a:t>
              </a:r>
              <a:endParaRPr kumimoji="1" lang="zh-CN" altLang="en-US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7352EDC0-8897-0FEE-7FF3-EC676204A73E}"/>
                </a:ext>
              </a:extLst>
            </p:cNvPr>
            <p:cNvSpPr txBox="1"/>
            <p:nvPr/>
          </p:nvSpPr>
          <p:spPr>
            <a:xfrm>
              <a:off x="5770856" y="4896429"/>
              <a:ext cx="344458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sz="3200" b="1" dirty="0">
                  <a:solidFill>
                    <a:schemeClr val="accent1"/>
                  </a:solidFill>
                  <a:latin typeface="+mn-ea"/>
                </a:rPr>
                <a:t>读研规划</a:t>
              </a:r>
              <a:endParaRPr kumimoji="1" lang="en-US" altLang="zh-CN" sz="3200" b="1" dirty="0">
                <a:solidFill>
                  <a:schemeClr val="accent1"/>
                </a:solidFill>
                <a:latin typeface="+mn-ea"/>
              </a:endParaRPr>
            </a:p>
            <a:p>
              <a:r>
                <a:rPr kumimoji="1" lang="en-US" altLang="zh-CN" sz="16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Graduate Study Plan</a:t>
              </a:r>
            </a:p>
          </p:txBody>
        </p: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4596546-F87A-5613-B1AA-D006C9F5559F}"/>
              </a:ext>
            </a:extLst>
          </p:cNvPr>
          <p:cNvGrpSpPr/>
          <p:nvPr/>
        </p:nvGrpSpPr>
        <p:grpSpPr>
          <a:xfrm flipH="1" flipV="1">
            <a:off x="11589615" y="6303377"/>
            <a:ext cx="451913" cy="440249"/>
            <a:chOff x="150471" y="92597"/>
            <a:chExt cx="451913" cy="440249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B8117795-96CD-593C-BCE4-2C36E7C06A71}"/>
                </a:ext>
              </a:extLst>
            </p:cNvPr>
            <p:cNvSpPr/>
            <p:nvPr/>
          </p:nvSpPr>
          <p:spPr>
            <a:xfrm>
              <a:off x="150471" y="92597"/>
              <a:ext cx="127321" cy="1273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6729D86-B803-34AB-E7B8-124416CEDD71}"/>
                </a:ext>
              </a:extLst>
            </p:cNvPr>
            <p:cNvSpPr/>
            <p:nvPr/>
          </p:nvSpPr>
          <p:spPr>
            <a:xfrm>
              <a:off x="312767" y="92597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06D9547E-32C5-6961-0877-66E4C0C5DABC}"/>
                </a:ext>
              </a:extLst>
            </p:cNvPr>
            <p:cNvSpPr/>
            <p:nvPr/>
          </p:nvSpPr>
          <p:spPr>
            <a:xfrm>
              <a:off x="475063" y="92597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2F7F3FAC-8133-5F4A-FCEB-1853AF58EB32}"/>
                </a:ext>
              </a:extLst>
            </p:cNvPr>
            <p:cNvSpPr/>
            <p:nvPr/>
          </p:nvSpPr>
          <p:spPr>
            <a:xfrm>
              <a:off x="150471" y="249061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76D17DBE-091A-F31C-77B3-B4136A6FC07D}"/>
                </a:ext>
              </a:extLst>
            </p:cNvPr>
            <p:cNvSpPr/>
            <p:nvPr/>
          </p:nvSpPr>
          <p:spPr>
            <a:xfrm>
              <a:off x="312767" y="249061"/>
              <a:ext cx="127321" cy="127321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1D235039-6B87-9642-7C7E-70C77B970160}"/>
                </a:ext>
              </a:extLst>
            </p:cNvPr>
            <p:cNvSpPr/>
            <p:nvPr/>
          </p:nvSpPr>
          <p:spPr>
            <a:xfrm>
              <a:off x="475063" y="249061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EBD87AF8-5E49-FD43-2B55-B1FE6FCDB78A}"/>
                </a:ext>
              </a:extLst>
            </p:cNvPr>
            <p:cNvSpPr/>
            <p:nvPr/>
          </p:nvSpPr>
          <p:spPr>
            <a:xfrm>
              <a:off x="150471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E794EFCA-8092-B2A0-FA7D-501BB81C370D}"/>
                </a:ext>
              </a:extLst>
            </p:cNvPr>
            <p:cNvSpPr/>
            <p:nvPr/>
          </p:nvSpPr>
          <p:spPr>
            <a:xfrm>
              <a:off x="312767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2BC4FB05-4A04-8906-B8DF-4DF45D9B1543}"/>
                </a:ext>
              </a:extLst>
            </p:cNvPr>
            <p:cNvSpPr/>
            <p:nvPr/>
          </p:nvSpPr>
          <p:spPr>
            <a:xfrm>
              <a:off x="475063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0" name="菱形 9">
            <a:extLst>
              <a:ext uri="{FF2B5EF4-FFF2-40B4-BE49-F238E27FC236}">
                <a16:creationId xmlns:a16="http://schemas.microsoft.com/office/drawing/2014/main" id="{5F5DABAC-F267-EE73-14A8-E48EB1DCB1AA}"/>
              </a:ext>
            </a:extLst>
          </p:cNvPr>
          <p:cNvSpPr/>
          <p:nvPr/>
        </p:nvSpPr>
        <p:spPr>
          <a:xfrm>
            <a:off x="0" y="1372664"/>
            <a:ext cx="3686175" cy="3401004"/>
          </a:xfrm>
          <a:prstGeom prst="diamond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9221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367F7-DD57-EC4E-233B-7E4A4D7F2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761B01A1-DC48-02DF-6295-F84D30D69200}"/>
              </a:ext>
            </a:extLst>
          </p:cNvPr>
          <p:cNvSpPr txBox="1"/>
          <p:nvPr/>
        </p:nvSpPr>
        <p:spPr>
          <a:xfrm>
            <a:off x="5590154" y="1683692"/>
            <a:ext cx="49472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200" b="1" dirty="0">
                <a:solidFill>
                  <a:schemeClr val="accent1"/>
                </a:solidFill>
                <a:latin typeface="+mn-ea"/>
              </a:rPr>
              <a:t>个人介绍</a:t>
            </a:r>
            <a:endParaRPr kumimoji="1" lang="en-US" altLang="zh-CN" sz="7200" b="1" dirty="0">
              <a:solidFill>
                <a:schemeClr val="accent1"/>
              </a:solidFill>
              <a:latin typeface="+mn-ea"/>
            </a:endParaRPr>
          </a:p>
          <a:p>
            <a:r>
              <a:rPr kumimoji="1" lang="en" altLang="zh-CN" sz="3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Self-introduction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77CA62D-7F90-896E-A751-D3C7979A7D04}"/>
              </a:ext>
            </a:extLst>
          </p:cNvPr>
          <p:cNvGrpSpPr/>
          <p:nvPr/>
        </p:nvGrpSpPr>
        <p:grpSpPr>
          <a:xfrm flipH="1" flipV="1">
            <a:off x="11589615" y="6303377"/>
            <a:ext cx="451913" cy="440249"/>
            <a:chOff x="150471" y="92597"/>
            <a:chExt cx="451913" cy="440249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6E460893-A696-D14C-9B06-5BE92270A6ED}"/>
                </a:ext>
              </a:extLst>
            </p:cNvPr>
            <p:cNvSpPr/>
            <p:nvPr/>
          </p:nvSpPr>
          <p:spPr>
            <a:xfrm>
              <a:off x="150471" y="92597"/>
              <a:ext cx="127321" cy="1273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F0C8B26B-C96C-54F1-164F-6A5D4573B68E}"/>
                </a:ext>
              </a:extLst>
            </p:cNvPr>
            <p:cNvSpPr/>
            <p:nvPr/>
          </p:nvSpPr>
          <p:spPr>
            <a:xfrm>
              <a:off x="312767" y="92597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556206E2-BFA2-1C9F-FAE8-8E09BDE56FFD}"/>
                </a:ext>
              </a:extLst>
            </p:cNvPr>
            <p:cNvSpPr/>
            <p:nvPr/>
          </p:nvSpPr>
          <p:spPr>
            <a:xfrm>
              <a:off x="475063" y="92597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34FFEB7C-AFA4-24AE-41C3-59A288AA3C03}"/>
                </a:ext>
              </a:extLst>
            </p:cNvPr>
            <p:cNvSpPr/>
            <p:nvPr/>
          </p:nvSpPr>
          <p:spPr>
            <a:xfrm>
              <a:off x="150471" y="249061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A74ECF1E-DF4F-621E-63B6-17277A66C302}"/>
                </a:ext>
              </a:extLst>
            </p:cNvPr>
            <p:cNvSpPr/>
            <p:nvPr/>
          </p:nvSpPr>
          <p:spPr>
            <a:xfrm>
              <a:off x="312767" y="249061"/>
              <a:ext cx="127321" cy="127321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BEB5633D-62C6-6716-171E-FF428E95C106}"/>
                </a:ext>
              </a:extLst>
            </p:cNvPr>
            <p:cNvSpPr/>
            <p:nvPr/>
          </p:nvSpPr>
          <p:spPr>
            <a:xfrm>
              <a:off x="475063" y="249061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A99D1800-C0B8-0C7D-8EEA-1774A5E1BD87}"/>
                </a:ext>
              </a:extLst>
            </p:cNvPr>
            <p:cNvSpPr/>
            <p:nvPr/>
          </p:nvSpPr>
          <p:spPr>
            <a:xfrm>
              <a:off x="150471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5A33FD6E-4202-A0B1-FEC6-E4752A39F5BE}"/>
                </a:ext>
              </a:extLst>
            </p:cNvPr>
            <p:cNvSpPr/>
            <p:nvPr/>
          </p:nvSpPr>
          <p:spPr>
            <a:xfrm>
              <a:off x="312767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64A25E8C-E0B6-A620-93F9-86513BF6D6C2}"/>
                </a:ext>
              </a:extLst>
            </p:cNvPr>
            <p:cNvSpPr/>
            <p:nvPr/>
          </p:nvSpPr>
          <p:spPr>
            <a:xfrm>
              <a:off x="475063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4" name="任意形状 23">
            <a:extLst>
              <a:ext uri="{FF2B5EF4-FFF2-40B4-BE49-F238E27FC236}">
                <a16:creationId xmlns:a16="http://schemas.microsoft.com/office/drawing/2014/main" id="{6A9E3483-BD42-20EC-4F69-345D261BA3E6}"/>
              </a:ext>
            </a:extLst>
          </p:cNvPr>
          <p:cNvSpPr/>
          <p:nvPr/>
        </p:nvSpPr>
        <p:spPr>
          <a:xfrm>
            <a:off x="834154" y="9018"/>
            <a:ext cx="3955739" cy="6858000"/>
          </a:xfrm>
          <a:custGeom>
            <a:avLst/>
            <a:gdLst>
              <a:gd name="connsiteX0" fmla="*/ 0 w 3955739"/>
              <a:gd name="connsiteY0" fmla="*/ 0 h 6858000"/>
              <a:gd name="connsiteX1" fmla="*/ 2137745 w 3955739"/>
              <a:gd name="connsiteY1" fmla="*/ 0 h 6858000"/>
              <a:gd name="connsiteX2" fmla="*/ 2291807 w 3955739"/>
              <a:gd name="connsiteY2" fmla="*/ 109556 h 6858000"/>
              <a:gd name="connsiteX3" fmla="*/ 3955739 w 3955739"/>
              <a:gd name="connsiteY3" fmla="*/ 3429000 h 6858000"/>
              <a:gd name="connsiteX4" fmla="*/ 2291807 w 3955739"/>
              <a:gd name="connsiteY4" fmla="*/ 6748444 h 6858000"/>
              <a:gd name="connsiteX5" fmla="*/ 2137745 w 3955739"/>
              <a:gd name="connsiteY5" fmla="*/ 6858000 h 6858000"/>
              <a:gd name="connsiteX6" fmla="*/ 0 w 3955739"/>
              <a:gd name="connsiteY6" fmla="*/ 6858000 h 6858000"/>
              <a:gd name="connsiteX7" fmla="*/ 0 w 395573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5739" h="6858000">
                <a:moveTo>
                  <a:pt x="0" y="0"/>
                </a:moveTo>
                <a:lnTo>
                  <a:pt x="2137745" y="0"/>
                </a:lnTo>
                <a:lnTo>
                  <a:pt x="2291807" y="109556"/>
                </a:lnTo>
                <a:cubicBezTo>
                  <a:pt x="3301916" y="864971"/>
                  <a:pt x="3955739" y="2070631"/>
                  <a:pt x="3955739" y="3429000"/>
                </a:cubicBezTo>
                <a:cubicBezTo>
                  <a:pt x="3955739" y="4787369"/>
                  <a:pt x="3301916" y="5993029"/>
                  <a:pt x="2291807" y="6748444"/>
                </a:cubicBezTo>
                <a:lnTo>
                  <a:pt x="213774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50000">
                <a:schemeClr val="accent1">
                  <a:lumMod val="20000"/>
                  <a:lumOff val="80000"/>
                  <a:alpha val="2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5" name="任意形状 14">
            <a:extLst>
              <a:ext uri="{FF2B5EF4-FFF2-40B4-BE49-F238E27FC236}">
                <a16:creationId xmlns:a16="http://schemas.microsoft.com/office/drawing/2014/main" id="{E3CD3334-2841-E8B1-C21B-658109DF62D5}"/>
              </a:ext>
            </a:extLst>
          </p:cNvPr>
          <p:cNvSpPr/>
          <p:nvPr/>
        </p:nvSpPr>
        <p:spPr>
          <a:xfrm>
            <a:off x="12922" y="0"/>
            <a:ext cx="3955739" cy="6858000"/>
          </a:xfrm>
          <a:custGeom>
            <a:avLst/>
            <a:gdLst>
              <a:gd name="connsiteX0" fmla="*/ 0 w 3955739"/>
              <a:gd name="connsiteY0" fmla="*/ 0 h 6858000"/>
              <a:gd name="connsiteX1" fmla="*/ 2137745 w 3955739"/>
              <a:gd name="connsiteY1" fmla="*/ 0 h 6858000"/>
              <a:gd name="connsiteX2" fmla="*/ 2291807 w 3955739"/>
              <a:gd name="connsiteY2" fmla="*/ 109556 h 6858000"/>
              <a:gd name="connsiteX3" fmla="*/ 3955739 w 3955739"/>
              <a:gd name="connsiteY3" fmla="*/ 3429000 h 6858000"/>
              <a:gd name="connsiteX4" fmla="*/ 2291807 w 3955739"/>
              <a:gd name="connsiteY4" fmla="*/ 6748444 h 6858000"/>
              <a:gd name="connsiteX5" fmla="*/ 2137745 w 3955739"/>
              <a:gd name="connsiteY5" fmla="*/ 6858000 h 6858000"/>
              <a:gd name="connsiteX6" fmla="*/ 0 w 3955739"/>
              <a:gd name="connsiteY6" fmla="*/ 6858000 h 6858000"/>
              <a:gd name="connsiteX7" fmla="*/ 0 w 395573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5739" h="6858000">
                <a:moveTo>
                  <a:pt x="0" y="0"/>
                </a:moveTo>
                <a:lnTo>
                  <a:pt x="2137745" y="0"/>
                </a:lnTo>
                <a:lnTo>
                  <a:pt x="2291807" y="109556"/>
                </a:lnTo>
                <a:cubicBezTo>
                  <a:pt x="3301916" y="864971"/>
                  <a:pt x="3955739" y="2070631"/>
                  <a:pt x="3955739" y="3429000"/>
                </a:cubicBezTo>
                <a:cubicBezTo>
                  <a:pt x="3955739" y="4787369"/>
                  <a:pt x="3301916" y="5993029"/>
                  <a:pt x="2291807" y="6748444"/>
                </a:cubicBezTo>
                <a:lnTo>
                  <a:pt x="213774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50000">
                <a:schemeClr val="accent1">
                  <a:alpha val="95000"/>
                </a:schemeClr>
              </a:gs>
              <a:gs pos="99000">
                <a:schemeClr val="accent1">
                  <a:alpha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5D3D3AFB-64FD-FBCC-5BA3-F1073135D881}"/>
              </a:ext>
            </a:extLst>
          </p:cNvPr>
          <p:cNvGrpSpPr/>
          <p:nvPr/>
        </p:nvGrpSpPr>
        <p:grpSpPr>
          <a:xfrm>
            <a:off x="755548" y="2185691"/>
            <a:ext cx="2470485" cy="2486619"/>
            <a:chOff x="755548" y="2304350"/>
            <a:chExt cx="2470485" cy="2486619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DE937C9-D1E5-E7F0-0FB5-A1ABC923DCE0}"/>
                </a:ext>
              </a:extLst>
            </p:cNvPr>
            <p:cNvSpPr txBox="1"/>
            <p:nvPr/>
          </p:nvSpPr>
          <p:spPr>
            <a:xfrm>
              <a:off x="755548" y="2304350"/>
              <a:ext cx="2470485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3800" b="1" dirty="0">
                  <a:solidFill>
                    <a:schemeClr val="bg1"/>
                  </a:solidFill>
                </a:rPr>
                <a:t>01</a:t>
              </a:r>
              <a:endParaRPr kumimoji="1" lang="zh-CN" altLang="en-US" sz="138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6D15AC7-E93F-4C9E-7CDD-8530CC8D7272}"/>
                </a:ext>
              </a:extLst>
            </p:cNvPr>
            <p:cNvSpPr txBox="1"/>
            <p:nvPr/>
          </p:nvSpPr>
          <p:spPr>
            <a:xfrm>
              <a:off x="891888" y="4267749"/>
              <a:ext cx="21978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  <a:latin typeface="+mn-ea"/>
                </a:rPr>
                <a:t>PART</a:t>
              </a:r>
              <a:r>
                <a:rPr kumimoji="1" lang="zh-CN" altLang="en-US" sz="280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kumimoji="1" lang="en-US" altLang="zh-CN" sz="2800" dirty="0">
                  <a:solidFill>
                    <a:schemeClr val="bg1"/>
                  </a:solidFill>
                  <a:latin typeface="+mn-ea"/>
                </a:rPr>
                <a:t>ONE</a:t>
              </a:r>
              <a:endParaRPr kumimoji="1"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B8F06A17-6261-3D72-8065-40012A780F4D}"/>
              </a:ext>
            </a:extLst>
          </p:cNvPr>
          <p:cNvCxnSpPr/>
          <p:nvPr/>
        </p:nvCxnSpPr>
        <p:spPr>
          <a:xfrm>
            <a:off x="5834743" y="3773714"/>
            <a:ext cx="575487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7B176CD-3762-6F47-C138-F8806AA4266A}"/>
              </a:ext>
            </a:extLst>
          </p:cNvPr>
          <p:cNvSpPr txBox="1"/>
          <p:nvPr/>
        </p:nvSpPr>
        <p:spPr>
          <a:xfrm>
            <a:off x="7431315" y="4149090"/>
            <a:ext cx="3106057" cy="1308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latin typeface="+mn-ea"/>
              </a:rPr>
              <a:t>个人信息</a:t>
            </a:r>
            <a:endParaRPr kumimoji="1" lang="en-US" altLang="zh-CN" sz="28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latin typeface="+mn-ea"/>
              </a:rPr>
              <a:t>荣誉奖项</a:t>
            </a:r>
          </a:p>
        </p:txBody>
      </p:sp>
    </p:spTree>
    <p:extLst>
      <p:ext uri="{BB962C8B-B14F-4D97-AF65-F5344CB8AC3E}">
        <p14:creationId xmlns:p14="http://schemas.microsoft.com/office/powerpoint/2010/main" val="2080426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3B1289E-607C-6BA0-CFD5-B9D1053F49D2}"/>
              </a:ext>
            </a:extLst>
          </p:cNvPr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B29DDD1-BA00-3242-41DD-B65EBF43B26A}"/>
              </a:ext>
            </a:extLst>
          </p:cNvPr>
          <p:cNvGrpSpPr/>
          <p:nvPr/>
        </p:nvGrpSpPr>
        <p:grpSpPr>
          <a:xfrm>
            <a:off x="-2" y="1537960"/>
            <a:ext cx="2703742" cy="921872"/>
            <a:chOff x="-2" y="1537960"/>
            <a:chExt cx="2703742" cy="92187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60B5F2B-B67F-2F1A-8204-15AB554E477A}"/>
                </a:ext>
              </a:extLst>
            </p:cNvPr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>
              <a:extLst>
                <a:ext uri="{FF2B5EF4-FFF2-40B4-BE49-F238E27FC236}">
                  <a16:creationId xmlns:a16="http://schemas.microsoft.com/office/drawing/2014/main" id="{8E1A55F1-50B9-BC07-52F0-EC6B9E600BC7}"/>
                </a:ext>
              </a:extLst>
            </p:cNvPr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C901EDEC-C0DF-FFE8-2206-A1E76A27B883}"/>
              </a:ext>
            </a:extLst>
          </p:cNvPr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3B3748-A89A-15FF-69A3-30B9CCEB035A}"/>
              </a:ext>
            </a:extLst>
          </p:cNvPr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162317-47A9-2B1E-E758-C5A9E255D190}"/>
              </a:ext>
            </a:extLst>
          </p:cNvPr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7023C60-08B7-38C2-4F0C-593D3A3185AC}"/>
              </a:ext>
            </a:extLst>
          </p:cNvPr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97D492D-3893-AA2E-27C6-4F69A64FFD08}"/>
              </a:ext>
            </a:extLst>
          </p:cNvPr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</a:p>
        </p:txBody>
      </p:sp>
      <p:sp>
        <p:nvSpPr>
          <p:cNvPr id="17" name="图形 15">
            <a:extLst>
              <a:ext uri="{FF2B5EF4-FFF2-40B4-BE49-F238E27FC236}">
                <a16:creationId xmlns:a16="http://schemas.microsoft.com/office/drawing/2014/main" id="{86AE56FD-5D4F-8F42-8CE5-396C7D989F63}"/>
              </a:ext>
            </a:extLst>
          </p:cNvPr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bg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6339FFB2-78D6-34C0-0E44-850D56061413}"/>
              </a:ext>
            </a:extLst>
          </p:cNvPr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</p:grpSpPr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AB01D1FC-1CAC-0FF4-DB7C-657DCCDF7B2A}"/>
                </a:ext>
              </a:extLst>
            </p:cNvPr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8A2147B6-947B-CECD-F32D-F74BA09A74A2}"/>
                </a:ext>
              </a:extLst>
            </p:cNvPr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22A298B0-54E2-BF65-99BE-F6333C91CBCE}"/>
                </a:ext>
              </a:extLst>
            </p:cNvPr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>
            <a:extLst>
              <a:ext uri="{FF2B5EF4-FFF2-40B4-BE49-F238E27FC236}">
                <a16:creationId xmlns:a16="http://schemas.microsoft.com/office/drawing/2014/main" id="{FEB4B505-2560-2063-E1BF-D1AC962D337F}"/>
              </a:ext>
            </a:extLst>
          </p:cNvPr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>
            <a:extLst>
              <a:ext uri="{FF2B5EF4-FFF2-40B4-BE49-F238E27FC236}">
                <a16:creationId xmlns:a16="http://schemas.microsoft.com/office/drawing/2014/main" id="{E4077ACD-2A48-380E-A674-FCE7501EC08D}"/>
              </a:ext>
            </a:extLst>
          </p:cNvPr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773FCD7-AE1E-B1AC-08AC-A81A333C2375}"/>
              </a:ext>
            </a:extLst>
          </p:cNvPr>
          <p:cNvSpPr txBox="1"/>
          <p:nvPr/>
        </p:nvSpPr>
        <p:spPr>
          <a:xfrm>
            <a:off x="3930467" y="212442"/>
            <a:ext cx="1712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个人信息</a:t>
            </a:r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703A4346-AE97-A03D-A93D-BC6E2A441ECF}"/>
              </a:ext>
            </a:extLst>
          </p:cNvPr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58773BD-0736-5AC9-0E23-CF11A292C73E}"/>
              </a:ext>
            </a:extLst>
          </p:cNvPr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686E7FD3-7DC3-D5A9-CD74-339B802C1BEC}"/>
                </a:ext>
              </a:extLst>
            </p:cNvPr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>
                <a:extLst>
                  <a:ext uri="{FF2B5EF4-FFF2-40B4-BE49-F238E27FC236}">
                    <a16:creationId xmlns:a16="http://schemas.microsoft.com/office/drawing/2014/main" id="{1CE1187C-3936-43E7-ACC1-D45DE1146336}"/>
                  </a:ext>
                </a:extLst>
              </p:cNvPr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DCEF2FCF-4221-6859-DAD7-C19FA40B0FED}"/>
                  </a:ext>
                </a:extLst>
              </p:cNvPr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56232C27-BFE5-6B11-4984-20F37C233D10}"/>
                </a:ext>
              </a:extLst>
            </p:cNvPr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1575CE22-F9B7-0118-4C99-F68D98B1A32F}"/>
              </a:ext>
            </a:extLst>
          </p:cNvPr>
          <p:cNvSpPr/>
          <p:nvPr/>
        </p:nvSpPr>
        <p:spPr>
          <a:xfrm>
            <a:off x="3018746" y="1121379"/>
            <a:ext cx="9022782" cy="15500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C863D27E-2D52-985C-3021-7DDB598B1ED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227938" y="968916"/>
            <a:ext cx="1353781" cy="184606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63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7250C34A-E6EB-66E4-DE30-865D65C3E569}"/>
              </a:ext>
            </a:extLst>
          </p:cNvPr>
          <p:cNvSpPr txBox="1"/>
          <p:nvPr/>
        </p:nvSpPr>
        <p:spPr>
          <a:xfrm>
            <a:off x="3092267" y="2097888"/>
            <a:ext cx="1463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</a:rPr>
              <a:t>基本信息</a:t>
            </a:r>
          </a:p>
        </p:txBody>
      </p:sp>
      <p:sp>
        <p:nvSpPr>
          <p:cNvPr id="40" name="图形 20" descr="基本资料">
            <a:extLst>
              <a:ext uri="{FF2B5EF4-FFF2-40B4-BE49-F238E27FC236}">
                <a16:creationId xmlns:a16="http://schemas.microsoft.com/office/drawing/2014/main" id="{017AFED7-0DC4-082C-91D3-BC59BE7975BA}"/>
              </a:ext>
            </a:extLst>
          </p:cNvPr>
          <p:cNvSpPr/>
          <p:nvPr/>
        </p:nvSpPr>
        <p:spPr>
          <a:xfrm>
            <a:off x="3357520" y="1506975"/>
            <a:ext cx="570626" cy="496196"/>
          </a:xfrm>
          <a:custGeom>
            <a:avLst/>
            <a:gdLst>
              <a:gd name="connsiteX0" fmla="*/ 299202 w 331526"/>
              <a:gd name="connsiteY0" fmla="*/ 0 h 288283"/>
              <a:gd name="connsiteX1" fmla="*/ 331526 w 331526"/>
              <a:gd name="connsiteY1" fmla="*/ 30345 h 288283"/>
              <a:gd name="connsiteX2" fmla="*/ 331526 w 331526"/>
              <a:gd name="connsiteY2" fmla="*/ 257938 h 288283"/>
              <a:gd name="connsiteX3" fmla="*/ 299202 w 331526"/>
              <a:gd name="connsiteY3" fmla="*/ 288283 h 288283"/>
              <a:gd name="connsiteX4" fmla="*/ 32323 w 331526"/>
              <a:gd name="connsiteY4" fmla="*/ 288283 h 288283"/>
              <a:gd name="connsiteX5" fmla="*/ 0 w 331526"/>
              <a:gd name="connsiteY5" fmla="*/ 257938 h 288283"/>
              <a:gd name="connsiteX6" fmla="*/ 0 w 331526"/>
              <a:gd name="connsiteY6" fmla="*/ 30345 h 288283"/>
              <a:gd name="connsiteX7" fmla="*/ 32323 w 331526"/>
              <a:gd name="connsiteY7" fmla="*/ 0 h 288283"/>
              <a:gd name="connsiteX8" fmla="*/ 299202 w 331526"/>
              <a:gd name="connsiteY8" fmla="*/ 0 h 288283"/>
              <a:gd name="connsiteX9" fmla="*/ 110854 w 331526"/>
              <a:gd name="connsiteY9" fmla="*/ 60693 h 288283"/>
              <a:gd name="connsiteX10" fmla="*/ 70449 w 331526"/>
              <a:gd name="connsiteY10" fmla="*/ 98624 h 288283"/>
              <a:gd name="connsiteX11" fmla="*/ 110854 w 331526"/>
              <a:gd name="connsiteY11" fmla="*/ 136557 h 288283"/>
              <a:gd name="connsiteX12" fmla="*/ 151259 w 331526"/>
              <a:gd name="connsiteY12" fmla="*/ 98624 h 288283"/>
              <a:gd name="connsiteX13" fmla="*/ 110854 w 331526"/>
              <a:gd name="connsiteY13" fmla="*/ 60693 h 288283"/>
              <a:gd name="connsiteX14" fmla="*/ 183583 w 331526"/>
              <a:gd name="connsiteY14" fmla="*/ 227593 h 288283"/>
              <a:gd name="connsiteX15" fmla="*/ 183583 w 331526"/>
              <a:gd name="connsiteY15" fmla="*/ 197247 h 288283"/>
              <a:gd name="connsiteX16" fmla="*/ 135097 w 331526"/>
              <a:gd name="connsiteY16" fmla="*/ 151727 h 288283"/>
              <a:gd name="connsiteX17" fmla="*/ 86612 w 331526"/>
              <a:gd name="connsiteY17" fmla="*/ 151727 h 288283"/>
              <a:gd name="connsiteX18" fmla="*/ 38126 w 331526"/>
              <a:gd name="connsiteY18" fmla="*/ 197247 h 288283"/>
              <a:gd name="connsiteX19" fmla="*/ 38126 w 331526"/>
              <a:gd name="connsiteY19" fmla="*/ 227593 h 288283"/>
              <a:gd name="connsiteX20" fmla="*/ 183583 w 331526"/>
              <a:gd name="connsiteY20" fmla="*/ 227593 h 288283"/>
              <a:gd name="connsiteX21" fmla="*/ 218507 w 331526"/>
              <a:gd name="connsiteY21" fmla="*/ 75857 h 288283"/>
              <a:gd name="connsiteX22" fmla="*/ 210971 w 331526"/>
              <a:gd name="connsiteY22" fmla="*/ 83391 h 288283"/>
              <a:gd name="connsiteX23" fmla="*/ 210971 w 331526"/>
              <a:gd name="connsiteY23" fmla="*/ 91081 h 288283"/>
              <a:gd name="connsiteX24" fmla="*/ 218507 w 331526"/>
              <a:gd name="connsiteY24" fmla="*/ 98616 h 288283"/>
              <a:gd name="connsiteX25" fmla="*/ 278782 w 331526"/>
              <a:gd name="connsiteY25" fmla="*/ 98616 h 288283"/>
              <a:gd name="connsiteX26" fmla="*/ 286318 w 331526"/>
              <a:gd name="connsiteY26" fmla="*/ 91081 h 288283"/>
              <a:gd name="connsiteX27" fmla="*/ 286318 w 331526"/>
              <a:gd name="connsiteY27" fmla="*/ 83391 h 288283"/>
              <a:gd name="connsiteX28" fmla="*/ 278782 w 331526"/>
              <a:gd name="connsiteY28" fmla="*/ 75857 h 288283"/>
              <a:gd name="connsiteX29" fmla="*/ 218507 w 331526"/>
              <a:gd name="connsiteY29" fmla="*/ 75857 h 288283"/>
              <a:gd name="connsiteX30" fmla="*/ 218507 w 331526"/>
              <a:gd name="connsiteY30" fmla="*/ 136548 h 288283"/>
              <a:gd name="connsiteX31" fmla="*/ 210971 w 331526"/>
              <a:gd name="connsiteY31" fmla="*/ 144082 h 288283"/>
              <a:gd name="connsiteX32" fmla="*/ 210971 w 331526"/>
              <a:gd name="connsiteY32" fmla="*/ 151772 h 288283"/>
              <a:gd name="connsiteX33" fmla="*/ 218507 w 331526"/>
              <a:gd name="connsiteY33" fmla="*/ 159308 h 288283"/>
              <a:gd name="connsiteX34" fmla="*/ 278782 w 331526"/>
              <a:gd name="connsiteY34" fmla="*/ 159308 h 288283"/>
              <a:gd name="connsiteX35" fmla="*/ 286318 w 331526"/>
              <a:gd name="connsiteY35" fmla="*/ 151772 h 288283"/>
              <a:gd name="connsiteX36" fmla="*/ 286318 w 331526"/>
              <a:gd name="connsiteY36" fmla="*/ 144082 h 288283"/>
              <a:gd name="connsiteX37" fmla="*/ 278782 w 331526"/>
              <a:gd name="connsiteY37" fmla="*/ 136548 h 288283"/>
              <a:gd name="connsiteX38" fmla="*/ 218507 w 331526"/>
              <a:gd name="connsiteY38" fmla="*/ 136548 h 288283"/>
              <a:gd name="connsiteX39" fmla="*/ 218507 w 331526"/>
              <a:gd name="connsiteY39" fmla="*/ 197240 h 288283"/>
              <a:gd name="connsiteX40" fmla="*/ 210971 w 331526"/>
              <a:gd name="connsiteY40" fmla="*/ 204774 h 288283"/>
              <a:gd name="connsiteX41" fmla="*/ 210971 w 331526"/>
              <a:gd name="connsiteY41" fmla="*/ 212463 h 288283"/>
              <a:gd name="connsiteX42" fmla="*/ 218507 w 331526"/>
              <a:gd name="connsiteY42" fmla="*/ 219998 h 288283"/>
              <a:gd name="connsiteX43" fmla="*/ 278782 w 331526"/>
              <a:gd name="connsiteY43" fmla="*/ 219998 h 288283"/>
              <a:gd name="connsiteX44" fmla="*/ 286318 w 331526"/>
              <a:gd name="connsiteY44" fmla="*/ 212463 h 288283"/>
              <a:gd name="connsiteX45" fmla="*/ 286318 w 331526"/>
              <a:gd name="connsiteY45" fmla="*/ 204774 h 288283"/>
              <a:gd name="connsiteX46" fmla="*/ 278782 w 331526"/>
              <a:gd name="connsiteY46" fmla="*/ 197240 h 288283"/>
              <a:gd name="connsiteX47" fmla="*/ 218507 w 331526"/>
              <a:gd name="connsiteY47" fmla="*/ 197240 h 2882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31526" h="288283">
                <a:moveTo>
                  <a:pt x="299202" y="0"/>
                </a:moveTo>
                <a:cubicBezTo>
                  <a:pt x="316980" y="0"/>
                  <a:pt x="331526" y="13657"/>
                  <a:pt x="331526" y="30345"/>
                </a:cubicBezTo>
                <a:lnTo>
                  <a:pt x="331526" y="257938"/>
                </a:lnTo>
                <a:cubicBezTo>
                  <a:pt x="331526" y="274626"/>
                  <a:pt x="316980" y="288283"/>
                  <a:pt x="299202" y="288283"/>
                </a:cubicBezTo>
                <a:lnTo>
                  <a:pt x="32323" y="288283"/>
                </a:lnTo>
                <a:cubicBezTo>
                  <a:pt x="14546" y="288283"/>
                  <a:pt x="0" y="274626"/>
                  <a:pt x="0" y="257938"/>
                </a:cubicBezTo>
                <a:lnTo>
                  <a:pt x="0" y="30345"/>
                </a:lnTo>
                <a:cubicBezTo>
                  <a:pt x="0" y="13657"/>
                  <a:pt x="14546" y="0"/>
                  <a:pt x="32323" y="0"/>
                </a:cubicBezTo>
                <a:lnTo>
                  <a:pt x="299202" y="0"/>
                </a:lnTo>
                <a:moveTo>
                  <a:pt x="110854" y="60693"/>
                </a:moveTo>
                <a:cubicBezTo>
                  <a:pt x="88229" y="60693"/>
                  <a:pt x="70449" y="77382"/>
                  <a:pt x="70449" y="98624"/>
                </a:cubicBezTo>
                <a:cubicBezTo>
                  <a:pt x="70449" y="119864"/>
                  <a:pt x="88229" y="136557"/>
                  <a:pt x="110854" y="136557"/>
                </a:cubicBezTo>
                <a:cubicBezTo>
                  <a:pt x="133481" y="136557"/>
                  <a:pt x="151259" y="119864"/>
                  <a:pt x="151259" y="98624"/>
                </a:cubicBezTo>
                <a:cubicBezTo>
                  <a:pt x="151259" y="77382"/>
                  <a:pt x="133481" y="60693"/>
                  <a:pt x="110854" y="60693"/>
                </a:cubicBezTo>
                <a:moveTo>
                  <a:pt x="183583" y="227593"/>
                </a:moveTo>
                <a:lnTo>
                  <a:pt x="183583" y="197247"/>
                </a:lnTo>
                <a:cubicBezTo>
                  <a:pt x="183583" y="172211"/>
                  <a:pt x="161765" y="151727"/>
                  <a:pt x="135097" y="151727"/>
                </a:cubicBezTo>
                <a:lnTo>
                  <a:pt x="86612" y="151727"/>
                </a:lnTo>
                <a:cubicBezTo>
                  <a:pt x="59945" y="151727"/>
                  <a:pt x="38126" y="172211"/>
                  <a:pt x="38126" y="197247"/>
                </a:cubicBezTo>
                <a:lnTo>
                  <a:pt x="38126" y="227593"/>
                </a:lnTo>
                <a:lnTo>
                  <a:pt x="183583" y="227593"/>
                </a:lnTo>
                <a:moveTo>
                  <a:pt x="218507" y="75857"/>
                </a:moveTo>
                <a:cubicBezTo>
                  <a:pt x="214345" y="75857"/>
                  <a:pt x="210971" y="79230"/>
                  <a:pt x="210971" y="83391"/>
                </a:cubicBezTo>
                <a:lnTo>
                  <a:pt x="210971" y="91081"/>
                </a:lnTo>
                <a:cubicBezTo>
                  <a:pt x="210971" y="95242"/>
                  <a:pt x="214345" y="98616"/>
                  <a:pt x="218507" y="98616"/>
                </a:cubicBezTo>
                <a:lnTo>
                  <a:pt x="278782" y="98616"/>
                </a:lnTo>
                <a:cubicBezTo>
                  <a:pt x="282944" y="98616"/>
                  <a:pt x="286318" y="95242"/>
                  <a:pt x="286318" y="91081"/>
                </a:cubicBezTo>
                <a:lnTo>
                  <a:pt x="286318" y="83391"/>
                </a:lnTo>
                <a:cubicBezTo>
                  <a:pt x="286318" y="79230"/>
                  <a:pt x="282944" y="75857"/>
                  <a:pt x="278782" y="75857"/>
                </a:cubicBezTo>
                <a:lnTo>
                  <a:pt x="218507" y="75857"/>
                </a:lnTo>
                <a:moveTo>
                  <a:pt x="218507" y="136548"/>
                </a:moveTo>
                <a:cubicBezTo>
                  <a:pt x="214345" y="136548"/>
                  <a:pt x="210971" y="139921"/>
                  <a:pt x="210971" y="144082"/>
                </a:cubicBezTo>
                <a:lnTo>
                  <a:pt x="210971" y="151772"/>
                </a:lnTo>
                <a:cubicBezTo>
                  <a:pt x="210971" y="155934"/>
                  <a:pt x="214345" y="159308"/>
                  <a:pt x="218507" y="159308"/>
                </a:cubicBezTo>
                <a:lnTo>
                  <a:pt x="278782" y="159308"/>
                </a:lnTo>
                <a:cubicBezTo>
                  <a:pt x="282944" y="159308"/>
                  <a:pt x="286318" y="155934"/>
                  <a:pt x="286318" y="151772"/>
                </a:cubicBezTo>
                <a:lnTo>
                  <a:pt x="286318" y="144082"/>
                </a:lnTo>
                <a:cubicBezTo>
                  <a:pt x="286318" y="139921"/>
                  <a:pt x="282944" y="136548"/>
                  <a:pt x="278782" y="136548"/>
                </a:cubicBezTo>
                <a:lnTo>
                  <a:pt x="218507" y="136548"/>
                </a:lnTo>
                <a:moveTo>
                  <a:pt x="218507" y="197240"/>
                </a:moveTo>
                <a:cubicBezTo>
                  <a:pt x="214345" y="197240"/>
                  <a:pt x="210971" y="200613"/>
                  <a:pt x="210971" y="204774"/>
                </a:cubicBezTo>
                <a:lnTo>
                  <a:pt x="210971" y="212463"/>
                </a:lnTo>
                <a:cubicBezTo>
                  <a:pt x="210971" y="216626"/>
                  <a:pt x="214345" y="219998"/>
                  <a:pt x="218507" y="219998"/>
                </a:cubicBezTo>
                <a:lnTo>
                  <a:pt x="278782" y="219998"/>
                </a:lnTo>
                <a:cubicBezTo>
                  <a:pt x="282944" y="219998"/>
                  <a:pt x="286318" y="216626"/>
                  <a:pt x="286318" y="212463"/>
                </a:cubicBezTo>
                <a:lnTo>
                  <a:pt x="286318" y="204774"/>
                </a:lnTo>
                <a:cubicBezTo>
                  <a:pt x="286318" y="200613"/>
                  <a:pt x="282944" y="197240"/>
                  <a:pt x="278782" y="197240"/>
                </a:cubicBezTo>
                <a:lnTo>
                  <a:pt x="218507" y="197240"/>
                </a:lnTo>
              </a:path>
            </a:pathLst>
          </a:custGeom>
          <a:solidFill>
            <a:schemeClr val="bg1"/>
          </a:solidFill>
          <a:ln w="126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2" name="文本框 58">
            <a:extLst>
              <a:ext uri="{FF2B5EF4-FFF2-40B4-BE49-F238E27FC236}">
                <a16:creationId xmlns:a16="http://schemas.microsoft.com/office/drawing/2014/main" id="{FD1A308D-338B-7213-886C-63BC7737A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8200" y="1222082"/>
            <a:ext cx="2625375" cy="13982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just" rtl="0" eaLnBrk="1" fontAlgn="auto" latinLnBrk="0" hangingPunct="1">
              <a:lnSpc>
                <a:spcPct val="150000"/>
              </a:lnSpc>
            </a:pPr>
            <a:r>
              <a:rPr lang="en-US" altLang="zh-CN" kern="1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Times New Roman"/>
              </a:rPr>
              <a:t>姓    名：陈飞扬</a:t>
            </a:r>
          </a:p>
          <a:p>
            <a:pPr algn="just" rtl="0" eaLnBrk="1" fontAlgn="auto" latinLnBrk="0" hangingPunct="1">
              <a:lnSpc>
                <a:spcPct val="150000"/>
              </a:lnSpc>
            </a:pPr>
            <a:r>
              <a:rPr lang="en-US" altLang="zh-CN" kern="1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Times New Roman"/>
              </a:rPr>
              <a:t>性    别：男</a:t>
            </a:r>
          </a:p>
          <a:p>
            <a:pPr algn="just" rtl="0" eaLnBrk="1" fontAlgn="auto" latinLnBrk="0" hangingPunct="1">
              <a:lnSpc>
                <a:spcPct val="150000"/>
              </a:lnSpc>
            </a:pPr>
            <a:r>
              <a:rPr lang="en-US" altLang="zh-CN" kern="100" dirty="0" err="1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Times New Roman"/>
              </a:rPr>
              <a:t>民    族：汉族</a:t>
            </a:r>
          </a:p>
        </p:txBody>
      </p:sp>
      <p:sp>
        <p:nvSpPr>
          <p:cNvPr id="43" name="文本框 58">
            <a:extLst>
              <a:ext uri="{FF2B5EF4-FFF2-40B4-BE49-F238E27FC236}">
                <a16:creationId xmlns:a16="http://schemas.microsoft.com/office/drawing/2014/main" id="{D67C7269-B0C2-EFAB-44DC-D8A7B8A9A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8859" y="1222082"/>
            <a:ext cx="2928339" cy="139829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just" rtl="0" eaLnBrk="1" fontAlgn="auto" latinLnBrk="0" hangingPunct="1">
              <a:lnSpc>
                <a:spcPct val="150000"/>
              </a:lnSpc>
            </a:pPr>
            <a:r>
              <a:rPr lang="zh-CN" altLang="en-US" kern="1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Times New Roman"/>
              </a:rPr>
              <a:t>出生年月：2004.12</a:t>
            </a:r>
          </a:p>
          <a:p>
            <a:pPr algn="just" rtl="0" eaLnBrk="1" fontAlgn="auto" latinLnBrk="0" hangingPunct="1">
              <a:lnSpc>
                <a:spcPct val="150000"/>
              </a:lnSpc>
            </a:pPr>
            <a:r>
              <a:rPr lang="zh-CN" altLang="en-US" kern="1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Times New Roman"/>
              </a:rPr>
              <a:t>政治面貌：中共党员</a:t>
            </a:r>
          </a:p>
          <a:p>
            <a:pPr algn="just" rtl="0" eaLnBrk="1" fontAlgn="auto" latinLnBrk="0" hangingPunct="1">
              <a:lnSpc>
                <a:spcPct val="150000"/>
              </a:lnSpc>
            </a:pPr>
            <a:r>
              <a:rPr lang="zh-CN" altLang="en-US" kern="100" dirty="0">
                <a:solidFill>
                  <a:schemeClr val="bg1"/>
                </a:solidFill>
                <a:latin typeface="微软雅黑"/>
                <a:ea typeface="微软雅黑"/>
                <a:cs typeface="微软雅黑"/>
                <a:sym typeface="Times New Roman"/>
              </a:rPr>
              <a:t>籍    贯：湖北省黄冈市麻城市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9AFF0BD-A0CF-CA12-3735-E8434EC6C726}"/>
              </a:ext>
            </a:extLst>
          </p:cNvPr>
          <p:cNvSpPr/>
          <p:nvPr/>
        </p:nvSpPr>
        <p:spPr>
          <a:xfrm>
            <a:off x="3158182" y="3565704"/>
            <a:ext cx="8622684" cy="2899642"/>
          </a:xfrm>
          <a:prstGeom prst="rect">
            <a:avLst/>
          </a:prstGeom>
          <a:solidFill>
            <a:schemeClr val="accent1">
              <a:lumMod val="20000"/>
              <a:lumOff val="8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9409DA3-34C0-5823-D2FF-5726D9AD2897}"/>
              </a:ext>
            </a:extLst>
          </p:cNvPr>
          <p:cNvSpPr txBox="1"/>
          <p:nvPr/>
        </p:nvSpPr>
        <p:spPr>
          <a:xfrm>
            <a:off x="3948947" y="3734861"/>
            <a:ext cx="1361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学业经历</a:t>
            </a:r>
          </a:p>
        </p:txBody>
      </p:sp>
      <p:cxnSp>
        <p:nvCxnSpPr>
          <p:cNvPr id="48" name="直接连接符 19">
            <a:extLst>
              <a:ext uri="{FF2B5EF4-FFF2-40B4-BE49-F238E27FC236}">
                <a16:creationId xmlns:a16="http://schemas.microsoft.com/office/drawing/2014/main" id="{9795CA33-4F17-4607-00D0-7AC9D53B91F7}"/>
              </a:ext>
            </a:extLst>
          </p:cNvPr>
          <p:cNvCxnSpPr>
            <a:cxnSpLocks/>
          </p:cNvCxnSpPr>
          <p:nvPr/>
        </p:nvCxnSpPr>
        <p:spPr>
          <a:xfrm>
            <a:off x="5214363" y="3919526"/>
            <a:ext cx="5876771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图形 21" descr="工作">
            <a:extLst>
              <a:ext uri="{FF2B5EF4-FFF2-40B4-BE49-F238E27FC236}">
                <a16:creationId xmlns:a16="http://schemas.microsoft.com/office/drawing/2014/main" id="{BBCF4AE2-20D5-AB66-D667-1150622AFCA5}"/>
              </a:ext>
            </a:extLst>
          </p:cNvPr>
          <p:cNvSpPr/>
          <p:nvPr/>
        </p:nvSpPr>
        <p:spPr>
          <a:xfrm>
            <a:off x="3559166" y="3765645"/>
            <a:ext cx="331525" cy="307761"/>
          </a:xfrm>
          <a:custGeom>
            <a:avLst/>
            <a:gdLst>
              <a:gd name="connsiteX0" fmla="*/ 206207 w 331525"/>
              <a:gd name="connsiteY0" fmla="*/ 185513 h 307761"/>
              <a:gd name="connsiteX1" fmla="*/ 206207 w 331525"/>
              <a:gd name="connsiteY1" fmla="*/ 190909 h 307761"/>
              <a:gd name="connsiteX2" fmla="*/ 199728 w 331525"/>
              <a:gd name="connsiteY2" fmla="*/ 197422 h 307761"/>
              <a:gd name="connsiteX3" fmla="*/ 132535 w 331525"/>
              <a:gd name="connsiteY3" fmla="*/ 197422 h 307761"/>
              <a:gd name="connsiteX4" fmla="*/ 126056 w 331525"/>
              <a:gd name="connsiteY4" fmla="*/ 190909 h 307761"/>
              <a:gd name="connsiteX5" fmla="*/ 126056 w 331525"/>
              <a:gd name="connsiteY5" fmla="*/ 185513 h 307761"/>
              <a:gd name="connsiteX6" fmla="*/ 0 w 331525"/>
              <a:gd name="connsiteY6" fmla="*/ 185513 h 307761"/>
              <a:gd name="connsiteX7" fmla="*/ 0 w 331525"/>
              <a:gd name="connsiteY7" fmla="*/ 281154 h 307761"/>
              <a:gd name="connsiteX8" fmla="*/ 26285 w 331525"/>
              <a:gd name="connsiteY8" fmla="*/ 307762 h 307761"/>
              <a:gd name="connsiteX9" fmla="*/ 305239 w 331525"/>
              <a:gd name="connsiteY9" fmla="*/ 307762 h 307761"/>
              <a:gd name="connsiteX10" fmla="*/ 331522 w 331525"/>
              <a:gd name="connsiteY10" fmla="*/ 281154 h 307761"/>
              <a:gd name="connsiteX11" fmla="*/ 331522 w 331525"/>
              <a:gd name="connsiteY11" fmla="*/ 185513 h 307761"/>
              <a:gd name="connsiteX12" fmla="*/ 206207 w 331525"/>
              <a:gd name="connsiteY12" fmla="*/ 185513 h 307761"/>
              <a:gd name="connsiteX13" fmla="*/ 126056 w 331525"/>
              <a:gd name="connsiteY13" fmla="*/ 165790 h 307761"/>
              <a:gd name="connsiteX14" fmla="*/ 126056 w 331525"/>
              <a:gd name="connsiteY14" fmla="*/ 160394 h 307761"/>
              <a:gd name="connsiteX15" fmla="*/ 132535 w 331525"/>
              <a:gd name="connsiteY15" fmla="*/ 153881 h 307761"/>
              <a:gd name="connsiteX16" fmla="*/ 199728 w 331525"/>
              <a:gd name="connsiteY16" fmla="*/ 153881 h 307761"/>
              <a:gd name="connsiteX17" fmla="*/ 206207 w 331525"/>
              <a:gd name="connsiteY17" fmla="*/ 160394 h 307761"/>
              <a:gd name="connsiteX18" fmla="*/ 206207 w 331525"/>
              <a:gd name="connsiteY18" fmla="*/ 165790 h 307761"/>
              <a:gd name="connsiteX19" fmla="*/ 331525 w 331525"/>
              <a:gd name="connsiteY19" fmla="*/ 165790 h 307761"/>
              <a:gd name="connsiteX20" fmla="*/ 331522 w 331525"/>
              <a:gd name="connsiteY20" fmla="*/ 72754 h 307761"/>
              <a:gd name="connsiteX21" fmla="*/ 305424 w 331525"/>
              <a:gd name="connsiteY21" fmla="*/ 46146 h 307761"/>
              <a:gd name="connsiteX22" fmla="*/ 228419 w 331525"/>
              <a:gd name="connsiteY22" fmla="*/ 46146 h 307761"/>
              <a:gd name="connsiteX23" fmla="*/ 228419 w 331525"/>
              <a:gd name="connsiteY23" fmla="*/ 21398 h 307761"/>
              <a:gd name="connsiteX24" fmla="*/ 208984 w 331525"/>
              <a:gd name="connsiteY24" fmla="*/ 0 h 307761"/>
              <a:gd name="connsiteX25" fmla="*/ 122910 w 331525"/>
              <a:gd name="connsiteY25" fmla="*/ 0 h 307761"/>
              <a:gd name="connsiteX26" fmla="*/ 103474 w 331525"/>
              <a:gd name="connsiteY26" fmla="*/ 21398 h 307761"/>
              <a:gd name="connsiteX27" fmla="*/ 103474 w 331525"/>
              <a:gd name="connsiteY27" fmla="*/ 46146 h 307761"/>
              <a:gd name="connsiteX28" fmla="*/ 26285 w 331525"/>
              <a:gd name="connsiteY28" fmla="*/ 46146 h 307761"/>
              <a:gd name="connsiteX29" fmla="*/ 0 w 331525"/>
              <a:gd name="connsiteY29" fmla="*/ 72754 h 307761"/>
              <a:gd name="connsiteX30" fmla="*/ 0 w 331525"/>
              <a:gd name="connsiteY30" fmla="*/ 165790 h 307761"/>
              <a:gd name="connsiteX31" fmla="*/ 126056 w 331525"/>
              <a:gd name="connsiteY31" fmla="*/ 165790 h 307761"/>
              <a:gd name="connsiteX32" fmla="*/ 126797 w 331525"/>
              <a:gd name="connsiteY32" fmla="*/ 26794 h 307761"/>
              <a:gd name="connsiteX33" fmla="*/ 131609 w 331525"/>
              <a:gd name="connsiteY33" fmla="*/ 21957 h 307761"/>
              <a:gd name="connsiteX34" fmla="*/ 200099 w 331525"/>
              <a:gd name="connsiteY34" fmla="*/ 21957 h 307761"/>
              <a:gd name="connsiteX35" fmla="*/ 204911 w 331525"/>
              <a:gd name="connsiteY35" fmla="*/ 26794 h 307761"/>
              <a:gd name="connsiteX36" fmla="*/ 204911 w 331525"/>
              <a:gd name="connsiteY36" fmla="*/ 45960 h 307761"/>
              <a:gd name="connsiteX37" fmla="*/ 126797 w 331525"/>
              <a:gd name="connsiteY37" fmla="*/ 45960 h 307761"/>
              <a:gd name="connsiteX38" fmla="*/ 126797 w 331525"/>
              <a:gd name="connsiteY38" fmla="*/ 26794 h 307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31525" h="307761">
                <a:moveTo>
                  <a:pt x="206207" y="185513"/>
                </a:moveTo>
                <a:lnTo>
                  <a:pt x="206207" y="190909"/>
                </a:lnTo>
                <a:cubicBezTo>
                  <a:pt x="206207" y="194445"/>
                  <a:pt x="203244" y="197422"/>
                  <a:pt x="199728" y="197422"/>
                </a:cubicBezTo>
                <a:lnTo>
                  <a:pt x="132535" y="197422"/>
                </a:lnTo>
                <a:cubicBezTo>
                  <a:pt x="129018" y="197422"/>
                  <a:pt x="126056" y="194445"/>
                  <a:pt x="126056" y="190909"/>
                </a:cubicBezTo>
                <a:lnTo>
                  <a:pt x="126056" y="185513"/>
                </a:lnTo>
                <a:lnTo>
                  <a:pt x="0" y="185513"/>
                </a:lnTo>
                <a:lnTo>
                  <a:pt x="0" y="281154"/>
                </a:lnTo>
                <a:cubicBezTo>
                  <a:pt x="0" y="295854"/>
                  <a:pt x="11847" y="307762"/>
                  <a:pt x="26285" y="307762"/>
                </a:cubicBezTo>
                <a:lnTo>
                  <a:pt x="305239" y="307762"/>
                </a:lnTo>
                <a:cubicBezTo>
                  <a:pt x="319862" y="307762"/>
                  <a:pt x="331522" y="295854"/>
                  <a:pt x="331522" y="281154"/>
                </a:cubicBezTo>
                <a:lnTo>
                  <a:pt x="331522" y="185513"/>
                </a:lnTo>
                <a:lnTo>
                  <a:pt x="206207" y="185513"/>
                </a:lnTo>
                <a:moveTo>
                  <a:pt x="126056" y="165790"/>
                </a:moveTo>
                <a:lnTo>
                  <a:pt x="126056" y="160394"/>
                </a:lnTo>
                <a:cubicBezTo>
                  <a:pt x="126056" y="156858"/>
                  <a:pt x="129018" y="153881"/>
                  <a:pt x="132535" y="153881"/>
                </a:cubicBezTo>
                <a:lnTo>
                  <a:pt x="199728" y="153881"/>
                </a:lnTo>
                <a:cubicBezTo>
                  <a:pt x="203244" y="153881"/>
                  <a:pt x="206207" y="156858"/>
                  <a:pt x="206207" y="160394"/>
                </a:cubicBezTo>
                <a:lnTo>
                  <a:pt x="206207" y="165790"/>
                </a:lnTo>
                <a:lnTo>
                  <a:pt x="331525" y="165790"/>
                </a:lnTo>
                <a:lnTo>
                  <a:pt x="331522" y="72754"/>
                </a:lnTo>
                <a:cubicBezTo>
                  <a:pt x="331708" y="58054"/>
                  <a:pt x="319862" y="46146"/>
                  <a:pt x="305424" y="46146"/>
                </a:cubicBezTo>
                <a:lnTo>
                  <a:pt x="228419" y="46146"/>
                </a:lnTo>
                <a:lnTo>
                  <a:pt x="228419" y="21398"/>
                </a:lnTo>
                <a:cubicBezTo>
                  <a:pt x="228419" y="10606"/>
                  <a:pt x="219719" y="0"/>
                  <a:pt x="208984" y="0"/>
                </a:cubicBezTo>
                <a:lnTo>
                  <a:pt x="122910" y="0"/>
                </a:lnTo>
                <a:cubicBezTo>
                  <a:pt x="112174" y="0"/>
                  <a:pt x="103474" y="10606"/>
                  <a:pt x="103474" y="21398"/>
                </a:cubicBezTo>
                <a:lnTo>
                  <a:pt x="103474" y="46146"/>
                </a:lnTo>
                <a:lnTo>
                  <a:pt x="26285" y="46146"/>
                </a:lnTo>
                <a:cubicBezTo>
                  <a:pt x="11847" y="46146"/>
                  <a:pt x="0" y="58054"/>
                  <a:pt x="0" y="72754"/>
                </a:cubicBezTo>
                <a:lnTo>
                  <a:pt x="0" y="165790"/>
                </a:lnTo>
                <a:lnTo>
                  <a:pt x="126056" y="165790"/>
                </a:lnTo>
                <a:moveTo>
                  <a:pt x="126797" y="26794"/>
                </a:moveTo>
                <a:cubicBezTo>
                  <a:pt x="126797" y="24189"/>
                  <a:pt x="128833" y="21957"/>
                  <a:pt x="131609" y="21957"/>
                </a:cubicBezTo>
                <a:lnTo>
                  <a:pt x="200099" y="21957"/>
                </a:lnTo>
                <a:cubicBezTo>
                  <a:pt x="202690" y="21957"/>
                  <a:pt x="204911" y="24003"/>
                  <a:pt x="204911" y="26794"/>
                </a:cubicBezTo>
                <a:lnTo>
                  <a:pt x="204911" y="45960"/>
                </a:lnTo>
                <a:lnTo>
                  <a:pt x="126797" y="45960"/>
                </a:lnTo>
                <a:lnTo>
                  <a:pt x="126797" y="26794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6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0" name="文本框 55">
            <a:extLst>
              <a:ext uri="{FF2B5EF4-FFF2-40B4-BE49-F238E27FC236}">
                <a16:creationId xmlns:a16="http://schemas.microsoft.com/office/drawing/2014/main" id="{9F226AF8-17AF-BDC5-68DE-04446287DD85}"/>
              </a:ext>
            </a:extLst>
          </p:cNvPr>
          <p:cNvSpPr txBox="1"/>
          <p:nvPr/>
        </p:nvSpPr>
        <p:spPr>
          <a:xfrm>
            <a:off x="3228703" y="4169376"/>
            <a:ext cx="8360911" cy="225400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285750" indent="-285750" algn="just" rtl="0" eaLnBrk="1" fontAlgn="auto" latinLnBrk="0" hangingPunct="1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spc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Times New Roman"/>
              </a:rPr>
              <a:t>核心课程：计算机视觉（91）、计算机组成原理（91）、数字逻辑与数字系统（90）、Python 数据分析与机器学习（90）</a:t>
            </a:r>
            <a:endParaRPr lang="en-US" altLang="zh-CN" sz="1400" kern="100" spc="0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Times New Roman"/>
            </a:endParaRPr>
          </a:p>
          <a:p>
            <a:pPr marL="285750" indent="-285750" algn="just" rtl="0" eaLnBrk="1" fontAlgn="auto" latinLnBrk="0" hangingPunct="1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spc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Times New Roman"/>
              </a:rPr>
              <a:t>英语水平：CET-4（455），能流畅阅读英文技术文档</a:t>
            </a:r>
            <a:endParaRPr lang="en-US" altLang="zh-CN" sz="1400" kern="100" spc="0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Times New Roman"/>
            </a:endParaRPr>
          </a:p>
          <a:p>
            <a:pPr marL="285750" indent="-285750" algn="just" rtl="0" eaLnBrk="1" fontAlgn="auto" latinLnBrk="0" hangingPunct="1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zh-CN" altLang="en-US" sz="1400" kern="100" spc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Times New Roman"/>
              </a:rPr>
              <a:t>专业技能：React/TypeScript、Go、Python，熟悉大模型应用与 Agent 开发（CloudWeGo Eino）</a:t>
            </a:r>
            <a:endParaRPr lang="en-US" altLang="zh-CN" sz="1400" kern="100" spc="0" dirty="0">
              <a:solidFill>
                <a:srgbClr val="000000"/>
              </a:solidFill>
              <a:latin typeface="微软雅黑"/>
              <a:ea typeface="微软雅黑"/>
              <a:cs typeface="微软雅黑"/>
              <a:sym typeface="Times New Roman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4794B56-6D57-EDA6-C941-C0BC29DE0112}"/>
              </a:ext>
            </a:extLst>
          </p:cNvPr>
          <p:cNvSpPr txBox="1"/>
          <p:nvPr/>
        </p:nvSpPr>
        <p:spPr>
          <a:xfrm>
            <a:off x="3323771" y="2980531"/>
            <a:ext cx="1856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</a:rPr>
              <a:t>武汉科技大学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E0C0B8D-8F7D-60EB-741F-D9B3A1DFD3DC}"/>
              </a:ext>
            </a:extLst>
          </p:cNvPr>
          <p:cNvSpPr txBox="1"/>
          <p:nvPr/>
        </p:nvSpPr>
        <p:spPr>
          <a:xfrm>
            <a:off x="5310813" y="2980531"/>
            <a:ext cx="2560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</a:rPr>
              <a:t>计算机科学与技术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592053E-2D61-F9B0-4A4D-521D4FA25CFE}"/>
              </a:ext>
            </a:extLst>
          </p:cNvPr>
          <p:cNvSpPr txBox="1"/>
          <p:nvPr/>
        </p:nvSpPr>
        <p:spPr>
          <a:xfrm>
            <a:off x="8003592" y="2980531"/>
            <a:ext cx="4037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>
                <a:solidFill>
                  <a:schemeClr val="accent1"/>
                </a:solidFill>
                <a:latin typeface="+mn-ea"/>
              </a:rPr>
              <a:t>GPA：3.36/4.0（专业排名 16/207，前 7.7%）</a:t>
            </a:r>
          </a:p>
        </p:txBody>
      </p:sp>
      <p:sp>
        <p:nvSpPr>
          <p:cNvPr id="56" name="图形 54">
            <a:extLst>
              <a:ext uri="{FF2B5EF4-FFF2-40B4-BE49-F238E27FC236}">
                <a16:creationId xmlns:a16="http://schemas.microsoft.com/office/drawing/2014/main" id="{D33A717A-BA41-1236-ECBA-B942A2C540F0}"/>
              </a:ext>
            </a:extLst>
          </p:cNvPr>
          <p:cNvSpPr/>
          <p:nvPr/>
        </p:nvSpPr>
        <p:spPr>
          <a:xfrm>
            <a:off x="3013063" y="3026444"/>
            <a:ext cx="344457" cy="277506"/>
          </a:xfrm>
          <a:custGeom>
            <a:avLst/>
            <a:gdLst>
              <a:gd name="connsiteX0" fmla="*/ 1313241 w 1594567"/>
              <a:gd name="connsiteY0" fmla="*/ 601734 h 1284637"/>
              <a:gd name="connsiteX1" fmla="*/ 1313241 w 1594567"/>
              <a:gd name="connsiteY1" fmla="*/ 1086200 h 1284637"/>
              <a:gd name="connsiteX2" fmla="*/ 797303 w 1594567"/>
              <a:gd name="connsiteY2" fmla="*/ 1284637 h 1284637"/>
              <a:gd name="connsiteX3" fmla="*/ 281564 w 1594567"/>
              <a:gd name="connsiteY3" fmla="*/ 1091756 h 1284637"/>
              <a:gd name="connsiteX4" fmla="*/ 281366 w 1594567"/>
              <a:gd name="connsiteY4" fmla="*/ 1086200 h 1284637"/>
              <a:gd name="connsiteX5" fmla="*/ 281366 w 1594567"/>
              <a:gd name="connsiteY5" fmla="*/ 601734 h 1284637"/>
              <a:gd name="connsiteX6" fmla="*/ 765157 w 1594567"/>
              <a:gd name="connsiteY6" fmla="*/ 816206 h 1284637"/>
              <a:gd name="connsiteX7" fmla="*/ 822545 w 1594567"/>
              <a:gd name="connsiteY7" fmla="*/ 818904 h 1284637"/>
              <a:gd name="connsiteX8" fmla="*/ 829490 w 1594567"/>
              <a:gd name="connsiteY8" fmla="*/ 816206 h 1284637"/>
              <a:gd name="connsiteX9" fmla="*/ 1313241 w 1594567"/>
              <a:gd name="connsiteY9" fmla="*/ 601734 h 1284637"/>
              <a:gd name="connsiteX10" fmla="*/ 829450 w 1594567"/>
              <a:gd name="connsiteY10" fmla="*/ 6819 h 1284637"/>
              <a:gd name="connsiteX11" fmla="*/ 1570972 w 1594567"/>
              <a:gd name="connsiteY11" fmla="*/ 335550 h 1284637"/>
              <a:gd name="connsiteX12" fmla="*/ 1591144 w 1594567"/>
              <a:gd name="connsiteY12" fmla="*/ 387926 h 1284637"/>
              <a:gd name="connsiteX13" fmla="*/ 1570972 w 1594567"/>
              <a:gd name="connsiteY13" fmla="*/ 408099 h 1284637"/>
              <a:gd name="connsiteX14" fmla="*/ 1471991 w 1594567"/>
              <a:gd name="connsiteY14" fmla="*/ 451993 h 1284637"/>
              <a:gd name="connsiteX15" fmla="*/ 1471991 w 1594567"/>
              <a:gd name="connsiteY15" fmla="*/ 819103 h 1284637"/>
              <a:gd name="connsiteX16" fmla="*/ 1500882 w 1594567"/>
              <a:gd name="connsiteY16" fmla="*/ 927575 h 1284637"/>
              <a:gd name="connsiteX17" fmla="*/ 1392410 w 1594567"/>
              <a:gd name="connsiteY17" fmla="*/ 956465 h 1284637"/>
              <a:gd name="connsiteX18" fmla="*/ 1363519 w 1594567"/>
              <a:gd name="connsiteY18" fmla="*/ 847993 h 1284637"/>
              <a:gd name="connsiteX19" fmla="*/ 1392616 w 1594567"/>
              <a:gd name="connsiteY19" fmla="*/ 818984 h 1284637"/>
              <a:gd name="connsiteX20" fmla="*/ 1392616 w 1594567"/>
              <a:gd name="connsiteY20" fmla="*/ 487077 h 1284637"/>
              <a:gd name="connsiteX21" fmla="*/ 829450 w 1594567"/>
              <a:gd name="connsiteY21" fmla="*/ 736791 h 1284637"/>
              <a:gd name="connsiteX22" fmla="*/ 765157 w 1594567"/>
              <a:gd name="connsiteY22" fmla="*/ 736791 h 1284637"/>
              <a:gd name="connsiteX23" fmla="*/ 23596 w 1594567"/>
              <a:gd name="connsiteY23" fmla="*/ 408099 h 1284637"/>
              <a:gd name="connsiteX24" fmla="*/ 3423 w 1594567"/>
              <a:gd name="connsiteY24" fmla="*/ 355723 h 1284637"/>
              <a:gd name="connsiteX25" fmla="*/ 23596 w 1594567"/>
              <a:gd name="connsiteY25" fmla="*/ 335550 h 1284637"/>
              <a:gd name="connsiteX26" fmla="*/ 765077 w 1594567"/>
              <a:gd name="connsiteY26" fmla="*/ 6819 h 1284637"/>
              <a:gd name="connsiteX27" fmla="*/ 829450 w 1594567"/>
              <a:gd name="connsiteY27" fmla="*/ 6819 h 1284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594567" h="1284637">
                <a:moveTo>
                  <a:pt x="1313241" y="601734"/>
                </a:moveTo>
                <a:lnTo>
                  <a:pt x="1313241" y="1086200"/>
                </a:lnTo>
                <a:cubicBezTo>
                  <a:pt x="1313241" y="1195777"/>
                  <a:pt x="1082260" y="1284637"/>
                  <a:pt x="797303" y="1284637"/>
                </a:cubicBezTo>
                <a:cubicBezTo>
                  <a:pt x="517189" y="1284637"/>
                  <a:pt x="289224" y="1198793"/>
                  <a:pt x="281564" y="1091756"/>
                </a:cubicBezTo>
                <a:lnTo>
                  <a:pt x="281366" y="1086200"/>
                </a:lnTo>
                <a:lnTo>
                  <a:pt x="281366" y="601734"/>
                </a:lnTo>
                <a:lnTo>
                  <a:pt x="765157" y="816206"/>
                </a:lnTo>
                <a:cubicBezTo>
                  <a:pt x="783278" y="824239"/>
                  <a:pt x="803749" y="825202"/>
                  <a:pt x="822545" y="818904"/>
                </a:cubicBezTo>
                <a:lnTo>
                  <a:pt x="829490" y="816206"/>
                </a:lnTo>
                <a:lnTo>
                  <a:pt x="1313241" y="601734"/>
                </a:lnTo>
                <a:close/>
                <a:moveTo>
                  <a:pt x="829450" y="6819"/>
                </a:moveTo>
                <a:lnTo>
                  <a:pt x="1570972" y="335550"/>
                </a:lnTo>
                <a:cubicBezTo>
                  <a:pt x="1591005" y="344443"/>
                  <a:pt x="1600037" y="367893"/>
                  <a:pt x="1591144" y="387926"/>
                </a:cubicBezTo>
                <a:cubicBezTo>
                  <a:pt x="1587153" y="396918"/>
                  <a:pt x="1579964" y="404108"/>
                  <a:pt x="1570972" y="408099"/>
                </a:cubicBezTo>
                <a:lnTo>
                  <a:pt x="1471991" y="451993"/>
                </a:lnTo>
                <a:lnTo>
                  <a:pt x="1471991" y="819103"/>
                </a:lnTo>
                <a:cubicBezTo>
                  <a:pt x="1509923" y="841079"/>
                  <a:pt x="1522857" y="889643"/>
                  <a:pt x="1500882" y="927575"/>
                </a:cubicBezTo>
                <a:cubicBezTo>
                  <a:pt x="1478906" y="965506"/>
                  <a:pt x="1430341" y="978441"/>
                  <a:pt x="1392410" y="956465"/>
                </a:cubicBezTo>
                <a:cubicBezTo>
                  <a:pt x="1354478" y="934489"/>
                  <a:pt x="1341544" y="885925"/>
                  <a:pt x="1363519" y="847993"/>
                </a:cubicBezTo>
                <a:cubicBezTo>
                  <a:pt x="1370504" y="835937"/>
                  <a:pt x="1380539" y="825932"/>
                  <a:pt x="1392616" y="818984"/>
                </a:cubicBezTo>
                <a:lnTo>
                  <a:pt x="1392616" y="487077"/>
                </a:lnTo>
                <a:lnTo>
                  <a:pt x="829450" y="736791"/>
                </a:lnTo>
                <a:cubicBezTo>
                  <a:pt x="808978" y="745859"/>
                  <a:pt x="785629" y="745859"/>
                  <a:pt x="765157" y="736791"/>
                </a:cubicBezTo>
                <a:lnTo>
                  <a:pt x="23596" y="408099"/>
                </a:lnTo>
                <a:cubicBezTo>
                  <a:pt x="3562" y="399206"/>
                  <a:pt x="-5470" y="375757"/>
                  <a:pt x="3423" y="355723"/>
                </a:cubicBezTo>
                <a:cubicBezTo>
                  <a:pt x="7415" y="346731"/>
                  <a:pt x="14604" y="339542"/>
                  <a:pt x="23596" y="335550"/>
                </a:cubicBezTo>
                <a:lnTo>
                  <a:pt x="765077" y="6819"/>
                </a:lnTo>
                <a:cubicBezTo>
                  <a:pt x="785572" y="-2273"/>
                  <a:pt x="808956" y="-2273"/>
                  <a:pt x="829450" y="6819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57" name="图形 82">
            <a:extLst>
              <a:ext uri="{FF2B5EF4-FFF2-40B4-BE49-F238E27FC236}">
                <a16:creationId xmlns:a16="http://schemas.microsoft.com/office/drawing/2014/main" id="{F3BC573E-67E7-280C-237C-5677CD753FC5}"/>
              </a:ext>
            </a:extLst>
          </p:cNvPr>
          <p:cNvSpPr/>
          <p:nvPr/>
        </p:nvSpPr>
        <p:spPr>
          <a:xfrm>
            <a:off x="5051796" y="3030139"/>
            <a:ext cx="259016" cy="270116"/>
          </a:xfrm>
          <a:custGeom>
            <a:avLst/>
            <a:gdLst>
              <a:gd name="connsiteX0" fmla="*/ 213405 w 1562695"/>
              <a:gd name="connsiteY0" fmla="*/ 1338809 h 1629667"/>
              <a:gd name="connsiteX1" fmla="*/ 111316 w 1562695"/>
              <a:gd name="connsiteY1" fmla="*/ 1428633 h 1629667"/>
              <a:gd name="connsiteX2" fmla="*/ 211688 w 1562695"/>
              <a:gd name="connsiteY2" fmla="*/ 1518445 h 1629667"/>
              <a:gd name="connsiteX3" fmla="*/ 213405 w 1562695"/>
              <a:gd name="connsiteY3" fmla="*/ 1518456 h 1629667"/>
              <a:gd name="connsiteX4" fmla="*/ 1507037 w 1562695"/>
              <a:gd name="connsiteY4" fmla="*/ 1518456 h 1629667"/>
              <a:gd name="connsiteX5" fmla="*/ 1562695 w 1562695"/>
              <a:gd name="connsiteY5" fmla="*/ 1574062 h 1629667"/>
              <a:gd name="connsiteX6" fmla="*/ 1508351 w 1562695"/>
              <a:gd name="connsiteY6" fmla="*/ 1629653 h 1629667"/>
              <a:gd name="connsiteX7" fmla="*/ 1507037 w 1562695"/>
              <a:gd name="connsiteY7" fmla="*/ 1629668 h 1629667"/>
              <a:gd name="connsiteX8" fmla="*/ 213405 w 1562695"/>
              <a:gd name="connsiteY8" fmla="*/ 1629668 h 1629667"/>
              <a:gd name="connsiteX9" fmla="*/ 0 w 1562695"/>
              <a:gd name="connsiteY9" fmla="*/ 1428633 h 1629667"/>
              <a:gd name="connsiteX10" fmla="*/ 49264 w 1562695"/>
              <a:gd name="connsiteY10" fmla="*/ 1300070 h 1629667"/>
              <a:gd name="connsiteX11" fmla="*/ 0 w 1562695"/>
              <a:gd name="connsiteY11" fmla="*/ 1189100 h 1629667"/>
              <a:gd name="connsiteX12" fmla="*/ 0 w 1562695"/>
              <a:gd name="connsiteY12" fmla="*/ 149706 h 1629667"/>
              <a:gd name="connsiteX13" fmla="*/ 149848 w 1562695"/>
              <a:gd name="connsiteY13" fmla="*/ 0 h 1629667"/>
              <a:gd name="connsiteX14" fmla="*/ 372478 w 1562695"/>
              <a:gd name="connsiteY14" fmla="*/ 0 h 1629667"/>
              <a:gd name="connsiteX15" fmla="*/ 372478 w 1562695"/>
              <a:gd name="connsiteY15" fmla="*/ 524601 h 1629667"/>
              <a:gd name="connsiteX16" fmla="*/ 372493 w 1562695"/>
              <a:gd name="connsiteY16" fmla="*/ 525795 h 1629667"/>
              <a:gd name="connsiteX17" fmla="*/ 372534 w 1562695"/>
              <a:gd name="connsiteY17" fmla="*/ 526967 h 1629667"/>
              <a:gd name="connsiteX18" fmla="*/ 449132 w 1562695"/>
              <a:gd name="connsiteY18" fmla="*/ 560100 h 1629667"/>
              <a:gd name="connsiteX19" fmla="*/ 450021 w 1562695"/>
              <a:gd name="connsiteY19" fmla="*/ 559333 h 1629667"/>
              <a:gd name="connsiteX20" fmla="*/ 571561 w 1562695"/>
              <a:gd name="connsiteY20" fmla="*/ 452294 h 1629667"/>
              <a:gd name="connsiteX21" fmla="*/ 693102 w 1562695"/>
              <a:gd name="connsiteY21" fmla="*/ 559333 h 1629667"/>
              <a:gd name="connsiteX22" fmla="*/ 694010 w 1562695"/>
              <a:gd name="connsiteY22" fmla="*/ 560115 h 1629667"/>
              <a:gd name="connsiteX23" fmla="*/ 770630 w 1562695"/>
              <a:gd name="connsiteY23" fmla="*/ 525784 h 1629667"/>
              <a:gd name="connsiteX24" fmla="*/ 770645 w 1562695"/>
              <a:gd name="connsiteY24" fmla="*/ 524602 h 1629667"/>
              <a:gd name="connsiteX25" fmla="*/ 770643 w 1562695"/>
              <a:gd name="connsiteY25" fmla="*/ 0 h 1629667"/>
              <a:gd name="connsiteX26" fmla="*/ 1357190 w 1562695"/>
              <a:gd name="connsiteY26" fmla="*/ 0 h 1629667"/>
              <a:gd name="connsiteX27" fmla="*/ 1507037 w 1562695"/>
              <a:gd name="connsiteY27" fmla="*/ 149706 h 1629667"/>
              <a:gd name="connsiteX28" fmla="*/ 1507037 w 1562695"/>
              <a:gd name="connsiteY28" fmla="*/ 1189103 h 1629667"/>
              <a:gd name="connsiteX29" fmla="*/ 1357190 w 1562695"/>
              <a:gd name="connsiteY29" fmla="*/ 1338809 h 1629667"/>
              <a:gd name="connsiteX30" fmla="*/ 213405 w 1562695"/>
              <a:gd name="connsiteY30" fmla="*/ 1338809 h 1629667"/>
              <a:gd name="connsiteX31" fmla="*/ 719268 w 1562695"/>
              <a:gd name="connsiteY31" fmla="*/ 0 h 1629667"/>
              <a:gd name="connsiteX32" fmla="*/ 719268 w 1562695"/>
              <a:gd name="connsiteY32" fmla="*/ 513282 h 1629667"/>
              <a:gd name="connsiteX33" fmla="*/ 614709 w 1562695"/>
              <a:gd name="connsiteY33" fmla="*/ 413528 h 1629667"/>
              <a:gd name="connsiteX34" fmla="*/ 613401 w 1562695"/>
              <a:gd name="connsiteY34" fmla="*/ 412312 h 1629667"/>
              <a:gd name="connsiteX35" fmla="*/ 612658 w 1562695"/>
              <a:gd name="connsiteY35" fmla="*/ 411651 h 1629667"/>
              <a:gd name="connsiteX36" fmla="*/ 529136 w 1562695"/>
              <a:gd name="connsiteY36" fmla="*/ 412849 h 1629667"/>
              <a:gd name="connsiteX37" fmla="*/ 528414 w 1562695"/>
              <a:gd name="connsiteY37" fmla="*/ 413528 h 1629667"/>
              <a:gd name="connsiteX38" fmla="*/ 423855 w 1562695"/>
              <a:gd name="connsiteY38" fmla="*/ 513277 h 1629667"/>
              <a:gd name="connsiteX39" fmla="*/ 423855 w 1562695"/>
              <a:gd name="connsiteY39" fmla="*/ 0 h 1629667"/>
              <a:gd name="connsiteX40" fmla="*/ 719268 w 1562695"/>
              <a:gd name="connsiteY40" fmla="*/ 0 h 162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62695" h="1629667">
                <a:moveTo>
                  <a:pt x="213405" y="1338809"/>
                </a:moveTo>
                <a:cubicBezTo>
                  <a:pt x="156069" y="1338809"/>
                  <a:pt x="111316" y="1380067"/>
                  <a:pt x="111316" y="1428633"/>
                </a:cubicBezTo>
                <a:cubicBezTo>
                  <a:pt x="111316" y="1476714"/>
                  <a:pt x="155178" y="1517632"/>
                  <a:pt x="211688" y="1518445"/>
                </a:cubicBezTo>
                <a:lnTo>
                  <a:pt x="213405" y="1518456"/>
                </a:lnTo>
                <a:lnTo>
                  <a:pt x="1507037" y="1518456"/>
                </a:lnTo>
                <a:cubicBezTo>
                  <a:pt x="1537776" y="1518456"/>
                  <a:pt x="1562695" y="1543353"/>
                  <a:pt x="1562695" y="1574062"/>
                </a:cubicBezTo>
                <a:cubicBezTo>
                  <a:pt x="1562695" y="1604334"/>
                  <a:pt x="1538483" y="1628956"/>
                  <a:pt x="1508351" y="1629653"/>
                </a:cubicBezTo>
                <a:lnTo>
                  <a:pt x="1507037" y="1629668"/>
                </a:lnTo>
                <a:lnTo>
                  <a:pt x="213405" y="1629668"/>
                </a:lnTo>
                <a:cubicBezTo>
                  <a:pt x="96500" y="1629668"/>
                  <a:pt x="0" y="1540704"/>
                  <a:pt x="0" y="1428633"/>
                </a:cubicBezTo>
                <a:cubicBezTo>
                  <a:pt x="0" y="1379482"/>
                  <a:pt x="18561" y="1334776"/>
                  <a:pt x="49264" y="1300070"/>
                </a:cubicBezTo>
                <a:cubicBezTo>
                  <a:pt x="19007" y="1272685"/>
                  <a:pt x="0" y="1233110"/>
                  <a:pt x="0" y="1189100"/>
                </a:cubicBezTo>
                <a:lnTo>
                  <a:pt x="0" y="149706"/>
                </a:lnTo>
                <a:cubicBezTo>
                  <a:pt x="0" y="67028"/>
                  <a:pt x="67090" y="0"/>
                  <a:pt x="149848" y="0"/>
                </a:cubicBezTo>
                <a:lnTo>
                  <a:pt x="372478" y="0"/>
                </a:lnTo>
                <a:lnTo>
                  <a:pt x="372478" y="524601"/>
                </a:lnTo>
                <a:lnTo>
                  <a:pt x="372493" y="525795"/>
                </a:lnTo>
                <a:lnTo>
                  <a:pt x="372534" y="526967"/>
                </a:lnTo>
                <a:cubicBezTo>
                  <a:pt x="374342" y="565026"/>
                  <a:pt x="419608" y="584909"/>
                  <a:pt x="449132" y="560100"/>
                </a:cubicBezTo>
                <a:lnTo>
                  <a:pt x="450021" y="559333"/>
                </a:lnTo>
                <a:lnTo>
                  <a:pt x="571561" y="452294"/>
                </a:lnTo>
                <a:lnTo>
                  <a:pt x="693102" y="559333"/>
                </a:lnTo>
                <a:lnTo>
                  <a:pt x="694010" y="560115"/>
                </a:lnTo>
                <a:cubicBezTo>
                  <a:pt x="723837" y="585155"/>
                  <a:pt x="769715" y="564604"/>
                  <a:pt x="770630" y="525784"/>
                </a:cubicBezTo>
                <a:lnTo>
                  <a:pt x="770645" y="524602"/>
                </a:lnTo>
                <a:lnTo>
                  <a:pt x="770643" y="0"/>
                </a:lnTo>
                <a:lnTo>
                  <a:pt x="1357190" y="0"/>
                </a:lnTo>
                <a:cubicBezTo>
                  <a:pt x="1439949" y="0"/>
                  <a:pt x="1507037" y="67027"/>
                  <a:pt x="1507037" y="149706"/>
                </a:cubicBezTo>
                <a:lnTo>
                  <a:pt x="1507037" y="1189103"/>
                </a:lnTo>
                <a:cubicBezTo>
                  <a:pt x="1507037" y="1271783"/>
                  <a:pt x="1439949" y="1338809"/>
                  <a:pt x="1357190" y="1338809"/>
                </a:cubicBezTo>
                <a:lnTo>
                  <a:pt x="213405" y="1338809"/>
                </a:lnTo>
                <a:close/>
                <a:moveTo>
                  <a:pt x="719268" y="0"/>
                </a:moveTo>
                <a:lnTo>
                  <a:pt x="719268" y="513282"/>
                </a:lnTo>
                <a:lnTo>
                  <a:pt x="614709" y="413528"/>
                </a:lnTo>
                <a:lnTo>
                  <a:pt x="613401" y="412312"/>
                </a:lnTo>
                <a:lnTo>
                  <a:pt x="612658" y="411651"/>
                </a:lnTo>
                <a:cubicBezTo>
                  <a:pt x="588306" y="390261"/>
                  <a:pt x="553084" y="390661"/>
                  <a:pt x="529136" y="412849"/>
                </a:cubicBezTo>
                <a:lnTo>
                  <a:pt x="528414" y="413528"/>
                </a:lnTo>
                <a:lnTo>
                  <a:pt x="423855" y="513277"/>
                </a:lnTo>
                <a:lnTo>
                  <a:pt x="423855" y="0"/>
                </a:lnTo>
                <a:lnTo>
                  <a:pt x="719268" y="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60" name="图形 58">
            <a:extLst>
              <a:ext uri="{FF2B5EF4-FFF2-40B4-BE49-F238E27FC236}">
                <a16:creationId xmlns:a16="http://schemas.microsoft.com/office/drawing/2014/main" id="{1AA25F5D-7955-7736-FD23-3CB5E632F408}"/>
              </a:ext>
            </a:extLst>
          </p:cNvPr>
          <p:cNvSpPr/>
          <p:nvPr/>
        </p:nvSpPr>
        <p:spPr>
          <a:xfrm>
            <a:off x="7744863" y="3030129"/>
            <a:ext cx="252830" cy="270137"/>
          </a:xfrm>
          <a:custGeom>
            <a:avLst/>
            <a:gdLst>
              <a:gd name="connsiteX0" fmla="*/ 211931 w 252830"/>
              <a:gd name="connsiteY0" fmla="*/ 0 h 270137"/>
              <a:gd name="connsiteX1" fmla="*/ 252830 w 252830"/>
              <a:gd name="connsiteY1" fmla="*/ 42941 h 270137"/>
              <a:gd name="connsiteX2" fmla="*/ 252830 w 252830"/>
              <a:gd name="connsiteY2" fmla="*/ 227197 h 270137"/>
              <a:gd name="connsiteX3" fmla="*/ 211931 w 252830"/>
              <a:gd name="connsiteY3" fmla="*/ 270138 h 270137"/>
              <a:gd name="connsiteX4" fmla="*/ 40899 w 252830"/>
              <a:gd name="connsiteY4" fmla="*/ 270138 h 270137"/>
              <a:gd name="connsiteX5" fmla="*/ 0 w 252830"/>
              <a:gd name="connsiteY5" fmla="*/ 227197 h 270137"/>
              <a:gd name="connsiteX6" fmla="*/ 0 w 252830"/>
              <a:gd name="connsiteY6" fmla="*/ 42941 h 270137"/>
              <a:gd name="connsiteX7" fmla="*/ 40899 w 252830"/>
              <a:gd name="connsiteY7" fmla="*/ 0 h 270137"/>
              <a:gd name="connsiteX8" fmla="*/ 211931 w 252830"/>
              <a:gd name="connsiteY8" fmla="*/ 0 h 270137"/>
              <a:gd name="connsiteX9" fmla="*/ 186888 w 252830"/>
              <a:gd name="connsiteY9" fmla="*/ 195186 h 270137"/>
              <a:gd name="connsiteX10" fmla="*/ 65161 w 252830"/>
              <a:gd name="connsiteY10" fmla="*/ 195186 h 270137"/>
              <a:gd name="connsiteX11" fmla="*/ 59306 w 252830"/>
              <a:gd name="connsiteY11" fmla="*/ 201042 h 270137"/>
              <a:gd name="connsiteX12" fmla="*/ 65161 w 252830"/>
              <a:gd name="connsiteY12" fmla="*/ 206897 h 270137"/>
              <a:gd name="connsiteX13" fmla="*/ 186888 w 252830"/>
              <a:gd name="connsiteY13" fmla="*/ 206897 h 270137"/>
              <a:gd name="connsiteX14" fmla="*/ 192744 w 252830"/>
              <a:gd name="connsiteY14" fmla="*/ 201042 h 270137"/>
              <a:gd name="connsiteX15" fmla="*/ 186888 w 252830"/>
              <a:gd name="connsiteY15" fmla="*/ 195186 h 270137"/>
              <a:gd name="connsiteX16" fmla="*/ 186888 w 252830"/>
              <a:gd name="connsiteY16" fmla="*/ 143657 h 270137"/>
              <a:gd name="connsiteX17" fmla="*/ 65942 w 252830"/>
              <a:gd name="connsiteY17" fmla="*/ 143657 h 270137"/>
              <a:gd name="connsiteX18" fmla="*/ 60086 w 252830"/>
              <a:gd name="connsiteY18" fmla="*/ 149513 h 270137"/>
              <a:gd name="connsiteX19" fmla="*/ 65942 w 252830"/>
              <a:gd name="connsiteY19" fmla="*/ 155368 h 270137"/>
              <a:gd name="connsiteX20" fmla="*/ 186888 w 252830"/>
              <a:gd name="connsiteY20" fmla="*/ 155368 h 270137"/>
              <a:gd name="connsiteX21" fmla="*/ 192744 w 252830"/>
              <a:gd name="connsiteY21" fmla="*/ 149513 h 270137"/>
              <a:gd name="connsiteX22" fmla="*/ 186888 w 252830"/>
              <a:gd name="connsiteY22" fmla="*/ 143657 h 270137"/>
              <a:gd name="connsiteX23" fmla="*/ 92379 w 252830"/>
              <a:gd name="connsiteY23" fmla="*/ 36815 h 270137"/>
              <a:gd name="connsiteX24" fmla="*/ 80944 w 252830"/>
              <a:gd name="connsiteY24" fmla="*/ 40360 h 270137"/>
              <a:gd name="connsiteX25" fmla="*/ 53953 w 252830"/>
              <a:gd name="connsiteY25" fmla="*/ 101473 h 270137"/>
              <a:gd name="connsiteX26" fmla="*/ 53876 w 252830"/>
              <a:gd name="connsiteY26" fmla="*/ 101654 h 270137"/>
              <a:gd name="connsiteX27" fmla="*/ 56940 w 252830"/>
              <a:gd name="connsiteY27" fmla="*/ 109195 h 270137"/>
              <a:gd name="connsiteX28" fmla="*/ 57122 w 252830"/>
              <a:gd name="connsiteY28" fmla="*/ 109272 h 270137"/>
              <a:gd name="connsiteX29" fmla="*/ 64659 w 252830"/>
              <a:gd name="connsiteY29" fmla="*/ 106206 h 270137"/>
              <a:gd name="connsiteX30" fmla="*/ 71393 w 252830"/>
              <a:gd name="connsiteY30" fmla="*/ 90957 h 270137"/>
              <a:gd name="connsiteX31" fmla="*/ 106113 w 252830"/>
              <a:gd name="connsiteY31" fmla="*/ 90957 h 270137"/>
              <a:gd name="connsiteX32" fmla="*/ 113312 w 252830"/>
              <a:gd name="connsiteY32" fmla="*/ 106324 h 270137"/>
              <a:gd name="connsiteX33" fmla="*/ 113399 w 252830"/>
              <a:gd name="connsiteY33" fmla="*/ 106502 h 270137"/>
              <a:gd name="connsiteX34" fmla="*/ 121095 w 252830"/>
              <a:gd name="connsiteY34" fmla="*/ 109142 h 270137"/>
              <a:gd name="connsiteX35" fmla="*/ 123911 w 252830"/>
              <a:gd name="connsiteY35" fmla="*/ 101354 h 270137"/>
              <a:gd name="connsiteX36" fmla="*/ 95257 w 252830"/>
              <a:gd name="connsiteY36" fmla="*/ 40186 h 270137"/>
              <a:gd name="connsiteX37" fmla="*/ 95125 w 252830"/>
              <a:gd name="connsiteY37" fmla="*/ 39917 h 270137"/>
              <a:gd name="connsiteX38" fmla="*/ 92379 w 252830"/>
              <a:gd name="connsiteY38" fmla="*/ 36815 h 270137"/>
              <a:gd name="connsiteX39" fmla="*/ 182027 w 252830"/>
              <a:gd name="connsiteY39" fmla="*/ 97984 h 270137"/>
              <a:gd name="connsiteX40" fmla="*/ 141241 w 252830"/>
              <a:gd name="connsiteY40" fmla="*/ 97984 h 270137"/>
              <a:gd name="connsiteX41" fmla="*/ 141052 w 252830"/>
              <a:gd name="connsiteY41" fmla="*/ 97987 h 270137"/>
              <a:gd name="connsiteX42" fmla="*/ 135389 w 252830"/>
              <a:gd name="connsiteY42" fmla="*/ 103839 h 270137"/>
              <a:gd name="connsiteX43" fmla="*/ 141241 w 252830"/>
              <a:gd name="connsiteY43" fmla="*/ 109695 h 270137"/>
              <a:gd name="connsiteX44" fmla="*/ 182027 w 252830"/>
              <a:gd name="connsiteY44" fmla="*/ 109695 h 270137"/>
              <a:gd name="connsiteX45" fmla="*/ 182216 w 252830"/>
              <a:gd name="connsiteY45" fmla="*/ 109692 h 270137"/>
              <a:gd name="connsiteX46" fmla="*/ 187880 w 252830"/>
              <a:gd name="connsiteY46" fmla="*/ 103839 h 270137"/>
              <a:gd name="connsiteX47" fmla="*/ 182027 w 252830"/>
              <a:gd name="connsiteY47" fmla="*/ 97984 h 270137"/>
              <a:gd name="connsiteX48" fmla="*/ 160360 w 252830"/>
              <a:gd name="connsiteY48" fmla="*/ 42941 h 270137"/>
              <a:gd name="connsiteX49" fmla="*/ 154507 w 252830"/>
              <a:gd name="connsiteY49" fmla="*/ 48794 h 270137"/>
              <a:gd name="connsiteX50" fmla="*/ 154507 w 252830"/>
              <a:gd name="connsiteY50" fmla="*/ 57776 h 270137"/>
              <a:gd name="connsiteX51" fmla="*/ 145146 w 252830"/>
              <a:gd name="connsiteY51" fmla="*/ 57776 h 270137"/>
              <a:gd name="connsiteX52" fmla="*/ 138900 w 252830"/>
              <a:gd name="connsiteY52" fmla="*/ 64021 h 270137"/>
              <a:gd name="connsiteX53" fmla="*/ 145146 w 252830"/>
              <a:gd name="connsiteY53" fmla="*/ 70267 h 270137"/>
              <a:gd name="connsiteX54" fmla="*/ 154507 w 252830"/>
              <a:gd name="connsiteY54" fmla="*/ 70267 h 270137"/>
              <a:gd name="connsiteX55" fmla="*/ 154507 w 252830"/>
              <a:gd name="connsiteY55" fmla="*/ 79249 h 270137"/>
              <a:gd name="connsiteX56" fmla="*/ 160360 w 252830"/>
              <a:gd name="connsiteY56" fmla="*/ 85102 h 270137"/>
              <a:gd name="connsiteX57" fmla="*/ 166212 w 252830"/>
              <a:gd name="connsiteY57" fmla="*/ 79249 h 270137"/>
              <a:gd name="connsiteX58" fmla="*/ 166212 w 252830"/>
              <a:gd name="connsiteY58" fmla="*/ 70267 h 270137"/>
              <a:gd name="connsiteX59" fmla="*/ 175573 w 252830"/>
              <a:gd name="connsiteY59" fmla="*/ 70267 h 270137"/>
              <a:gd name="connsiteX60" fmla="*/ 181819 w 252830"/>
              <a:gd name="connsiteY60" fmla="*/ 64021 h 270137"/>
              <a:gd name="connsiteX61" fmla="*/ 175573 w 252830"/>
              <a:gd name="connsiteY61" fmla="*/ 57776 h 270137"/>
              <a:gd name="connsiteX62" fmla="*/ 166212 w 252830"/>
              <a:gd name="connsiteY62" fmla="*/ 57776 h 270137"/>
              <a:gd name="connsiteX63" fmla="*/ 166212 w 252830"/>
              <a:gd name="connsiteY63" fmla="*/ 48794 h 270137"/>
              <a:gd name="connsiteX64" fmla="*/ 160360 w 252830"/>
              <a:gd name="connsiteY64" fmla="*/ 42941 h 270137"/>
              <a:gd name="connsiteX65" fmla="*/ 88243 w 252830"/>
              <a:gd name="connsiteY65" fmla="*/ 52808 h 270137"/>
              <a:gd name="connsiteX66" fmla="*/ 100627 w 252830"/>
              <a:gd name="connsiteY66" fmla="*/ 79245 h 270137"/>
              <a:gd name="connsiteX67" fmla="*/ 76566 w 252830"/>
              <a:gd name="connsiteY67" fmla="*/ 79245 h 270137"/>
              <a:gd name="connsiteX68" fmla="*/ 88243 w 252830"/>
              <a:gd name="connsiteY68" fmla="*/ 52808 h 270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252830" h="270137">
                <a:moveTo>
                  <a:pt x="211931" y="0"/>
                </a:moveTo>
                <a:cubicBezTo>
                  <a:pt x="234519" y="0"/>
                  <a:pt x="252830" y="19225"/>
                  <a:pt x="252830" y="42941"/>
                </a:cubicBezTo>
                <a:lnTo>
                  <a:pt x="252830" y="227197"/>
                </a:lnTo>
                <a:cubicBezTo>
                  <a:pt x="252830" y="250913"/>
                  <a:pt x="234519" y="270138"/>
                  <a:pt x="211931" y="270138"/>
                </a:cubicBezTo>
                <a:lnTo>
                  <a:pt x="40899" y="270138"/>
                </a:lnTo>
                <a:cubicBezTo>
                  <a:pt x="18311" y="270138"/>
                  <a:pt x="0" y="250913"/>
                  <a:pt x="0" y="227197"/>
                </a:cubicBezTo>
                <a:lnTo>
                  <a:pt x="0" y="42941"/>
                </a:lnTo>
                <a:cubicBezTo>
                  <a:pt x="0" y="19225"/>
                  <a:pt x="18311" y="0"/>
                  <a:pt x="40899" y="0"/>
                </a:cubicBezTo>
                <a:lnTo>
                  <a:pt x="211931" y="0"/>
                </a:lnTo>
                <a:close/>
                <a:moveTo>
                  <a:pt x="186888" y="195186"/>
                </a:moveTo>
                <a:lnTo>
                  <a:pt x="65161" y="195186"/>
                </a:lnTo>
                <a:cubicBezTo>
                  <a:pt x="61927" y="195186"/>
                  <a:pt x="59306" y="197808"/>
                  <a:pt x="59306" y="201042"/>
                </a:cubicBezTo>
                <a:cubicBezTo>
                  <a:pt x="59306" y="204276"/>
                  <a:pt x="61927" y="206897"/>
                  <a:pt x="65161" y="206897"/>
                </a:cubicBezTo>
                <a:lnTo>
                  <a:pt x="186888" y="206897"/>
                </a:lnTo>
                <a:cubicBezTo>
                  <a:pt x="190122" y="206897"/>
                  <a:pt x="192744" y="204276"/>
                  <a:pt x="192744" y="201042"/>
                </a:cubicBezTo>
                <a:cubicBezTo>
                  <a:pt x="192744" y="197808"/>
                  <a:pt x="190122" y="195186"/>
                  <a:pt x="186888" y="195186"/>
                </a:cubicBezTo>
                <a:close/>
                <a:moveTo>
                  <a:pt x="186888" y="143657"/>
                </a:moveTo>
                <a:lnTo>
                  <a:pt x="65942" y="143657"/>
                </a:lnTo>
                <a:cubicBezTo>
                  <a:pt x="62708" y="143657"/>
                  <a:pt x="60086" y="146279"/>
                  <a:pt x="60086" y="149513"/>
                </a:cubicBezTo>
                <a:cubicBezTo>
                  <a:pt x="60086" y="152747"/>
                  <a:pt x="62708" y="155368"/>
                  <a:pt x="65942" y="155368"/>
                </a:cubicBezTo>
                <a:lnTo>
                  <a:pt x="186888" y="155368"/>
                </a:lnTo>
                <a:cubicBezTo>
                  <a:pt x="190122" y="155368"/>
                  <a:pt x="192744" y="152747"/>
                  <a:pt x="192744" y="149513"/>
                </a:cubicBezTo>
                <a:cubicBezTo>
                  <a:pt x="192744" y="146279"/>
                  <a:pt x="190122" y="143657"/>
                  <a:pt x="186888" y="143657"/>
                </a:cubicBezTo>
                <a:close/>
                <a:moveTo>
                  <a:pt x="92379" y="36815"/>
                </a:moveTo>
                <a:cubicBezTo>
                  <a:pt x="88177" y="34020"/>
                  <a:pt x="82894" y="35946"/>
                  <a:pt x="80944" y="40360"/>
                </a:cubicBezTo>
                <a:lnTo>
                  <a:pt x="53953" y="101473"/>
                </a:lnTo>
                <a:lnTo>
                  <a:pt x="53876" y="101654"/>
                </a:lnTo>
                <a:cubicBezTo>
                  <a:pt x="52702" y="104571"/>
                  <a:pt x="54044" y="107915"/>
                  <a:pt x="56940" y="109195"/>
                </a:cubicBezTo>
                <a:lnTo>
                  <a:pt x="57122" y="109272"/>
                </a:lnTo>
                <a:cubicBezTo>
                  <a:pt x="60037" y="110447"/>
                  <a:pt x="63379" y="109104"/>
                  <a:pt x="64659" y="106206"/>
                </a:cubicBezTo>
                <a:lnTo>
                  <a:pt x="71393" y="90957"/>
                </a:lnTo>
                <a:lnTo>
                  <a:pt x="106113" y="90957"/>
                </a:lnTo>
                <a:lnTo>
                  <a:pt x="113312" y="106324"/>
                </a:lnTo>
                <a:lnTo>
                  <a:pt x="113399" y="106502"/>
                </a:lnTo>
                <a:cubicBezTo>
                  <a:pt x="114826" y="109303"/>
                  <a:pt x="118228" y="110486"/>
                  <a:pt x="121095" y="109142"/>
                </a:cubicBezTo>
                <a:cubicBezTo>
                  <a:pt x="124022" y="107769"/>
                  <a:pt x="125283" y="104283"/>
                  <a:pt x="123911" y="101354"/>
                </a:cubicBezTo>
                <a:lnTo>
                  <a:pt x="95257" y="40186"/>
                </a:lnTo>
                <a:lnTo>
                  <a:pt x="95125" y="39917"/>
                </a:lnTo>
                <a:cubicBezTo>
                  <a:pt x="94489" y="38672"/>
                  <a:pt x="93555" y="37597"/>
                  <a:pt x="92379" y="36815"/>
                </a:cubicBezTo>
                <a:close/>
                <a:moveTo>
                  <a:pt x="182027" y="97984"/>
                </a:moveTo>
                <a:lnTo>
                  <a:pt x="141241" y="97984"/>
                </a:lnTo>
                <a:lnTo>
                  <a:pt x="141052" y="97987"/>
                </a:lnTo>
                <a:cubicBezTo>
                  <a:pt x="137907" y="98087"/>
                  <a:pt x="135389" y="100669"/>
                  <a:pt x="135389" y="103839"/>
                </a:cubicBezTo>
                <a:cubicBezTo>
                  <a:pt x="135389" y="107074"/>
                  <a:pt x="138009" y="109695"/>
                  <a:pt x="141241" y="109695"/>
                </a:cubicBezTo>
                <a:lnTo>
                  <a:pt x="182027" y="109695"/>
                </a:lnTo>
                <a:lnTo>
                  <a:pt x="182216" y="109692"/>
                </a:lnTo>
                <a:cubicBezTo>
                  <a:pt x="185361" y="109592"/>
                  <a:pt x="187880" y="107010"/>
                  <a:pt x="187880" y="103839"/>
                </a:cubicBezTo>
                <a:cubicBezTo>
                  <a:pt x="187880" y="100605"/>
                  <a:pt x="185259" y="97984"/>
                  <a:pt x="182027" y="97984"/>
                </a:cubicBezTo>
                <a:close/>
                <a:moveTo>
                  <a:pt x="160360" y="42941"/>
                </a:moveTo>
                <a:cubicBezTo>
                  <a:pt x="157128" y="42941"/>
                  <a:pt x="154507" y="45561"/>
                  <a:pt x="154507" y="48794"/>
                </a:cubicBezTo>
                <a:lnTo>
                  <a:pt x="154507" y="57776"/>
                </a:lnTo>
                <a:lnTo>
                  <a:pt x="145146" y="57776"/>
                </a:lnTo>
                <a:cubicBezTo>
                  <a:pt x="141697" y="57776"/>
                  <a:pt x="138900" y="60572"/>
                  <a:pt x="138900" y="64021"/>
                </a:cubicBezTo>
                <a:cubicBezTo>
                  <a:pt x="138900" y="67471"/>
                  <a:pt x="141697" y="70267"/>
                  <a:pt x="145146" y="70267"/>
                </a:cubicBezTo>
                <a:lnTo>
                  <a:pt x="154507" y="70267"/>
                </a:lnTo>
                <a:lnTo>
                  <a:pt x="154507" y="79249"/>
                </a:lnTo>
                <a:cubicBezTo>
                  <a:pt x="154507" y="82481"/>
                  <a:pt x="157128" y="85102"/>
                  <a:pt x="160360" y="85102"/>
                </a:cubicBezTo>
                <a:cubicBezTo>
                  <a:pt x="163592" y="85102"/>
                  <a:pt x="166212" y="82481"/>
                  <a:pt x="166212" y="79249"/>
                </a:cubicBezTo>
                <a:lnTo>
                  <a:pt x="166212" y="70267"/>
                </a:lnTo>
                <a:lnTo>
                  <a:pt x="175573" y="70267"/>
                </a:lnTo>
                <a:cubicBezTo>
                  <a:pt x="179023" y="70267"/>
                  <a:pt x="181819" y="67471"/>
                  <a:pt x="181819" y="64021"/>
                </a:cubicBezTo>
                <a:cubicBezTo>
                  <a:pt x="181819" y="60572"/>
                  <a:pt x="179023" y="57776"/>
                  <a:pt x="175573" y="57776"/>
                </a:cubicBezTo>
                <a:lnTo>
                  <a:pt x="166212" y="57776"/>
                </a:lnTo>
                <a:lnTo>
                  <a:pt x="166212" y="48794"/>
                </a:lnTo>
                <a:cubicBezTo>
                  <a:pt x="166212" y="45562"/>
                  <a:pt x="163592" y="42941"/>
                  <a:pt x="160360" y="42941"/>
                </a:cubicBezTo>
                <a:close/>
                <a:moveTo>
                  <a:pt x="88243" y="52808"/>
                </a:moveTo>
                <a:lnTo>
                  <a:pt x="100627" y="79245"/>
                </a:lnTo>
                <a:lnTo>
                  <a:pt x="76566" y="79245"/>
                </a:lnTo>
                <a:lnTo>
                  <a:pt x="88243" y="52808"/>
                </a:lnTo>
                <a:close/>
              </a:path>
            </a:pathLst>
          </a:custGeom>
          <a:solidFill>
            <a:schemeClr val="accent1"/>
          </a:solidFill>
          <a:ln w="33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456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A81EB-2EEC-4AB1-6508-9A6C33FB1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4FEDC1A9-7309-9CAC-2BB3-1B9AC2AE120E}"/>
              </a:ext>
            </a:extLst>
          </p:cNvPr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01C635F-9018-F2A8-5C5C-38283BBAFA99}"/>
              </a:ext>
            </a:extLst>
          </p:cNvPr>
          <p:cNvGrpSpPr/>
          <p:nvPr/>
        </p:nvGrpSpPr>
        <p:grpSpPr>
          <a:xfrm>
            <a:off x="-2" y="1537960"/>
            <a:ext cx="2703742" cy="921872"/>
            <a:chOff x="-2" y="1537960"/>
            <a:chExt cx="2703742" cy="92187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6978711-13CE-7A57-9BF7-0A38644AC69A}"/>
                </a:ext>
              </a:extLst>
            </p:cNvPr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>
              <a:extLst>
                <a:ext uri="{FF2B5EF4-FFF2-40B4-BE49-F238E27FC236}">
                  <a16:creationId xmlns:a16="http://schemas.microsoft.com/office/drawing/2014/main" id="{9CD26B39-B990-1667-21FB-E69DC2D80959}"/>
                </a:ext>
              </a:extLst>
            </p:cNvPr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79CC79C8-4B01-C655-5D5B-31BDDF402B92}"/>
              </a:ext>
            </a:extLst>
          </p:cNvPr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8A89D9-C3DD-F6BD-0294-2EB298F33C9A}"/>
              </a:ext>
            </a:extLst>
          </p:cNvPr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6A1BD8D-CB84-5314-ED47-E9C76819F31B}"/>
              </a:ext>
            </a:extLst>
          </p:cNvPr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96E5365-C84C-2F7E-0A89-247D220297D6}"/>
              </a:ext>
            </a:extLst>
          </p:cNvPr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A3C041-B4DA-A05D-4DB0-C4D41DEB8036}"/>
              </a:ext>
            </a:extLst>
          </p:cNvPr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</a:p>
        </p:txBody>
      </p:sp>
      <p:sp>
        <p:nvSpPr>
          <p:cNvPr id="17" name="图形 15">
            <a:extLst>
              <a:ext uri="{FF2B5EF4-FFF2-40B4-BE49-F238E27FC236}">
                <a16:creationId xmlns:a16="http://schemas.microsoft.com/office/drawing/2014/main" id="{59AFE34D-206A-3AAA-0316-6E0D05769D1B}"/>
              </a:ext>
            </a:extLst>
          </p:cNvPr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bg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C5305FD-B584-CC9D-F58A-82FA8433A4DD}"/>
              </a:ext>
            </a:extLst>
          </p:cNvPr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</p:grpSpPr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31EA9420-31DA-94D1-A32F-F90B568BD504}"/>
                </a:ext>
              </a:extLst>
            </p:cNvPr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7B946282-9307-3AA9-4FAE-C688FFD1D3E6}"/>
                </a:ext>
              </a:extLst>
            </p:cNvPr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BCD85F48-0F61-7EA7-FE7E-4CC1970C80E9}"/>
                </a:ext>
              </a:extLst>
            </p:cNvPr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>
            <a:extLst>
              <a:ext uri="{FF2B5EF4-FFF2-40B4-BE49-F238E27FC236}">
                <a16:creationId xmlns:a16="http://schemas.microsoft.com/office/drawing/2014/main" id="{109137CD-7698-A67E-A1C9-3B8CE7F594E0}"/>
              </a:ext>
            </a:extLst>
          </p:cNvPr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>
            <a:extLst>
              <a:ext uri="{FF2B5EF4-FFF2-40B4-BE49-F238E27FC236}">
                <a16:creationId xmlns:a16="http://schemas.microsoft.com/office/drawing/2014/main" id="{6D5C36EE-DCB3-4C35-4B8D-AA73C4666D9C}"/>
              </a:ext>
            </a:extLst>
          </p:cNvPr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D5A4457-9656-77C6-F028-5142BE517EAC}"/>
              </a:ext>
            </a:extLst>
          </p:cNvPr>
          <p:cNvSpPr txBox="1"/>
          <p:nvPr/>
        </p:nvSpPr>
        <p:spPr>
          <a:xfrm>
            <a:off x="3930467" y="212442"/>
            <a:ext cx="1712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荣誉证书</a:t>
            </a:r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0A60055D-BF29-9A1E-07C6-ABB40800D537}"/>
              </a:ext>
            </a:extLst>
          </p:cNvPr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FDE9E065-AA28-9195-F17D-CEDA7E770E7C}"/>
              </a:ext>
            </a:extLst>
          </p:cNvPr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C3F50223-1846-2BBD-A2D6-CE0045516F09}"/>
                </a:ext>
              </a:extLst>
            </p:cNvPr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>
                <a:extLst>
                  <a:ext uri="{FF2B5EF4-FFF2-40B4-BE49-F238E27FC236}">
                    <a16:creationId xmlns:a16="http://schemas.microsoft.com/office/drawing/2014/main" id="{1CA82602-448B-5C55-74FA-D160F9038C16}"/>
                  </a:ext>
                </a:extLst>
              </p:cNvPr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8E517235-22AA-F59F-F0B0-719FC8E8915D}"/>
                  </a:ext>
                </a:extLst>
              </p:cNvPr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ACB7777-4AB0-6845-CB15-77032016D8DD}"/>
                </a:ext>
              </a:extLst>
            </p:cNvPr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D0BBB75B-56EA-AB97-DBD1-3D941C264DF6}"/>
              </a:ext>
            </a:extLst>
          </p:cNvPr>
          <p:cNvSpPr txBox="1"/>
          <p:nvPr/>
        </p:nvSpPr>
        <p:spPr>
          <a:xfrm>
            <a:off x="4617700" y="1055197"/>
            <a:ext cx="6964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+mn-ea"/>
              </a:rPr>
              <a:t>荣获国家级荣誉 2 项、省级奖项 1 项、企业认证 3 项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0AB1D57D-B068-E087-9A8E-48B50C59DD41}"/>
              </a:ext>
            </a:extLst>
          </p:cNvPr>
          <p:cNvSpPr/>
          <p:nvPr/>
        </p:nvSpPr>
        <p:spPr>
          <a:xfrm>
            <a:off x="3228703" y="2005761"/>
            <a:ext cx="8668022" cy="4480764"/>
          </a:xfrm>
          <a:prstGeom prst="roundRect">
            <a:avLst>
              <a:gd name="adj" fmla="val 10293"/>
            </a:avLst>
          </a:prstGeom>
          <a:solidFill>
            <a:schemeClr val="accent1">
              <a:lumMod val="20000"/>
              <a:lumOff val="80000"/>
              <a:alpha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045ACC-DC3A-AAF2-FF5C-AFEB00CA081D}"/>
              </a:ext>
            </a:extLst>
          </p:cNvPr>
          <p:cNvSpPr txBox="1"/>
          <p:nvPr/>
        </p:nvSpPr>
        <p:spPr>
          <a:xfrm>
            <a:off x="3751925" y="2813827"/>
            <a:ext cx="480586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ea"/>
              </a:rPr>
              <a:t>2024 年国家励志奖学金</a:t>
            </a:r>
            <a:endParaRPr lang="en-US" altLang="zh-CN" sz="16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ea"/>
              </a:rPr>
              <a:t>2025 年国家励志奖学金</a:t>
            </a:r>
            <a:endParaRPr lang="en-US" altLang="zh-CN" sz="16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ea"/>
              </a:rPr>
              <a:t>2024 年中国机器人及人工智能大赛湖北赛区三等奖</a:t>
            </a:r>
            <a:endParaRPr lang="en-US" altLang="zh-CN" sz="16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ea"/>
              </a:rPr>
              <a:t>中国国际大学生创新大赛校级银奖（推荐省赛）</a:t>
            </a:r>
            <a:endParaRPr lang="en-US" altLang="zh-CN" sz="16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ea"/>
              </a:rPr>
              <a:t>2025 年腾讯大前端菁英班结业证书</a:t>
            </a:r>
            <a:endParaRPr lang="en-US" altLang="zh-CN" sz="16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ea"/>
              </a:rPr>
              <a:t>2026 年金山办公全栈菁英工程师结业证书</a:t>
            </a:r>
            <a:endParaRPr lang="en-US" altLang="zh-CN" sz="16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ea"/>
              </a:rPr>
              <a:t>2025 年华为 HarmonyOS 应用开发者认证</a:t>
            </a:r>
            <a:endParaRPr lang="en-US" altLang="zh-CN" sz="16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ea"/>
              </a:rPr>
              <a:t>校级二等奖学金、优秀学生、先进个人</a:t>
            </a:r>
            <a:endParaRPr lang="en-US" altLang="zh-CN" sz="1600" dirty="0">
              <a:latin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+mn-ea"/>
              </a:rPr>
              <a:t>优秀共青团员、优秀学生干部</a:t>
            </a:r>
            <a:endParaRPr lang="en-US" altLang="zh-CN" sz="1600" dirty="0">
              <a:latin typeface="+mn-ea"/>
            </a:endParaRPr>
          </a:p>
        </p:txBody>
      </p:sp>
      <p:sp>
        <p:nvSpPr>
          <p:cNvPr id="18" name="图形 15">
            <a:extLst>
              <a:ext uri="{FF2B5EF4-FFF2-40B4-BE49-F238E27FC236}">
                <a16:creationId xmlns:a16="http://schemas.microsoft.com/office/drawing/2014/main" id="{CA8F5EE4-123E-27FC-D8C1-0055EDA54A25}"/>
              </a:ext>
            </a:extLst>
          </p:cNvPr>
          <p:cNvSpPr/>
          <p:nvPr/>
        </p:nvSpPr>
        <p:spPr>
          <a:xfrm>
            <a:off x="3526245" y="2223450"/>
            <a:ext cx="524058" cy="500844"/>
          </a:xfrm>
          <a:custGeom>
            <a:avLst/>
            <a:gdLst>
              <a:gd name="connsiteX0" fmla="*/ 1659454 w 1680234"/>
              <a:gd name="connsiteY0" fmla="*/ 20955 h 1605805"/>
              <a:gd name="connsiteX1" fmla="*/ 1608939 w 1680234"/>
              <a:gd name="connsiteY1" fmla="*/ 0 h 1605805"/>
              <a:gd name="connsiteX2" fmla="*/ 69304 w 1680234"/>
              <a:gd name="connsiteY2" fmla="*/ 0 h 1605805"/>
              <a:gd name="connsiteX3" fmla="*/ 33 w 1680234"/>
              <a:gd name="connsiteY3" fmla="*/ 73604 h 1605805"/>
              <a:gd name="connsiteX4" fmla="*/ 69304 w 1680234"/>
              <a:gd name="connsiteY4" fmla="*/ 142875 h 1605805"/>
              <a:gd name="connsiteX5" fmla="*/ 172372 w 1680234"/>
              <a:gd name="connsiteY5" fmla="*/ 142875 h 1605805"/>
              <a:gd name="connsiteX6" fmla="*/ 172372 w 1680234"/>
              <a:gd name="connsiteY6" fmla="*/ 1196340 h 1605805"/>
              <a:gd name="connsiteX7" fmla="*/ 221836 w 1680234"/>
              <a:gd name="connsiteY7" fmla="*/ 1279766 h 1605805"/>
              <a:gd name="connsiteX8" fmla="*/ 794978 w 1680234"/>
              <a:gd name="connsiteY8" fmla="*/ 1594091 h 1605805"/>
              <a:gd name="connsiteX9" fmla="*/ 886747 w 1680234"/>
              <a:gd name="connsiteY9" fmla="*/ 1593959 h 1605805"/>
              <a:gd name="connsiteX10" fmla="*/ 1456670 w 1680234"/>
              <a:gd name="connsiteY10" fmla="*/ 1279832 h 1605805"/>
              <a:gd name="connsiteX11" fmla="*/ 1505937 w 1680234"/>
              <a:gd name="connsiteY11" fmla="*/ 1196406 h 1605805"/>
              <a:gd name="connsiteX12" fmla="*/ 1505806 w 1680234"/>
              <a:gd name="connsiteY12" fmla="*/ 142941 h 1605805"/>
              <a:gd name="connsiteX13" fmla="*/ 1608939 w 1680234"/>
              <a:gd name="connsiteY13" fmla="*/ 142941 h 1605805"/>
              <a:gd name="connsiteX14" fmla="*/ 1680234 w 1680234"/>
              <a:gd name="connsiteY14" fmla="*/ 71296 h 1605805"/>
              <a:gd name="connsiteX15" fmla="*/ 1659388 w 1680234"/>
              <a:gd name="connsiteY15" fmla="*/ 21021 h 1605805"/>
              <a:gd name="connsiteX16" fmla="*/ 517111 w 1680234"/>
              <a:gd name="connsiteY16" fmla="*/ 645861 h 1605805"/>
              <a:gd name="connsiteX17" fmla="*/ 527621 w 1680234"/>
              <a:gd name="connsiteY17" fmla="*/ 625825 h 1605805"/>
              <a:gd name="connsiteX18" fmla="*/ 532088 w 1680234"/>
              <a:gd name="connsiteY18" fmla="*/ 620702 h 1605805"/>
              <a:gd name="connsiteX19" fmla="*/ 567626 w 1680234"/>
              <a:gd name="connsiteY19" fmla="*/ 602637 h 1605805"/>
              <a:gd name="connsiteX20" fmla="*/ 716742 w 1680234"/>
              <a:gd name="connsiteY20" fmla="*/ 580894 h 1605805"/>
              <a:gd name="connsiteX21" fmla="*/ 783351 w 1680234"/>
              <a:gd name="connsiteY21" fmla="*/ 445836 h 1605805"/>
              <a:gd name="connsiteX22" fmla="*/ 866681 w 1680234"/>
              <a:gd name="connsiteY22" fmla="*/ 417624 h 1605805"/>
              <a:gd name="connsiteX23" fmla="*/ 894892 w 1680234"/>
              <a:gd name="connsiteY23" fmla="*/ 445836 h 1605805"/>
              <a:gd name="connsiteX24" fmla="*/ 961567 w 1680234"/>
              <a:gd name="connsiteY24" fmla="*/ 580894 h 1605805"/>
              <a:gd name="connsiteX25" fmla="*/ 1110683 w 1680234"/>
              <a:gd name="connsiteY25" fmla="*/ 602571 h 1605805"/>
              <a:gd name="connsiteX26" fmla="*/ 1163891 w 1680234"/>
              <a:gd name="connsiteY26" fmla="*/ 666684 h 1605805"/>
              <a:gd name="connsiteX27" fmla="*/ 1163234 w 1680234"/>
              <a:gd name="connsiteY27" fmla="*/ 673056 h 1605805"/>
              <a:gd name="connsiteX28" fmla="*/ 1145104 w 1680234"/>
              <a:gd name="connsiteY28" fmla="*/ 708660 h 1605805"/>
              <a:gd name="connsiteX29" fmla="*/ 1037242 w 1680234"/>
              <a:gd name="connsiteY29" fmla="*/ 813763 h 1605805"/>
              <a:gd name="connsiteX30" fmla="*/ 1062729 w 1680234"/>
              <a:gd name="connsiteY30" fmla="*/ 962222 h 1605805"/>
              <a:gd name="connsiteX31" fmla="*/ 1018126 w 1680234"/>
              <a:gd name="connsiteY31" fmla="*/ 1032641 h 1605805"/>
              <a:gd name="connsiteX32" fmla="*/ 1011951 w 1680234"/>
              <a:gd name="connsiteY32" fmla="*/ 1034087 h 1605805"/>
              <a:gd name="connsiteX33" fmla="*/ 972537 w 1680234"/>
              <a:gd name="connsiteY33" fmla="*/ 1027780 h 1605805"/>
              <a:gd name="connsiteX34" fmla="*/ 839187 w 1680234"/>
              <a:gd name="connsiteY34" fmla="*/ 957689 h 1605805"/>
              <a:gd name="connsiteX35" fmla="*/ 705837 w 1680234"/>
              <a:gd name="connsiteY35" fmla="*/ 1027780 h 1605805"/>
              <a:gd name="connsiteX36" fmla="*/ 625039 w 1680234"/>
              <a:gd name="connsiteY36" fmla="*/ 1007220 h 1605805"/>
              <a:gd name="connsiteX37" fmla="*/ 621820 w 1680234"/>
              <a:gd name="connsiteY37" fmla="*/ 1001702 h 1605805"/>
              <a:gd name="connsiteX38" fmla="*/ 615580 w 1680234"/>
              <a:gd name="connsiteY38" fmla="*/ 962288 h 1605805"/>
              <a:gd name="connsiteX39" fmla="*/ 641002 w 1680234"/>
              <a:gd name="connsiteY39" fmla="*/ 813829 h 1605805"/>
              <a:gd name="connsiteX40" fmla="*/ 533139 w 1680234"/>
              <a:gd name="connsiteY40" fmla="*/ 708726 h 1605805"/>
              <a:gd name="connsiteX41" fmla="*/ 517111 w 1680234"/>
              <a:gd name="connsiteY41" fmla="*/ 645861 h 1605805"/>
              <a:gd name="connsiteX42" fmla="*/ 999470 w 1680234"/>
              <a:gd name="connsiteY42" fmla="*/ 697296 h 1605805"/>
              <a:gd name="connsiteX43" fmla="*/ 888717 w 1680234"/>
              <a:gd name="connsiteY43" fmla="*/ 681267 h 1605805"/>
              <a:gd name="connsiteX44" fmla="*/ 839122 w 1680234"/>
              <a:gd name="connsiteY44" fmla="*/ 580762 h 1605805"/>
              <a:gd name="connsiteX45" fmla="*/ 789592 w 1680234"/>
              <a:gd name="connsiteY45" fmla="*/ 681267 h 1605805"/>
              <a:gd name="connsiteX46" fmla="*/ 678773 w 1680234"/>
              <a:gd name="connsiteY46" fmla="*/ 697296 h 1605805"/>
              <a:gd name="connsiteX47" fmla="*/ 758915 w 1680234"/>
              <a:gd name="connsiteY47" fmla="*/ 775466 h 1605805"/>
              <a:gd name="connsiteX48" fmla="*/ 739996 w 1680234"/>
              <a:gd name="connsiteY48" fmla="*/ 885825 h 1605805"/>
              <a:gd name="connsiteX49" fmla="*/ 839187 w 1680234"/>
              <a:gd name="connsiteY49" fmla="*/ 833733 h 1605805"/>
              <a:gd name="connsiteX50" fmla="*/ 938247 w 1680234"/>
              <a:gd name="connsiteY50" fmla="*/ 885891 h 1605805"/>
              <a:gd name="connsiteX51" fmla="*/ 919329 w 1680234"/>
              <a:gd name="connsiteY51" fmla="*/ 775532 h 1605805"/>
              <a:gd name="connsiteX52" fmla="*/ 999470 w 1680234"/>
              <a:gd name="connsiteY52" fmla="*/ 697296 h 1605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680234" h="1605805">
                <a:moveTo>
                  <a:pt x="1659454" y="20955"/>
                </a:moveTo>
                <a:cubicBezTo>
                  <a:pt x="1646060" y="7549"/>
                  <a:pt x="1627889" y="12"/>
                  <a:pt x="1608939" y="0"/>
                </a:cubicBezTo>
                <a:lnTo>
                  <a:pt x="69304" y="0"/>
                </a:lnTo>
                <a:cubicBezTo>
                  <a:pt x="29851" y="1197"/>
                  <a:pt x="-1163" y="34150"/>
                  <a:pt x="33" y="73604"/>
                </a:cubicBezTo>
                <a:cubicBezTo>
                  <a:pt x="1179" y="111377"/>
                  <a:pt x="31532" y="141729"/>
                  <a:pt x="69304" y="142875"/>
                </a:cubicBezTo>
                <a:lnTo>
                  <a:pt x="172372" y="142875"/>
                </a:lnTo>
                <a:lnTo>
                  <a:pt x="172372" y="1196340"/>
                </a:lnTo>
                <a:cubicBezTo>
                  <a:pt x="172407" y="1231090"/>
                  <a:pt x="191364" y="1263062"/>
                  <a:pt x="221836" y="1279766"/>
                </a:cubicBezTo>
                <a:lnTo>
                  <a:pt x="794978" y="1594091"/>
                </a:lnTo>
                <a:cubicBezTo>
                  <a:pt x="823574" y="1609757"/>
                  <a:pt x="858196" y="1609707"/>
                  <a:pt x="886747" y="1593959"/>
                </a:cubicBezTo>
                <a:lnTo>
                  <a:pt x="1456670" y="1279832"/>
                </a:lnTo>
                <a:cubicBezTo>
                  <a:pt x="1487066" y="1263076"/>
                  <a:pt x="1505941" y="1231114"/>
                  <a:pt x="1505937" y="1196406"/>
                </a:cubicBezTo>
                <a:lnTo>
                  <a:pt x="1505806" y="142941"/>
                </a:lnTo>
                <a:lnTo>
                  <a:pt x="1608939" y="142941"/>
                </a:lnTo>
                <a:cubicBezTo>
                  <a:pt x="1648411" y="142844"/>
                  <a:pt x="1680331" y="110768"/>
                  <a:pt x="1680234" y="71296"/>
                </a:cubicBezTo>
                <a:cubicBezTo>
                  <a:pt x="1680188" y="52444"/>
                  <a:pt x="1672696" y="34374"/>
                  <a:pt x="1659388" y="21021"/>
                </a:cubicBezTo>
                <a:close/>
                <a:moveTo>
                  <a:pt x="517111" y="645861"/>
                </a:moveTo>
                <a:cubicBezTo>
                  <a:pt x="519359" y="638595"/>
                  <a:pt x="522921" y="631804"/>
                  <a:pt x="527621" y="625825"/>
                </a:cubicBezTo>
                <a:lnTo>
                  <a:pt x="532088" y="620702"/>
                </a:lnTo>
                <a:cubicBezTo>
                  <a:pt x="541617" y="610925"/>
                  <a:pt x="554112" y="604573"/>
                  <a:pt x="567626" y="602637"/>
                </a:cubicBezTo>
                <a:lnTo>
                  <a:pt x="716742" y="580894"/>
                </a:lnTo>
                <a:lnTo>
                  <a:pt x="783351" y="445836"/>
                </a:lnTo>
                <a:cubicBezTo>
                  <a:pt x="798571" y="415034"/>
                  <a:pt x="835879" y="402404"/>
                  <a:pt x="866681" y="417624"/>
                </a:cubicBezTo>
                <a:cubicBezTo>
                  <a:pt x="878927" y="423676"/>
                  <a:pt x="888841" y="433590"/>
                  <a:pt x="894892" y="445836"/>
                </a:cubicBezTo>
                <a:lnTo>
                  <a:pt x="961567" y="580894"/>
                </a:lnTo>
                <a:lnTo>
                  <a:pt x="1110683" y="602571"/>
                </a:lnTo>
                <a:cubicBezTo>
                  <a:pt x="1142224" y="607155"/>
                  <a:pt x="1165199" y="634838"/>
                  <a:pt x="1163891" y="666684"/>
                </a:cubicBezTo>
                <a:lnTo>
                  <a:pt x="1163234" y="673056"/>
                </a:lnTo>
                <a:cubicBezTo>
                  <a:pt x="1161270" y="686595"/>
                  <a:pt x="1154898" y="699109"/>
                  <a:pt x="1145104" y="708660"/>
                </a:cubicBezTo>
                <a:lnTo>
                  <a:pt x="1037242" y="813763"/>
                </a:lnTo>
                <a:lnTo>
                  <a:pt x="1062729" y="962222"/>
                </a:lnTo>
                <a:cubicBezTo>
                  <a:pt x="1068080" y="993652"/>
                  <a:pt x="1048828" y="1024047"/>
                  <a:pt x="1018126" y="1032641"/>
                </a:cubicBezTo>
                <a:lnTo>
                  <a:pt x="1011951" y="1034087"/>
                </a:lnTo>
                <a:cubicBezTo>
                  <a:pt x="998477" y="1036371"/>
                  <a:pt x="984626" y="1034155"/>
                  <a:pt x="972537" y="1027780"/>
                </a:cubicBezTo>
                <a:lnTo>
                  <a:pt x="839187" y="957689"/>
                </a:lnTo>
                <a:lnTo>
                  <a:pt x="705837" y="1027780"/>
                </a:lnTo>
                <a:cubicBezTo>
                  <a:pt x="677617" y="1042659"/>
                  <a:pt x="642715" y="1033777"/>
                  <a:pt x="625039" y="1007220"/>
                </a:cubicBezTo>
                <a:lnTo>
                  <a:pt x="621820" y="1001702"/>
                </a:lnTo>
                <a:cubicBezTo>
                  <a:pt x="615468" y="989605"/>
                  <a:pt x="613275" y="975755"/>
                  <a:pt x="615580" y="962288"/>
                </a:cubicBezTo>
                <a:lnTo>
                  <a:pt x="641002" y="813829"/>
                </a:lnTo>
                <a:lnTo>
                  <a:pt x="533139" y="708726"/>
                </a:lnTo>
                <a:cubicBezTo>
                  <a:pt x="516427" y="692436"/>
                  <a:pt x="510239" y="668163"/>
                  <a:pt x="517111" y="645861"/>
                </a:cubicBezTo>
                <a:close/>
                <a:moveTo>
                  <a:pt x="999470" y="697296"/>
                </a:moveTo>
                <a:lnTo>
                  <a:pt x="888717" y="681267"/>
                </a:lnTo>
                <a:lnTo>
                  <a:pt x="839122" y="580762"/>
                </a:lnTo>
                <a:lnTo>
                  <a:pt x="789592" y="681267"/>
                </a:lnTo>
                <a:lnTo>
                  <a:pt x="678773" y="697296"/>
                </a:lnTo>
                <a:lnTo>
                  <a:pt x="758915" y="775466"/>
                </a:lnTo>
                <a:lnTo>
                  <a:pt x="739996" y="885825"/>
                </a:lnTo>
                <a:lnTo>
                  <a:pt x="839187" y="833733"/>
                </a:lnTo>
                <a:lnTo>
                  <a:pt x="938247" y="885891"/>
                </a:lnTo>
                <a:lnTo>
                  <a:pt x="919329" y="775532"/>
                </a:lnTo>
                <a:lnTo>
                  <a:pt x="999470" y="697296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A31EB17-5907-CD0D-A640-3F68F1FA7C2E}"/>
              </a:ext>
            </a:extLst>
          </p:cNvPr>
          <p:cNvSpPr txBox="1"/>
          <p:nvPr/>
        </p:nvSpPr>
        <p:spPr>
          <a:xfrm>
            <a:off x="4064181" y="2168362"/>
            <a:ext cx="1881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chemeClr val="accent1"/>
                </a:solidFill>
              </a:rPr>
              <a:t>相关奖项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6037A56-D337-DFFF-6FCA-5140C8B9AB3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26430" y="2299960"/>
            <a:ext cx="1945051" cy="2802066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B479955-654D-5382-3D36-8DE57F6D633E}"/>
              </a:ext>
            </a:extLst>
          </p:cNvPr>
          <p:cNvPicPr>
            <a:picLocks noChangeAspect="1"/>
          </p:cNvPicPr>
          <p:nvPr/>
        </p:nvPicPr>
        <p:blipFill>
          <a:blip r:embed="rId10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62065" y="2777889"/>
            <a:ext cx="1945051" cy="2802066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94DF1567-DB5F-3936-7472-622AE036D40D}"/>
              </a:ext>
            </a:extLst>
          </p:cNvPr>
          <p:cNvPicPr>
            <a:picLocks noChangeAspect="1"/>
          </p:cNvPicPr>
          <p:nvPr/>
        </p:nvPicPr>
        <p:blipFill>
          <a:blip r:embed="rId10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04907" y="3255818"/>
            <a:ext cx="1945051" cy="2802066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42642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32A0F-3910-B597-F499-963967437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AB04D9A-5660-B82A-D951-4ABA9C900ED7}"/>
              </a:ext>
            </a:extLst>
          </p:cNvPr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A3ADF672-5104-F914-D5D8-67A515169226}"/>
              </a:ext>
            </a:extLst>
          </p:cNvPr>
          <p:cNvGrpSpPr/>
          <p:nvPr/>
        </p:nvGrpSpPr>
        <p:grpSpPr>
          <a:xfrm>
            <a:off x="-2" y="1537960"/>
            <a:ext cx="2703742" cy="921872"/>
            <a:chOff x="-2" y="1537960"/>
            <a:chExt cx="2703742" cy="92187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DB2E447-0309-2D81-523A-EEE72A0ACEE2}"/>
                </a:ext>
              </a:extLst>
            </p:cNvPr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>
              <a:extLst>
                <a:ext uri="{FF2B5EF4-FFF2-40B4-BE49-F238E27FC236}">
                  <a16:creationId xmlns:a16="http://schemas.microsoft.com/office/drawing/2014/main" id="{1D52D1C2-F7A3-DB98-6937-88B1801A67D9}"/>
                </a:ext>
              </a:extLst>
            </p:cNvPr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136314B-4AEC-E8CC-60C6-36C24C268FE8}"/>
              </a:ext>
            </a:extLst>
          </p:cNvPr>
          <p:cNvGrpSpPr/>
          <p:nvPr/>
        </p:nvGrpSpPr>
        <p:grpSpPr>
          <a:xfrm>
            <a:off x="3046888" y="4070991"/>
            <a:ext cx="1970075" cy="2575236"/>
            <a:chOff x="2816735" y="4064103"/>
            <a:chExt cx="1970075" cy="2575236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C69F142-12B1-7B30-9648-47806994F01D}"/>
                </a:ext>
              </a:extLst>
            </p:cNvPr>
            <p:cNvSpPr/>
            <p:nvPr/>
          </p:nvSpPr>
          <p:spPr>
            <a:xfrm>
              <a:off x="2816735" y="4064103"/>
              <a:ext cx="1970075" cy="257523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E38F787-9679-1C02-CD15-B120A9F5752E}"/>
                </a:ext>
              </a:extLst>
            </p:cNvPr>
            <p:cNvSpPr/>
            <p:nvPr/>
          </p:nvSpPr>
          <p:spPr>
            <a:xfrm>
              <a:off x="2816735" y="4064103"/>
              <a:ext cx="1970075" cy="61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60" name="图片 59">
            <a:extLst>
              <a:ext uri="{FF2B5EF4-FFF2-40B4-BE49-F238E27FC236}">
                <a16:creationId xmlns:a16="http://schemas.microsoft.com/office/drawing/2014/main" id="{90266A75-0FF1-C0B3-64FE-213DA0E04CC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39953" y="4267015"/>
            <a:ext cx="1293086" cy="1862836"/>
          </a:xfrm>
          <a:prstGeom prst="rect">
            <a:avLst/>
          </a:prstGeom>
          <a:effectLst>
            <a:reflection blurRad="6350" stA="45754" endPos="35000" dir="5400000" sy="-100000" algn="bl" rotWithShape="0"/>
          </a:effectLst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DA4186F5-0685-D1D7-40CE-6B8B6D829CBB}"/>
              </a:ext>
            </a:extLst>
          </p:cNvPr>
          <p:cNvPicPr>
            <a:picLocks noChangeAspect="1"/>
          </p:cNvPicPr>
          <p:nvPr/>
        </p:nvPicPr>
        <p:blipFill>
          <a:blip r:embed="rId10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4987" y="2770314"/>
            <a:ext cx="1293086" cy="1862836"/>
          </a:xfrm>
          <a:prstGeom prst="rect">
            <a:avLst/>
          </a:prstGeom>
          <a:solidFill>
            <a:schemeClr val="bg1"/>
          </a:solidFill>
          <a:effectLst>
            <a:reflection blurRad="6350" stA="45754" endPos="35000" dir="5400000" sy="-100000" algn="bl" rotWithShape="0"/>
          </a:effectLst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653DC230-FB5F-D95F-C17A-8A3F4B737C4C}"/>
              </a:ext>
            </a:extLst>
          </p:cNvPr>
          <p:cNvPicPr>
            <a:picLocks noChangeAspect="1"/>
          </p:cNvPicPr>
          <p:nvPr/>
        </p:nvPicPr>
        <p:blipFill>
          <a:blip r:embed="rId10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0449" y="3781254"/>
            <a:ext cx="1293086" cy="1862836"/>
          </a:xfrm>
          <a:prstGeom prst="rect">
            <a:avLst/>
          </a:prstGeom>
          <a:effectLst>
            <a:reflection blurRad="6350" stA="45754" endPos="35000" dir="5400000" sy="-100000" algn="bl" rotWithShape="0"/>
          </a:effectLst>
        </p:spPr>
      </p:pic>
      <p:sp>
        <p:nvSpPr>
          <p:cNvPr id="56" name="矩形 55">
            <a:extLst>
              <a:ext uri="{FF2B5EF4-FFF2-40B4-BE49-F238E27FC236}">
                <a16:creationId xmlns:a16="http://schemas.microsoft.com/office/drawing/2014/main" id="{E1051F90-C24C-89F0-02BE-250316500ADD}"/>
              </a:ext>
            </a:extLst>
          </p:cNvPr>
          <p:cNvSpPr/>
          <p:nvPr/>
        </p:nvSpPr>
        <p:spPr>
          <a:xfrm>
            <a:off x="3251563" y="1166462"/>
            <a:ext cx="5812924" cy="10648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A0EBFD9-DCC4-8BFA-891B-E137DB7CDD62}"/>
              </a:ext>
            </a:extLst>
          </p:cNvPr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AF7E53-6129-DD2F-2A6A-BD1E8D123752}"/>
              </a:ext>
            </a:extLst>
          </p:cNvPr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D2BEAF-18C1-6428-DF2C-EEB0880F3561}"/>
              </a:ext>
            </a:extLst>
          </p:cNvPr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E6900F3-05BC-0FEE-283D-6A4E8C2A0AF3}"/>
              </a:ext>
            </a:extLst>
          </p:cNvPr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05B635-DF0D-A425-ADD8-FE07AED374A2}"/>
              </a:ext>
            </a:extLst>
          </p:cNvPr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</a:p>
        </p:txBody>
      </p:sp>
      <p:sp>
        <p:nvSpPr>
          <p:cNvPr id="17" name="图形 15">
            <a:extLst>
              <a:ext uri="{FF2B5EF4-FFF2-40B4-BE49-F238E27FC236}">
                <a16:creationId xmlns:a16="http://schemas.microsoft.com/office/drawing/2014/main" id="{2418A80E-75A4-17C1-C140-25114599716B}"/>
              </a:ext>
            </a:extLst>
          </p:cNvPr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bg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14F9C77-B272-D41A-1A20-455A953345A6}"/>
              </a:ext>
            </a:extLst>
          </p:cNvPr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</p:grpSpPr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D14D274D-187D-9B4F-B7C2-153DB574AA38}"/>
                </a:ext>
              </a:extLst>
            </p:cNvPr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598B486A-D8E3-A69F-9BE3-E1066E1D018C}"/>
                </a:ext>
              </a:extLst>
            </p:cNvPr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581ADD7B-316A-01AB-B804-8F07F19C244A}"/>
                </a:ext>
              </a:extLst>
            </p:cNvPr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solidFill>
              <a:srgbClr val="23272C"/>
            </a:solidFill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>
            <a:extLst>
              <a:ext uri="{FF2B5EF4-FFF2-40B4-BE49-F238E27FC236}">
                <a16:creationId xmlns:a16="http://schemas.microsoft.com/office/drawing/2014/main" id="{A26D578A-D26D-7C43-D2E0-F0DDE0BB189B}"/>
              </a:ext>
            </a:extLst>
          </p:cNvPr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>
            <a:extLst>
              <a:ext uri="{FF2B5EF4-FFF2-40B4-BE49-F238E27FC236}">
                <a16:creationId xmlns:a16="http://schemas.microsoft.com/office/drawing/2014/main" id="{D296DFCD-B883-F339-F3C4-D5EC5DD58909}"/>
              </a:ext>
            </a:extLst>
          </p:cNvPr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D5FB9D2-AF90-129C-7A9D-AB4149DF56F3}"/>
              </a:ext>
            </a:extLst>
          </p:cNvPr>
          <p:cNvSpPr txBox="1"/>
          <p:nvPr/>
        </p:nvSpPr>
        <p:spPr>
          <a:xfrm>
            <a:off x="3930467" y="212442"/>
            <a:ext cx="1712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荣誉证书</a:t>
            </a:r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10DB065D-CBF4-B7CD-2369-131BB6C38F6B}"/>
              </a:ext>
            </a:extLst>
          </p:cNvPr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ACA5F06-653D-5F5D-A508-B86AF714939F}"/>
              </a:ext>
            </a:extLst>
          </p:cNvPr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02757304-0780-35D5-B0B7-C8FA99FCB460}"/>
                </a:ext>
              </a:extLst>
            </p:cNvPr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>
                <a:extLst>
                  <a:ext uri="{FF2B5EF4-FFF2-40B4-BE49-F238E27FC236}">
                    <a16:creationId xmlns:a16="http://schemas.microsoft.com/office/drawing/2014/main" id="{2F40633D-57F6-4CFC-7523-24F0950A6330}"/>
                  </a:ext>
                </a:extLst>
              </p:cNvPr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295CDD3B-E54A-9DDF-05BC-8BE8AA4BD39F}"/>
                  </a:ext>
                </a:extLst>
              </p:cNvPr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623DAF9A-B6C6-3EAA-79F8-510E3989F198}"/>
                </a:ext>
              </a:extLst>
            </p:cNvPr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5" name="文本框 54">
            <a:extLst>
              <a:ext uri="{FF2B5EF4-FFF2-40B4-BE49-F238E27FC236}">
                <a16:creationId xmlns:a16="http://schemas.microsoft.com/office/drawing/2014/main" id="{B56C0559-DFFA-8680-0686-43E036C223CD}"/>
              </a:ext>
            </a:extLst>
          </p:cNvPr>
          <p:cNvSpPr txBox="1"/>
          <p:nvPr/>
        </p:nvSpPr>
        <p:spPr>
          <a:xfrm>
            <a:off x="3704025" y="1243319"/>
            <a:ext cx="511989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本科期间国家级荣誉、省级奖项与企业认证</a:t>
            </a:r>
            <a:endParaRPr lang="en-US" altLang="zh-CN" sz="24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n-ea"/>
              </a:rPr>
              <a:t>共 6 项</a:t>
            </a:r>
            <a:endParaRPr lang="en-US" altLang="zh-CN" sz="2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AAE944B-8348-BDE2-31B3-0ED922570766}"/>
              </a:ext>
            </a:extLst>
          </p:cNvPr>
          <p:cNvSpPr txBox="1"/>
          <p:nvPr/>
        </p:nvSpPr>
        <p:spPr>
          <a:xfrm>
            <a:off x="3046888" y="2620602"/>
            <a:ext cx="18416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chemeClr val="accent1"/>
                </a:solidFill>
                <a:latin typeface="+mn-ea"/>
              </a:rPr>
              <a:t>2 个</a:t>
            </a:r>
            <a:endParaRPr kumimoji="1" lang="en-US" altLang="zh-CN" b="1" dirty="0">
              <a:solidFill>
                <a:schemeClr val="accent1"/>
              </a:solidFill>
              <a:latin typeface="+mn-ea"/>
            </a:endParaRPr>
          </a:p>
          <a:p>
            <a:pPr algn="ctr"/>
            <a:r>
              <a:rPr kumimoji="1" lang="en-US" altLang="zh-CN" sz="6000" b="1" dirty="0">
                <a:solidFill>
                  <a:schemeClr val="accent1"/>
                </a:solidFill>
                <a:latin typeface="+mn-ea"/>
              </a:rPr>
              <a:t>国家级荣誉</a:t>
            </a:r>
            <a:endParaRPr kumimoji="1" lang="en-US" altLang="zh-CN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57" name="左大括号 56">
            <a:extLst>
              <a:ext uri="{FF2B5EF4-FFF2-40B4-BE49-F238E27FC236}">
                <a16:creationId xmlns:a16="http://schemas.microsoft.com/office/drawing/2014/main" id="{434C7560-24E9-D051-07EA-66A1BB4A6FCC}"/>
              </a:ext>
            </a:extLst>
          </p:cNvPr>
          <p:cNvSpPr/>
          <p:nvPr/>
        </p:nvSpPr>
        <p:spPr>
          <a:xfrm rot="5400000">
            <a:off x="5894623" y="-299794"/>
            <a:ext cx="453238" cy="5594942"/>
          </a:xfrm>
          <a:prstGeom prst="leftBrace">
            <a:avLst>
              <a:gd name="adj1" fmla="val 61821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FA9C434D-2431-8978-2CCD-87D91B5B15C6}"/>
              </a:ext>
            </a:extLst>
          </p:cNvPr>
          <p:cNvSpPr txBox="1"/>
          <p:nvPr/>
        </p:nvSpPr>
        <p:spPr>
          <a:xfrm>
            <a:off x="5379967" y="2620602"/>
            <a:ext cx="184168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chemeClr val="accent1"/>
                </a:solidFill>
                <a:latin typeface="+mn-ea"/>
              </a:rPr>
              <a:t>1 个</a:t>
            </a:r>
            <a:endParaRPr kumimoji="1" lang="en-US" altLang="zh-CN" b="1" dirty="0">
              <a:solidFill>
                <a:schemeClr val="accent1"/>
              </a:solidFill>
              <a:latin typeface="+mn-ea"/>
            </a:endParaRPr>
          </a:p>
          <a:p>
            <a:pPr algn="ctr"/>
            <a:r>
              <a:rPr kumimoji="1" lang="en-US" altLang="zh-CN" sz="6000" b="1" dirty="0">
                <a:solidFill>
                  <a:schemeClr val="accent1"/>
                </a:solidFill>
                <a:latin typeface="+mn-ea"/>
              </a:rPr>
              <a:t>省级奖项</a:t>
            </a:r>
            <a:endParaRPr kumimoji="1" lang="en-US" altLang="zh-CN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B2D59BB-1E08-51EB-CD83-89D77A0E5D2A}"/>
              </a:ext>
            </a:extLst>
          </p:cNvPr>
          <p:cNvSpPr txBox="1"/>
          <p:nvPr/>
        </p:nvSpPr>
        <p:spPr>
          <a:xfrm>
            <a:off x="7713046" y="2620602"/>
            <a:ext cx="18416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solidFill>
                  <a:schemeClr val="accent1"/>
                </a:solidFill>
                <a:latin typeface="+mn-ea"/>
              </a:rPr>
              <a:t>3 个</a:t>
            </a:r>
            <a:endParaRPr kumimoji="1" lang="en-US" altLang="zh-CN" b="1" dirty="0">
              <a:solidFill>
                <a:schemeClr val="accent1"/>
              </a:solidFill>
              <a:latin typeface="+mn-ea"/>
            </a:endParaRPr>
          </a:p>
          <a:p>
            <a:pPr algn="ctr"/>
            <a:r>
              <a:rPr kumimoji="1" lang="en-US" altLang="zh-CN" sz="6000" b="1" dirty="0">
                <a:solidFill>
                  <a:schemeClr val="accent1"/>
                </a:solidFill>
                <a:latin typeface="+mn-ea"/>
              </a:rPr>
              <a:t>企业认证</a:t>
            </a:r>
            <a:endParaRPr kumimoji="1" lang="en-US" altLang="zh-CN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793522-5E1F-2A47-2391-75384EB3D57A}"/>
              </a:ext>
            </a:extLst>
          </p:cNvPr>
          <p:cNvSpPr txBox="1"/>
          <p:nvPr/>
        </p:nvSpPr>
        <p:spPr>
          <a:xfrm>
            <a:off x="3046887" y="4305990"/>
            <a:ext cx="1970076" cy="1444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" altLang="zh-CN" sz="1200" dirty="0">
                <a:latin typeface="+mn-ea"/>
              </a:rPr>
              <a:t>2024 年国家励志奖学金</a:t>
            </a:r>
          </a:p>
          <a:p>
            <a:pPr algn="ctr">
              <a:lnSpc>
                <a:spcPct val="150000"/>
              </a:lnSpc>
            </a:pPr>
            <a:r>
              <a:rPr lang="en" altLang="zh-CN" sz="1200" dirty="0">
                <a:latin typeface="+mn-ea"/>
              </a:rPr>
              <a:t>2025 年国家励志奖学金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9EF2D69-393C-D6F9-E8C7-53B6446254F8}"/>
              </a:ext>
            </a:extLst>
          </p:cNvPr>
          <p:cNvGrpSpPr/>
          <p:nvPr/>
        </p:nvGrpSpPr>
        <p:grpSpPr>
          <a:xfrm>
            <a:off x="5321909" y="4070991"/>
            <a:ext cx="1970075" cy="2575236"/>
            <a:chOff x="2816735" y="4064103"/>
            <a:chExt cx="1970075" cy="2575236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E592E89-BE78-CBBA-CFDA-579CDDB49733}"/>
                </a:ext>
              </a:extLst>
            </p:cNvPr>
            <p:cNvSpPr/>
            <p:nvPr/>
          </p:nvSpPr>
          <p:spPr>
            <a:xfrm>
              <a:off x="2816735" y="4064103"/>
              <a:ext cx="1970075" cy="257523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3DC6DB82-DBA8-6B18-F728-E287928B8B73}"/>
                </a:ext>
              </a:extLst>
            </p:cNvPr>
            <p:cNvSpPr/>
            <p:nvPr/>
          </p:nvSpPr>
          <p:spPr>
            <a:xfrm>
              <a:off x="2816735" y="4064103"/>
              <a:ext cx="1970075" cy="61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0B6CC89B-664A-1316-7615-BA312BFBD652}"/>
              </a:ext>
            </a:extLst>
          </p:cNvPr>
          <p:cNvSpPr txBox="1"/>
          <p:nvPr/>
        </p:nvSpPr>
        <p:spPr>
          <a:xfrm>
            <a:off x="5353397" y="4319715"/>
            <a:ext cx="1970076" cy="116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" altLang="zh-CN" sz="1200" dirty="0">
                <a:latin typeface="+mn-ea"/>
              </a:rPr>
              <a:t>2024 年中国机器人及人工智能大赛</a:t>
            </a:r>
          </a:p>
          <a:p>
            <a:pPr algn="ctr">
              <a:lnSpc>
                <a:spcPct val="150000"/>
              </a:lnSpc>
            </a:pPr>
            <a:r>
              <a:rPr lang="en" altLang="zh-CN" sz="1200" dirty="0">
                <a:latin typeface="+mn-ea"/>
              </a:rPr>
              <a:t>湖北赛区三等奖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A5710D7-F486-B40A-2168-A0470032DBD3}"/>
              </a:ext>
            </a:extLst>
          </p:cNvPr>
          <p:cNvGrpSpPr/>
          <p:nvPr/>
        </p:nvGrpSpPr>
        <p:grpSpPr>
          <a:xfrm>
            <a:off x="7596930" y="4070991"/>
            <a:ext cx="1970075" cy="2575236"/>
            <a:chOff x="2816735" y="4064103"/>
            <a:chExt cx="1970075" cy="2575236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1EEFA4C-C5E5-2FCD-248E-F219A5551735}"/>
                </a:ext>
              </a:extLst>
            </p:cNvPr>
            <p:cNvSpPr/>
            <p:nvPr/>
          </p:nvSpPr>
          <p:spPr>
            <a:xfrm>
              <a:off x="2816735" y="4064103"/>
              <a:ext cx="1970075" cy="257523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32AEA9E-922D-52E9-0AE3-3F2653328772}"/>
                </a:ext>
              </a:extLst>
            </p:cNvPr>
            <p:cNvSpPr/>
            <p:nvPr/>
          </p:nvSpPr>
          <p:spPr>
            <a:xfrm>
              <a:off x="2816735" y="4064103"/>
              <a:ext cx="1970075" cy="6199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7" name="文本框 36">
            <a:extLst>
              <a:ext uri="{FF2B5EF4-FFF2-40B4-BE49-F238E27FC236}">
                <a16:creationId xmlns:a16="http://schemas.microsoft.com/office/drawing/2014/main" id="{709F100D-D0AC-B1FB-4555-E3BE9CFAC5F8}"/>
              </a:ext>
            </a:extLst>
          </p:cNvPr>
          <p:cNvSpPr txBox="1"/>
          <p:nvPr/>
        </p:nvSpPr>
        <p:spPr>
          <a:xfrm>
            <a:off x="7596929" y="4334778"/>
            <a:ext cx="1970076" cy="116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" altLang="zh-CN" sz="1200" dirty="0">
                <a:latin typeface="+mn-ea"/>
              </a:rPr>
              <a:t>2025 年腾讯大前端菁英班</a:t>
            </a:r>
          </a:p>
          <a:p>
            <a:pPr algn="ctr">
              <a:lnSpc>
                <a:spcPct val="150000"/>
              </a:lnSpc>
            </a:pPr>
            <a:r>
              <a:rPr lang="en" altLang="zh-CN" sz="1200" dirty="0">
                <a:latin typeface="+mn-ea"/>
              </a:rPr>
              <a:t>2026 年金山办公全栈菁英工程师</a:t>
            </a:r>
          </a:p>
          <a:p>
            <a:pPr algn="ctr">
              <a:lnSpc>
                <a:spcPct val="150000"/>
              </a:lnSpc>
            </a:pPr>
            <a:r>
              <a:rPr lang="en" altLang="zh-CN" sz="1200" dirty="0">
                <a:latin typeface="+mn-ea"/>
              </a:rPr>
              <a:t>2025 年华为 HarmonyOS 认证</a:t>
            </a: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8A4A4B26-BFDD-EC4E-F383-86DDF718FDCB}"/>
              </a:ext>
            </a:extLst>
          </p:cNvPr>
          <p:cNvGrpSpPr/>
          <p:nvPr/>
        </p:nvGrpSpPr>
        <p:grpSpPr>
          <a:xfrm>
            <a:off x="11423595" y="1499658"/>
            <a:ext cx="359992" cy="710158"/>
            <a:chOff x="10210147" y="766557"/>
            <a:chExt cx="965551" cy="1904748"/>
          </a:xfrm>
          <a:solidFill>
            <a:schemeClr val="accent1"/>
          </a:solidFill>
        </p:grpSpPr>
        <p:sp>
          <p:nvSpPr>
            <p:cNvPr id="65" name="任意形状 64">
              <a:extLst>
                <a:ext uri="{FF2B5EF4-FFF2-40B4-BE49-F238E27FC236}">
                  <a16:creationId xmlns:a16="http://schemas.microsoft.com/office/drawing/2014/main" id="{B94E6049-CFD6-6910-9DC0-A06F615D4C09}"/>
                </a:ext>
              </a:extLst>
            </p:cNvPr>
            <p:cNvSpPr/>
            <p:nvPr/>
          </p:nvSpPr>
          <p:spPr>
            <a:xfrm>
              <a:off x="10370794" y="766557"/>
              <a:ext cx="804904" cy="1646825"/>
            </a:xfrm>
            <a:custGeom>
              <a:avLst/>
              <a:gdLst>
                <a:gd name="connsiteX0" fmla="*/ 203092 w 804904"/>
                <a:gd name="connsiteY0" fmla="*/ 186291 h 1646825"/>
                <a:gd name="connsiteX1" fmla="*/ 1638 w 804904"/>
                <a:gd name="connsiteY1" fmla="*/ 26450 h 1646825"/>
                <a:gd name="connsiteX2" fmla="*/ 24081 w 804904"/>
                <a:gd name="connsiteY2" fmla="*/ 554 h 1646825"/>
                <a:gd name="connsiteX3" fmla="*/ 194222 w 804904"/>
                <a:gd name="connsiteY3" fmla="*/ 67229 h 1646825"/>
                <a:gd name="connsiteX4" fmla="*/ 240477 w 804904"/>
                <a:gd name="connsiteY4" fmla="*/ 129856 h 1646825"/>
                <a:gd name="connsiteX5" fmla="*/ 203032 w 804904"/>
                <a:gd name="connsiteY5" fmla="*/ 186291 h 1646825"/>
                <a:gd name="connsiteX6" fmla="*/ 570400 w 804904"/>
                <a:gd name="connsiteY6" fmla="*/ 1274880 h 1646825"/>
                <a:gd name="connsiteX7" fmla="*/ 577246 w 804904"/>
                <a:gd name="connsiteY7" fmla="*/ 1208205 h 1646825"/>
                <a:gd name="connsiteX8" fmla="*/ 580639 w 804904"/>
                <a:gd name="connsiteY8" fmla="*/ 1202073 h 1646825"/>
                <a:gd name="connsiteX9" fmla="*/ 790844 w 804904"/>
                <a:gd name="connsiteY9" fmla="*/ 1095929 h 1646825"/>
                <a:gd name="connsiteX10" fmla="*/ 790844 w 804904"/>
                <a:gd name="connsiteY10" fmla="*/ 1114324 h 1646825"/>
                <a:gd name="connsiteX11" fmla="*/ 629633 w 804904"/>
                <a:gd name="connsiteY11" fmla="*/ 1274880 h 1646825"/>
                <a:gd name="connsiteX12" fmla="*/ 570459 w 804904"/>
                <a:gd name="connsiteY12" fmla="*/ 1274880 h 1646825"/>
                <a:gd name="connsiteX13" fmla="*/ 672496 w 804904"/>
                <a:gd name="connsiteY13" fmla="*/ 856494 h 1646825"/>
                <a:gd name="connsiteX14" fmla="*/ 624871 w 804904"/>
                <a:gd name="connsiteY14" fmla="*/ 839468 h 1646825"/>
                <a:gd name="connsiteX15" fmla="*/ 760245 w 804904"/>
                <a:gd name="connsiteY15" fmla="*/ 618369 h 1646825"/>
                <a:gd name="connsiteX16" fmla="*/ 759590 w 804904"/>
                <a:gd name="connsiteY16" fmla="*/ 731955 h 1646825"/>
                <a:gd name="connsiteX17" fmla="*/ 672496 w 804904"/>
                <a:gd name="connsiteY17" fmla="*/ 856494 h 1646825"/>
                <a:gd name="connsiteX18" fmla="*/ 647314 w 804904"/>
                <a:gd name="connsiteY18" fmla="*/ 1076224 h 1646825"/>
                <a:gd name="connsiteX19" fmla="*/ 626895 w 804904"/>
                <a:gd name="connsiteY19" fmla="*/ 1057829 h 1646825"/>
                <a:gd name="connsiteX20" fmla="*/ 671781 w 804904"/>
                <a:gd name="connsiteY20" fmla="*/ 917692 h 1646825"/>
                <a:gd name="connsiteX21" fmla="*/ 790844 w 804904"/>
                <a:gd name="connsiteY21" fmla="*/ 846969 h 1646825"/>
                <a:gd name="connsiteX22" fmla="*/ 798345 w 804904"/>
                <a:gd name="connsiteY22" fmla="*/ 856494 h 1646825"/>
                <a:gd name="connsiteX23" fmla="*/ 802453 w 804904"/>
                <a:gd name="connsiteY23" fmla="*/ 861912 h 1646825"/>
                <a:gd name="connsiteX24" fmla="*/ 647314 w 804904"/>
                <a:gd name="connsiteY24" fmla="*/ 1076224 h 1646825"/>
                <a:gd name="connsiteX25" fmla="*/ 465684 w 804904"/>
                <a:gd name="connsiteY25" fmla="*/ 1420493 h 1646825"/>
                <a:gd name="connsiteX26" fmla="*/ 665709 w 804904"/>
                <a:gd name="connsiteY26" fmla="*/ 1318457 h 1646825"/>
                <a:gd name="connsiteX27" fmla="*/ 710596 w 804904"/>
                <a:gd name="connsiteY27" fmla="*/ 1349711 h 1646825"/>
                <a:gd name="connsiteX28" fmla="*/ 496938 w 804904"/>
                <a:gd name="connsiteY28" fmla="*/ 1474905 h 1646825"/>
                <a:gd name="connsiteX29" fmla="*/ 465684 w 804904"/>
                <a:gd name="connsiteY29" fmla="*/ 1420493 h 1646825"/>
                <a:gd name="connsiteX30" fmla="*/ 311201 w 804904"/>
                <a:gd name="connsiteY30" fmla="*/ 1636830 h 1646825"/>
                <a:gd name="connsiteX31" fmla="*/ 301676 w 804904"/>
                <a:gd name="connsiteY31" fmla="*/ 1604207 h 1646825"/>
                <a:gd name="connsiteX32" fmla="*/ 582008 w 804904"/>
                <a:gd name="connsiteY32" fmla="*/ 1540211 h 1646825"/>
                <a:gd name="connsiteX33" fmla="*/ 583378 w 804904"/>
                <a:gd name="connsiteY33" fmla="*/ 1543604 h 1646825"/>
                <a:gd name="connsiteX34" fmla="*/ 311201 w 804904"/>
                <a:gd name="connsiteY34" fmla="*/ 1636830 h 164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804904" h="1646825">
                  <a:moveTo>
                    <a:pt x="203092" y="186291"/>
                  </a:moveTo>
                  <a:cubicBezTo>
                    <a:pt x="102365" y="184982"/>
                    <a:pt x="27475" y="125093"/>
                    <a:pt x="1638" y="26450"/>
                  </a:cubicBezTo>
                  <a:cubicBezTo>
                    <a:pt x="-3779" y="4662"/>
                    <a:pt x="4377" y="-2125"/>
                    <a:pt x="24081" y="554"/>
                  </a:cubicBezTo>
                  <a:cubicBezTo>
                    <a:pt x="85994" y="9424"/>
                    <a:pt x="145882" y="25736"/>
                    <a:pt x="194222" y="67229"/>
                  </a:cubicBezTo>
                  <a:cubicBezTo>
                    <a:pt x="213272" y="83600"/>
                    <a:pt x="229583" y="106698"/>
                    <a:pt x="240477" y="129856"/>
                  </a:cubicBezTo>
                  <a:cubicBezTo>
                    <a:pt x="261552" y="175457"/>
                    <a:pt x="252681" y="187006"/>
                    <a:pt x="203032" y="186291"/>
                  </a:cubicBezTo>
                  <a:close/>
                  <a:moveTo>
                    <a:pt x="570400" y="1274880"/>
                  </a:moveTo>
                  <a:cubicBezTo>
                    <a:pt x="572483" y="1252437"/>
                    <a:pt x="575162" y="1230648"/>
                    <a:pt x="577246" y="1208205"/>
                  </a:cubicBezTo>
                  <a:cubicBezTo>
                    <a:pt x="577246" y="1206181"/>
                    <a:pt x="579270" y="1204157"/>
                    <a:pt x="580639" y="1202073"/>
                  </a:cubicBezTo>
                  <a:cubicBezTo>
                    <a:pt x="614631" y="1136113"/>
                    <a:pt x="703809" y="1089142"/>
                    <a:pt x="790844" y="1095929"/>
                  </a:cubicBezTo>
                  <a:cubicBezTo>
                    <a:pt x="790844" y="1103430"/>
                    <a:pt x="792213" y="1109562"/>
                    <a:pt x="790844" y="1114324"/>
                  </a:cubicBezTo>
                  <a:cubicBezTo>
                    <a:pt x="760959" y="1191893"/>
                    <a:pt x="715358" y="1254461"/>
                    <a:pt x="629633" y="1274880"/>
                  </a:cubicBezTo>
                  <a:cubicBezTo>
                    <a:pt x="610583" y="1278988"/>
                    <a:pt x="590164" y="1275594"/>
                    <a:pt x="570459" y="1274880"/>
                  </a:cubicBezTo>
                  <a:close/>
                  <a:moveTo>
                    <a:pt x="672496" y="856494"/>
                  </a:moveTo>
                  <a:cubicBezTo>
                    <a:pt x="650052" y="868698"/>
                    <a:pt x="636420" y="866019"/>
                    <a:pt x="624871" y="839468"/>
                  </a:cubicBezTo>
                  <a:cubicBezTo>
                    <a:pt x="584747" y="746957"/>
                    <a:pt x="661602" y="646944"/>
                    <a:pt x="760245" y="618369"/>
                  </a:cubicBezTo>
                  <a:cubicBezTo>
                    <a:pt x="760245" y="659148"/>
                    <a:pt x="763638" y="695879"/>
                    <a:pt x="759590" y="731955"/>
                  </a:cubicBezTo>
                  <a:cubicBezTo>
                    <a:pt x="753458" y="787736"/>
                    <a:pt x="722145" y="829229"/>
                    <a:pt x="672496" y="856494"/>
                  </a:cubicBezTo>
                  <a:close/>
                  <a:moveTo>
                    <a:pt x="647314" y="1076224"/>
                  </a:moveTo>
                  <a:cubicBezTo>
                    <a:pt x="640527" y="1076879"/>
                    <a:pt x="628264" y="1065330"/>
                    <a:pt x="626895" y="1057829"/>
                  </a:cubicBezTo>
                  <a:cubicBezTo>
                    <a:pt x="616715" y="1003417"/>
                    <a:pt x="627609" y="952399"/>
                    <a:pt x="671781" y="917692"/>
                  </a:cubicBezTo>
                  <a:cubicBezTo>
                    <a:pt x="707857" y="889832"/>
                    <a:pt x="751434" y="870067"/>
                    <a:pt x="790844" y="846969"/>
                  </a:cubicBezTo>
                  <a:lnTo>
                    <a:pt x="798345" y="856494"/>
                  </a:lnTo>
                  <a:cubicBezTo>
                    <a:pt x="799714" y="858518"/>
                    <a:pt x="802453" y="859887"/>
                    <a:pt x="802453" y="861912"/>
                  </a:cubicBezTo>
                  <a:cubicBezTo>
                    <a:pt x="820788" y="947637"/>
                    <a:pt x="733039" y="1068723"/>
                    <a:pt x="647314" y="1076224"/>
                  </a:cubicBezTo>
                  <a:close/>
                  <a:moveTo>
                    <a:pt x="465684" y="1420493"/>
                  </a:moveTo>
                  <a:cubicBezTo>
                    <a:pt x="510571" y="1338816"/>
                    <a:pt x="590164" y="1326612"/>
                    <a:pt x="665709" y="1318457"/>
                  </a:cubicBezTo>
                  <a:cubicBezTo>
                    <a:pt x="711965" y="1317087"/>
                    <a:pt x="725538" y="1327982"/>
                    <a:pt x="710596" y="1349711"/>
                  </a:cubicBezTo>
                  <a:cubicBezTo>
                    <a:pt x="658208" y="1423232"/>
                    <a:pt x="591533" y="1473536"/>
                    <a:pt x="496938" y="1474905"/>
                  </a:cubicBezTo>
                  <a:cubicBezTo>
                    <a:pt x="451397" y="1475619"/>
                    <a:pt x="443181" y="1459962"/>
                    <a:pt x="465684" y="1420493"/>
                  </a:cubicBezTo>
                  <a:close/>
                  <a:moveTo>
                    <a:pt x="311201" y="1636830"/>
                  </a:moveTo>
                  <a:cubicBezTo>
                    <a:pt x="294234" y="1629329"/>
                    <a:pt x="293520" y="1619149"/>
                    <a:pt x="301676" y="1604207"/>
                  </a:cubicBezTo>
                  <a:cubicBezTo>
                    <a:pt x="344538" y="1526637"/>
                    <a:pt x="507832" y="1489192"/>
                    <a:pt x="582008" y="1540211"/>
                  </a:cubicBezTo>
                  <a:cubicBezTo>
                    <a:pt x="582663" y="1540925"/>
                    <a:pt x="582663" y="1542294"/>
                    <a:pt x="583378" y="1543604"/>
                  </a:cubicBezTo>
                  <a:cubicBezTo>
                    <a:pt x="537777" y="1617780"/>
                    <a:pt x="387401" y="1669512"/>
                    <a:pt x="311201" y="163683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6" name="任意形状 65">
              <a:extLst>
                <a:ext uri="{FF2B5EF4-FFF2-40B4-BE49-F238E27FC236}">
                  <a16:creationId xmlns:a16="http://schemas.microsoft.com/office/drawing/2014/main" id="{69DBCC3C-7A8A-149C-F223-05FA9DCF3231}"/>
                </a:ext>
              </a:extLst>
            </p:cNvPr>
            <p:cNvSpPr/>
            <p:nvPr/>
          </p:nvSpPr>
          <p:spPr>
            <a:xfrm>
              <a:off x="10210147" y="784911"/>
              <a:ext cx="838423" cy="1886394"/>
            </a:xfrm>
            <a:custGeom>
              <a:avLst/>
              <a:gdLst>
                <a:gd name="connsiteX0" fmla="*/ 497685 w 838423"/>
                <a:gd name="connsiteY0" fmla="*/ 255032 h 1886394"/>
                <a:gd name="connsiteX1" fmla="*/ 482802 w 838423"/>
                <a:gd name="connsiteY1" fmla="*/ 0 h 1886394"/>
                <a:gd name="connsiteX2" fmla="*/ 551501 w 838423"/>
                <a:gd name="connsiteY2" fmla="*/ 106085 h 1886394"/>
                <a:gd name="connsiteX3" fmla="*/ 546739 w 838423"/>
                <a:gd name="connsiteY3" fmla="*/ 244197 h 1886394"/>
                <a:gd name="connsiteX4" fmla="*/ 497744 w 838423"/>
                <a:gd name="connsiteY4" fmla="*/ 255091 h 1886394"/>
                <a:gd name="connsiteX5" fmla="*/ 782125 w 838423"/>
                <a:gd name="connsiteY5" fmla="*/ 627221 h 1886394"/>
                <a:gd name="connsiteX6" fmla="*/ 734500 w 838423"/>
                <a:gd name="connsiteY6" fmla="*/ 620375 h 1886394"/>
                <a:gd name="connsiteX7" fmla="*/ 729738 w 838423"/>
                <a:gd name="connsiteY7" fmla="*/ 450294 h 1886394"/>
                <a:gd name="connsiteX8" fmla="*/ 790281 w 838423"/>
                <a:gd name="connsiteY8" fmla="*/ 376833 h 1886394"/>
                <a:gd name="connsiteX9" fmla="*/ 802485 w 838423"/>
                <a:gd name="connsiteY9" fmla="*/ 376833 h 1886394"/>
                <a:gd name="connsiteX10" fmla="*/ 828381 w 838423"/>
                <a:gd name="connsiteY10" fmla="*/ 442139 h 1886394"/>
                <a:gd name="connsiteX11" fmla="*/ 782125 w 838423"/>
                <a:gd name="connsiteY11" fmla="*/ 627221 h 1886394"/>
                <a:gd name="connsiteX12" fmla="*/ 207887 w 838423"/>
                <a:gd name="connsiteY12" fmla="*/ 197227 h 1886394"/>
                <a:gd name="connsiteX13" fmla="*/ 492267 w 838423"/>
                <a:gd name="connsiteY13" fmla="*/ 290453 h 1886394"/>
                <a:gd name="connsiteX14" fmla="*/ 207887 w 838423"/>
                <a:gd name="connsiteY14" fmla="*/ 197227 h 1886394"/>
                <a:gd name="connsiteX15" fmla="*/ 635797 w 838423"/>
                <a:gd name="connsiteY15" fmla="*/ 435352 h 1886394"/>
                <a:gd name="connsiteX16" fmla="*/ 641929 w 838423"/>
                <a:gd name="connsiteY16" fmla="*/ 177463 h 1886394"/>
                <a:gd name="connsiteX17" fmla="*/ 700448 w 838423"/>
                <a:gd name="connsiteY17" fmla="*/ 296525 h 1886394"/>
                <a:gd name="connsiteX18" fmla="*/ 678660 w 838423"/>
                <a:gd name="connsiteY18" fmla="*/ 431244 h 1886394"/>
                <a:gd name="connsiteX19" fmla="*/ 635797 w 838423"/>
                <a:gd name="connsiteY19" fmla="*/ 435352 h 1886394"/>
                <a:gd name="connsiteX20" fmla="*/ 329688 w 838423"/>
                <a:gd name="connsiteY20" fmla="*/ 1850469 h 1886394"/>
                <a:gd name="connsiteX21" fmla="*/ 22804 w 838423"/>
                <a:gd name="connsiteY21" fmla="*/ 1823978 h 1886394"/>
                <a:gd name="connsiteX22" fmla="*/ 329688 w 838423"/>
                <a:gd name="connsiteY22" fmla="*/ 1850469 h 1886394"/>
                <a:gd name="connsiteX23" fmla="*/ 558288 w 838423"/>
                <a:gd name="connsiteY23" fmla="*/ 1707594 h 1886394"/>
                <a:gd name="connsiteX24" fmla="*/ 252118 w 838423"/>
                <a:gd name="connsiteY24" fmla="*/ 1733491 h 1886394"/>
                <a:gd name="connsiteX25" fmla="*/ 558288 w 838423"/>
                <a:gd name="connsiteY25" fmla="*/ 1707594 h 1886394"/>
                <a:gd name="connsiteX26" fmla="*/ 665742 w 838423"/>
                <a:gd name="connsiteY26" fmla="*/ 1242953 h 1886394"/>
                <a:gd name="connsiteX27" fmla="*/ 622224 w 838423"/>
                <a:gd name="connsiteY27" fmla="*/ 1000720 h 1886394"/>
                <a:gd name="connsiteX28" fmla="*/ 711997 w 838423"/>
                <a:gd name="connsiteY28" fmla="*/ 1125200 h 1886394"/>
                <a:gd name="connsiteX29" fmla="*/ 699079 w 838423"/>
                <a:gd name="connsiteY29" fmla="*/ 1235452 h 1886394"/>
                <a:gd name="connsiteX30" fmla="*/ 665742 w 838423"/>
                <a:gd name="connsiteY30" fmla="*/ 1242953 h 1886394"/>
                <a:gd name="connsiteX31" fmla="*/ 444642 w 838423"/>
                <a:gd name="connsiteY31" fmla="*/ 1568827 h 1886394"/>
                <a:gd name="connsiteX32" fmla="*/ 395648 w 838423"/>
                <a:gd name="connsiteY32" fmla="*/ 1555194 h 1886394"/>
                <a:gd name="connsiteX33" fmla="*/ 492267 w 838423"/>
                <a:gd name="connsiteY33" fmla="*/ 1334750 h 1886394"/>
                <a:gd name="connsiteX34" fmla="*/ 508579 w 838423"/>
                <a:gd name="connsiteY34" fmla="*/ 1457266 h 1886394"/>
                <a:gd name="connsiteX35" fmla="*/ 444642 w 838423"/>
                <a:gd name="connsiteY35" fmla="*/ 1568827 h 1886394"/>
                <a:gd name="connsiteX36" fmla="*/ 542631 w 838423"/>
                <a:gd name="connsiteY36" fmla="*/ 1406188 h 1886394"/>
                <a:gd name="connsiteX37" fmla="*/ 578647 w 838423"/>
                <a:gd name="connsiteY37" fmla="*/ 1171516 h 1886394"/>
                <a:gd name="connsiteX38" fmla="*/ 603174 w 838423"/>
                <a:gd name="connsiteY38" fmla="*/ 1212294 h 1886394"/>
                <a:gd name="connsiteX39" fmla="*/ 599066 w 838423"/>
                <a:gd name="connsiteY39" fmla="*/ 1406902 h 1886394"/>
                <a:gd name="connsiteX40" fmla="*/ 542631 w 838423"/>
                <a:gd name="connsiteY40" fmla="*/ 1406188 h 1886394"/>
                <a:gd name="connsiteX41" fmla="*/ 196338 w 838423"/>
                <a:gd name="connsiteY41" fmla="*/ 1585853 h 1886394"/>
                <a:gd name="connsiteX42" fmla="*/ 186813 w 838423"/>
                <a:gd name="connsiteY42" fmla="*/ 1625977 h 1886394"/>
                <a:gd name="connsiteX43" fmla="*/ 28936 w 838423"/>
                <a:gd name="connsiteY43" fmla="*/ 1787188 h 1886394"/>
                <a:gd name="connsiteX44" fmla="*/ 361 w 838423"/>
                <a:gd name="connsiteY44" fmla="*/ 1763375 h 1886394"/>
                <a:gd name="connsiteX45" fmla="*/ 35067 w 838423"/>
                <a:gd name="connsiteY45" fmla="*/ 1666101 h 1886394"/>
                <a:gd name="connsiteX46" fmla="*/ 196338 w 838423"/>
                <a:gd name="connsiteY46" fmla="*/ 1585853 h 1886394"/>
                <a:gd name="connsiteX47" fmla="*/ 228306 w 838423"/>
                <a:gd name="connsiteY47" fmla="*/ 1700153 h 1886394"/>
                <a:gd name="connsiteX48" fmla="*/ 218067 w 838423"/>
                <a:gd name="connsiteY48" fmla="*/ 1586508 h 1886394"/>
                <a:gd name="connsiteX49" fmla="*/ 335760 w 838423"/>
                <a:gd name="connsiteY49" fmla="*/ 1481733 h 1886394"/>
                <a:gd name="connsiteX50" fmla="*/ 363680 w 838423"/>
                <a:gd name="connsiteY50" fmla="*/ 1504891 h 1886394"/>
                <a:gd name="connsiteX51" fmla="*/ 228306 w 838423"/>
                <a:gd name="connsiteY51" fmla="*/ 1700153 h 1886394"/>
                <a:gd name="connsiteX52" fmla="*/ 491613 w 838423"/>
                <a:gd name="connsiteY52" fmla="*/ 500003 h 1886394"/>
                <a:gd name="connsiteX53" fmla="*/ 518818 w 838423"/>
                <a:gd name="connsiteY53" fmla="*/ 493871 h 1886394"/>
                <a:gd name="connsiteX54" fmla="*/ 632404 w 838423"/>
                <a:gd name="connsiteY54" fmla="*/ 538758 h 1886394"/>
                <a:gd name="connsiteX55" fmla="*/ 707949 w 838423"/>
                <a:gd name="connsiteY55" fmla="*/ 619720 h 1886394"/>
                <a:gd name="connsiteX56" fmla="*/ 690923 w 838423"/>
                <a:gd name="connsiteY56" fmla="*/ 658475 h 1886394"/>
                <a:gd name="connsiteX57" fmla="*/ 597697 w 838423"/>
                <a:gd name="connsiteY57" fmla="*/ 637401 h 1886394"/>
                <a:gd name="connsiteX58" fmla="*/ 492922 w 838423"/>
                <a:gd name="connsiteY58" fmla="*/ 524470 h 1886394"/>
                <a:gd name="connsiteX59" fmla="*/ 491613 w 838423"/>
                <a:gd name="connsiteY59" fmla="*/ 500003 h 1886394"/>
                <a:gd name="connsiteX60" fmla="*/ 700448 w 838423"/>
                <a:gd name="connsiteY60" fmla="*/ 839450 h 1886394"/>
                <a:gd name="connsiteX61" fmla="*/ 693662 w 838423"/>
                <a:gd name="connsiteY61" fmla="*/ 838140 h 1886394"/>
                <a:gd name="connsiteX62" fmla="*/ 573885 w 838423"/>
                <a:gd name="connsiteY62" fmla="*/ 685026 h 1886394"/>
                <a:gd name="connsiteX63" fmla="*/ 607937 w 838423"/>
                <a:gd name="connsiteY63" fmla="*/ 663238 h 1886394"/>
                <a:gd name="connsiteX64" fmla="*/ 623593 w 838423"/>
                <a:gd name="connsiteY64" fmla="*/ 670084 h 1886394"/>
                <a:gd name="connsiteX65" fmla="*/ 745335 w 838423"/>
                <a:gd name="connsiteY65" fmla="*/ 775514 h 1886394"/>
                <a:gd name="connsiteX66" fmla="*/ 750812 w 838423"/>
                <a:gd name="connsiteY66" fmla="*/ 844927 h 1886394"/>
                <a:gd name="connsiteX67" fmla="*/ 700448 w 838423"/>
                <a:gd name="connsiteY67" fmla="*/ 839450 h 1886394"/>
                <a:gd name="connsiteX68" fmla="*/ 747418 w 838423"/>
                <a:gd name="connsiteY68" fmla="*/ 1049715 h 1886394"/>
                <a:gd name="connsiteX69" fmla="*/ 622879 w 838423"/>
                <a:gd name="connsiteY69" fmla="*/ 826532 h 1886394"/>
                <a:gd name="connsiteX70" fmla="*/ 747418 w 838423"/>
                <a:gd name="connsiteY70" fmla="*/ 1049715 h 1886394"/>
                <a:gd name="connsiteX71" fmla="*/ 616092 w 838423"/>
                <a:gd name="connsiteY71" fmla="*/ 463153 h 1886394"/>
                <a:gd name="connsiteX72" fmla="*/ 357548 w 838423"/>
                <a:gd name="connsiteY72" fmla="*/ 352306 h 1886394"/>
                <a:gd name="connsiteX73" fmla="*/ 616092 w 838423"/>
                <a:gd name="connsiteY73" fmla="*/ 463153 h 188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838423" h="1886394">
                  <a:moveTo>
                    <a:pt x="497685" y="255032"/>
                  </a:moveTo>
                  <a:cubicBezTo>
                    <a:pt x="417437" y="195858"/>
                    <a:pt x="406602" y="92452"/>
                    <a:pt x="482802" y="0"/>
                  </a:cubicBezTo>
                  <a:cubicBezTo>
                    <a:pt x="507984" y="38100"/>
                    <a:pt x="532451" y="70068"/>
                    <a:pt x="551501" y="106085"/>
                  </a:cubicBezTo>
                  <a:cubicBezTo>
                    <a:pt x="576028" y="151686"/>
                    <a:pt x="573290" y="198656"/>
                    <a:pt x="546739" y="244197"/>
                  </a:cubicBezTo>
                  <a:cubicBezTo>
                    <a:pt x="533165" y="266700"/>
                    <a:pt x="520902" y="272117"/>
                    <a:pt x="497744" y="255091"/>
                  </a:cubicBezTo>
                  <a:close/>
                  <a:moveTo>
                    <a:pt x="782125" y="627221"/>
                  </a:moveTo>
                  <a:cubicBezTo>
                    <a:pt x="762361" y="642878"/>
                    <a:pt x="749442" y="641509"/>
                    <a:pt x="734500" y="620375"/>
                  </a:cubicBezTo>
                  <a:cubicBezTo>
                    <a:pt x="696400" y="565309"/>
                    <a:pt x="692947" y="505420"/>
                    <a:pt x="729738" y="450294"/>
                  </a:cubicBezTo>
                  <a:cubicBezTo>
                    <a:pt x="747418" y="423803"/>
                    <a:pt x="769862" y="401300"/>
                    <a:pt x="790281" y="376833"/>
                  </a:cubicBezTo>
                  <a:lnTo>
                    <a:pt x="802485" y="376833"/>
                  </a:lnTo>
                  <a:cubicBezTo>
                    <a:pt x="811355" y="398621"/>
                    <a:pt x="820880" y="419695"/>
                    <a:pt x="828381" y="442139"/>
                  </a:cubicBezTo>
                  <a:cubicBezTo>
                    <a:pt x="852193" y="512207"/>
                    <a:pt x="832429" y="587038"/>
                    <a:pt x="782125" y="627221"/>
                  </a:cubicBezTo>
                  <a:close/>
                  <a:moveTo>
                    <a:pt x="207887" y="197227"/>
                  </a:moveTo>
                  <a:cubicBezTo>
                    <a:pt x="316055" y="156389"/>
                    <a:pt x="463038" y="205383"/>
                    <a:pt x="492267" y="290453"/>
                  </a:cubicBezTo>
                  <a:cubicBezTo>
                    <a:pt x="411960" y="344150"/>
                    <a:pt x="257536" y="305395"/>
                    <a:pt x="207887" y="197227"/>
                  </a:cubicBezTo>
                  <a:close/>
                  <a:moveTo>
                    <a:pt x="635797" y="435352"/>
                  </a:moveTo>
                  <a:cubicBezTo>
                    <a:pt x="556918" y="372070"/>
                    <a:pt x="554835" y="251639"/>
                    <a:pt x="641929" y="177463"/>
                  </a:cubicBezTo>
                  <a:cubicBezTo>
                    <a:pt x="663063" y="219670"/>
                    <a:pt x="688185" y="256401"/>
                    <a:pt x="700448" y="296525"/>
                  </a:cubicBezTo>
                  <a:cubicBezTo>
                    <a:pt x="714081" y="342126"/>
                    <a:pt x="711997" y="390465"/>
                    <a:pt x="678660" y="431244"/>
                  </a:cubicBezTo>
                  <a:cubicBezTo>
                    <a:pt x="665087" y="448270"/>
                    <a:pt x="652823" y="448925"/>
                    <a:pt x="635797" y="435352"/>
                  </a:cubicBezTo>
                  <a:close/>
                  <a:moveTo>
                    <a:pt x="329688" y="1850469"/>
                  </a:moveTo>
                  <a:cubicBezTo>
                    <a:pt x="241224" y="1901488"/>
                    <a:pt x="81323" y="1902857"/>
                    <a:pt x="22804" y="1823978"/>
                  </a:cubicBezTo>
                  <a:cubicBezTo>
                    <a:pt x="109898" y="1749802"/>
                    <a:pt x="260929" y="1772900"/>
                    <a:pt x="329688" y="1850469"/>
                  </a:cubicBezTo>
                  <a:close/>
                  <a:moveTo>
                    <a:pt x="558288" y="1707594"/>
                  </a:moveTo>
                  <a:cubicBezTo>
                    <a:pt x="467086" y="1781770"/>
                    <a:pt x="311947" y="1795403"/>
                    <a:pt x="252118" y="1733491"/>
                  </a:cubicBezTo>
                  <a:cubicBezTo>
                    <a:pt x="318079" y="1655207"/>
                    <a:pt x="494292" y="1641634"/>
                    <a:pt x="558288" y="1707594"/>
                  </a:cubicBezTo>
                  <a:close/>
                  <a:moveTo>
                    <a:pt x="665742" y="1242953"/>
                  </a:moveTo>
                  <a:cubicBezTo>
                    <a:pt x="580731" y="1195983"/>
                    <a:pt x="558942" y="1078944"/>
                    <a:pt x="622224" y="1000720"/>
                  </a:cubicBezTo>
                  <a:cubicBezTo>
                    <a:pt x="659610" y="1025188"/>
                    <a:pt x="705211" y="1086445"/>
                    <a:pt x="711997" y="1125200"/>
                  </a:cubicBezTo>
                  <a:cubicBezTo>
                    <a:pt x="718843" y="1162645"/>
                    <a:pt x="722237" y="1200745"/>
                    <a:pt x="699079" y="1235452"/>
                  </a:cubicBezTo>
                  <a:cubicBezTo>
                    <a:pt x="689554" y="1250394"/>
                    <a:pt x="681398" y="1251109"/>
                    <a:pt x="665742" y="1242953"/>
                  </a:cubicBezTo>
                  <a:close/>
                  <a:moveTo>
                    <a:pt x="444642" y="1568827"/>
                  </a:moveTo>
                  <a:cubicBezTo>
                    <a:pt x="422199" y="1583115"/>
                    <a:pt x="407912" y="1579007"/>
                    <a:pt x="395648" y="1555194"/>
                  </a:cubicBezTo>
                  <a:cubicBezTo>
                    <a:pt x="355524" y="1478994"/>
                    <a:pt x="399042" y="1372195"/>
                    <a:pt x="492267" y="1334750"/>
                  </a:cubicBezTo>
                  <a:cubicBezTo>
                    <a:pt x="498399" y="1376303"/>
                    <a:pt x="508579" y="1417082"/>
                    <a:pt x="508579" y="1457266"/>
                  </a:cubicBezTo>
                  <a:cubicBezTo>
                    <a:pt x="507924" y="1503521"/>
                    <a:pt x="485481" y="1542276"/>
                    <a:pt x="444642" y="1568827"/>
                  </a:cubicBezTo>
                  <a:close/>
                  <a:moveTo>
                    <a:pt x="542631" y="1406188"/>
                  </a:moveTo>
                  <a:cubicBezTo>
                    <a:pt x="487505" y="1336119"/>
                    <a:pt x="502447" y="1229975"/>
                    <a:pt x="578647" y="1171516"/>
                  </a:cubicBezTo>
                  <a:cubicBezTo>
                    <a:pt x="586863" y="1185089"/>
                    <a:pt x="596388" y="1198007"/>
                    <a:pt x="603174" y="1212294"/>
                  </a:cubicBezTo>
                  <a:cubicBezTo>
                    <a:pt x="631749" y="1277600"/>
                    <a:pt x="649430" y="1343620"/>
                    <a:pt x="599066" y="1406902"/>
                  </a:cubicBezTo>
                  <a:cubicBezTo>
                    <a:pt x="577338" y="1434763"/>
                    <a:pt x="565074" y="1434108"/>
                    <a:pt x="542631" y="1406188"/>
                  </a:cubicBezTo>
                  <a:close/>
                  <a:moveTo>
                    <a:pt x="196338" y="1585853"/>
                  </a:moveTo>
                  <a:cubicBezTo>
                    <a:pt x="192230" y="1602165"/>
                    <a:pt x="189492" y="1614428"/>
                    <a:pt x="186813" y="1625977"/>
                  </a:cubicBezTo>
                  <a:cubicBezTo>
                    <a:pt x="174549" y="1696045"/>
                    <a:pt x="98349" y="1772245"/>
                    <a:pt x="28936" y="1787188"/>
                  </a:cubicBezTo>
                  <a:cubicBezTo>
                    <a:pt x="5123" y="1791950"/>
                    <a:pt x="1730" y="1783140"/>
                    <a:pt x="361" y="1763375"/>
                  </a:cubicBezTo>
                  <a:cubicBezTo>
                    <a:pt x="-2378" y="1725275"/>
                    <a:pt x="10600" y="1694021"/>
                    <a:pt x="35067" y="1666101"/>
                  </a:cubicBezTo>
                  <a:cubicBezTo>
                    <a:pt x="76561" y="1619191"/>
                    <a:pt x="132341" y="1600140"/>
                    <a:pt x="196338" y="1585853"/>
                  </a:cubicBezTo>
                  <a:close/>
                  <a:moveTo>
                    <a:pt x="228306" y="1700153"/>
                  </a:moveTo>
                  <a:cubicBezTo>
                    <a:pt x="207887" y="1662708"/>
                    <a:pt x="196338" y="1628001"/>
                    <a:pt x="218067" y="1586508"/>
                  </a:cubicBezTo>
                  <a:cubicBezTo>
                    <a:pt x="244617" y="1535490"/>
                    <a:pt x="287480" y="1505545"/>
                    <a:pt x="335760" y="1481733"/>
                  </a:cubicBezTo>
                  <a:cubicBezTo>
                    <a:pt x="358917" y="1470184"/>
                    <a:pt x="363025" y="1485840"/>
                    <a:pt x="363680" y="1504891"/>
                  </a:cubicBezTo>
                  <a:cubicBezTo>
                    <a:pt x="367073" y="1591925"/>
                    <a:pt x="306530" y="1676995"/>
                    <a:pt x="228306" y="1700153"/>
                  </a:cubicBezTo>
                  <a:close/>
                  <a:moveTo>
                    <a:pt x="491613" y="500003"/>
                  </a:moveTo>
                  <a:cubicBezTo>
                    <a:pt x="497685" y="494526"/>
                    <a:pt x="511317" y="491133"/>
                    <a:pt x="518818" y="493871"/>
                  </a:cubicBezTo>
                  <a:cubicBezTo>
                    <a:pt x="556918" y="507444"/>
                    <a:pt x="595018" y="522446"/>
                    <a:pt x="632404" y="538758"/>
                  </a:cubicBezTo>
                  <a:cubicBezTo>
                    <a:pt x="667825" y="555069"/>
                    <a:pt x="692947" y="582990"/>
                    <a:pt x="707949" y="619720"/>
                  </a:cubicBezTo>
                  <a:cubicBezTo>
                    <a:pt x="714736" y="637401"/>
                    <a:pt x="714736" y="654427"/>
                    <a:pt x="690923" y="658475"/>
                  </a:cubicBezTo>
                  <a:cubicBezTo>
                    <a:pt x="658955" y="651689"/>
                    <a:pt x="626987" y="648950"/>
                    <a:pt x="597697" y="637401"/>
                  </a:cubicBezTo>
                  <a:cubicBezTo>
                    <a:pt x="546024" y="616982"/>
                    <a:pt x="515425" y="574119"/>
                    <a:pt x="492922" y="524470"/>
                  </a:cubicBezTo>
                  <a:cubicBezTo>
                    <a:pt x="489529" y="516969"/>
                    <a:pt x="487505" y="503396"/>
                    <a:pt x="491613" y="500003"/>
                  </a:cubicBezTo>
                  <a:close/>
                  <a:moveTo>
                    <a:pt x="700448" y="839450"/>
                  </a:moveTo>
                  <a:cubicBezTo>
                    <a:pt x="698135" y="839340"/>
                    <a:pt x="695850" y="838899"/>
                    <a:pt x="693662" y="838140"/>
                  </a:cubicBezTo>
                  <a:cubicBezTo>
                    <a:pt x="632404" y="821769"/>
                    <a:pt x="575968" y="749677"/>
                    <a:pt x="573885" y="685026"/>
                  </a:cubicBezTo>
                  <a:cubicBezTo>
                    <a:pt x="573230" y="655082"/>
                    <a:pt x="580016" y="650319"/>
                    <a:pt x="607937" y="663238"/>
                  </a:cubicBezTo>
                  <a:cubicBezTo>
                    <a:pt x="613354" y="665976"/>
                    <a:pt x="618831" y="667345"/>
                    <a:pt x="623593" y="670084"/>
                  </a:cubicBezTo>
                  <a:cubicBezTo>
                    <a:pt x="673242" y="695266"/>
                    <a:pt x="722237" y="722471"/>
                    <a:pt x="745335" y="775514"/>
                  </a:cubicBezTo>
                  <a:cubicBezTo>
                    <a:pt x="754205" y="795933"/>
                    <a:pt x="749442" y="821769"/>
                    <a:pt x="750812" y="844927"/>
                  </a:cubicBezTo>
                  <a:cubicBezTo>
                    <a:pt x="734500" y="842903"/>
                    <a:pt x="717474" y="841534"/>
                    <a:pt x="700448" y="839450"/>
                  </a:cubicBezTo>
                  <a:close/>
                  <a:moveTo>
                    <a:pt x="747418" y="1049715"/>
                  </a:moveTo>
                  <a:cubicBezTo>
                    <a:pt x="644013" y="1033403"/>
                    <a:pt x="593649" y="944940"/>
                    <a:pt x="622879" y="826532"/>
                  </a:cubicBezTo>
                  <a:cubicBezTo>
                    <a:pt x="741287" y="896600"/>
                    <a:pt x="778017" y="965359"/>
                    <a:pt x="747418" y="1049715"/>
                  </a:cubicBezTo>
                  <a:close/>
                  <a:moveTo>
                    <a:pt x="616092" y="463153"/>
                  </a:moveTo>
                  <a:cubicBezTo>
                    <a:pt x="515425" y="499229"/>
                    <a:pt x="390886" y="446187"/>
                    <a:pt x="357548" y="352306"/>
                  </a:cubicBezTo>
                  <a:cubicBezTo>
                    <a:pt x="433748" y="336649"/>
                    <a:pt x="599781" y="378143"/>
                    <a:pt x="616092" y="463153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ABA041DB-BB0D-F118-2FE0-677A33FCBFCD}"/>
              </a:ext>
            </a:extLst>
          </p:cNvPr>
          <p:cNvGrpSpPr/>
          <p:nvPr/>
        </p:nvGrpSpPr>
        <p:grpSpPr>
          <a:xfrm flipH="1">
            <a:off x="9544178" y="1499658"/>
            <a:ext cx="359992" cy="710158"/>
            <a:chOff x="10210147" y="766557"/>
            <a:chExt cx="965551" cy="1904748"/>
          </a:xfrm>
          <a:solidFill>
            <a:schemeClr val="accent1"/>
          </a:solidFill>
        </p:grpSpPr>
        <p:sp>
          <p:nvSpPr>
            <p:cNvPr id="69" name="任意形状 68">
              <a:extLst>
                <a:ext uri="{FF2B5EF4-FFF2-40B4-BE49-F238E27FC236}">
                  <a16:creationId xmlns:a16="http://schemas.microsoft.com/office/drawing/2014/main" id="{6EA92EB3-ACAA-3449-1045-92E12A9DE9F0}"/>
                </a:ext>
              </a:extLst>
            </p:cNvPr>
            <p:cNvSpPr/>
            <p:nvPr/>
          </p:nvSpPr>
          <p:spPr>
            <a:xfrm>
              <a:off x="10370794" y="766557"/>
              <a:ext cx="804904" cy="1646825"/>
            </a:xfrm>
            <a:custGeom>
              <a:avLst/>
              <a:gdLst>
                <a:gd name="connsiteX0" fmla="*/ 203092 w 804904"/>
                <a:gd name="connsiteY0" fmla="*/ 186291 h 1646825"/>
                <a:gd name="connsiteX1" fmla="*/ 1638 w 804904"/>
                <a:gd name="connsiteY1" fmla="*/ 26450 h 1646825"/>
                <a:gd name="connsiteX2" fmla="*/ 24081 w 804904"/>
                <a:gd name="connsiteY2" fmla="*/ 554 h 1646825"/>
                <a:gd name="connsiteX3" fmla="*/ 194222 w 804904"/>
                <a:gd name="connsiteY3" fmla="*/ 67229 h 1646825"/>
                <a:gd name="connsiteX4" fmla="*/ 240477 w 804904"/>
                <a:gd name="connsiteY4" fmla="*/ 129856 h 1646825"/>
                <a:gd name="connsiteX5" fmla="*/ 203032 w 804904"/>
                <a:gd name="connsiteY5" fmla="*/ 186291 h 1646825"/>
                <a:gd name="connsiteX6" fmla="*/ 570400 w 804904"/>
                <a:gd name="connsiteY6" fmla="*/ 1274880 h 1646825"/>
                <a:gd name="connsiteX7" fmla="*/ 577246 w 804904"/>
                <a:gd name="connsiteY7" fmla="*/ 1208205 h 1646825"/>
                <a:gd name="connsiteX8" fmla="*/ 580639 w 804904"/>
                <a:gd name="connsiteY8" fmla="*/ 1202073 h 1646825"/>
                <a:gd name="connsiteX9" fmla="*/ 790844 w 804904"/>
                <a:gd name="connsiteY9" fmla="*/ 1095929 h 1646825"/>
                <a:gd name="connsiteX10" fmla="*/ 790844 w 804904"/>
                <a:gd name="connsiteY10" fmla="*/ 1114324 h 1646825"/>
                <a:gd name="connsiteX11" fmla="*/ 629633 w 804904"/>
                <a:gd name="connsiteY11" fmla="*/ 1274880 h 1646825"/>
                <a:gd name="connsiteX12" fmla="*/ 570459 w 804904"/>
                <a:gd name="connsiteY12" fmla="*/ 1274880 h 1646825"/>
                <a:gd name="connsiteX13" fmla="*/ 672496 w 804904"/>
                <a:gd name="connsiteY13" fmla="*/ 856494 h 1646825"/>
                <a:gd name="connsiteX14" fmla="*/ 624871 w 804904"/>
                <a:gd name="connsiteY14" fmla="*/ 839468 h 1646825"/>
                <a:gd name="connsiteX15" fmla="*/ 760245 w 804904"/>
                <a:gd name="connsiteY15" fmla="*/ 618369 h 1646825"/>
                <a:gd name="connsiteX16" fmla="*/ 759590 w 804904"/>
                <a:gd name="connsiteY16" fmla="*/ 731955 h 1646825"/>
                <a:gd name="connsiteX17" fmla="*/ 672496 w 804904"/>
                <a:gd name="connsiteY17" fmla="*/ 856494 h 1646825"/>
                <a:gd name="connsiteX18" fmla="*/ 647314 w 804904"/>
                <a:gd name="connsiteY18" fmla="*/ 1076224 h 1646825"/>
                <a:gd name="connsiteX19" fmla="*/ 626895 w 804904"/>
                <a:gd name="connsiteY19" fmla="*/ 1057829 h 1646825"/>
                <a:gd name="connsiteX20" fmla="*/ 671781 w 804904"/>
                <a:gd name="connsiteY20" fmla="*/ 917692 h 1646825"/>
                <a:gd name="connsiteX21" fmla="*/ 790844 w 804904"/>
                <a:gd name="connsiteY21" fmla="*/ 846969 h 1646825"/>
                <a:gd name="connsiteX22" fmla="*/ 798345 w 804904"/>
                <a:gd name="connsiteY22" fmla="*/ 856494 h 1646825"/>
                <a:gd name="connsiteX23" fmla="*/ 802453 w 804904"/>
                <a:gd name="connsiteY23" fmla="*/ 861912 h 1646825"/>
                <a:gd name="connsiteX24" fmla="*/ 647314 w 804904"/>
                <a:gd name="connsiteY24" fmla="*/ 1076224 h 1646825"/>
                <a:gd name="connsiteX25" fmla="*/ 465684 w 804904"/>
                <a:gd name="connsiteY25" fmla="*/ 1420493 h 1646825"/>
                <a:gd name="connsiteX26" fmla="*/ 665709 w 804904"/>
                <a:gd name="connsiteY26" fmla="*/ 1318457 h 1646825"/>
                <a:gd name="connsiteX27" fmla="*/ 710596 w 804904"/>
                <a:gd name="connsiteY27" fmla="*/ 1349711 h 1646825"/>
                <a:gd name="connsiteX28" fmla="*/ 496938 w 804904"/>
                <a:gd name="connsiteY28" fmla="*/ 1474905 h 1646825"/>
                <a:gd name="connsiteX29" fmla="*/ 465684 w 804904"/>
                <a:gd name="connsiteY29" fmla="*/ 1420493 h 1646825"/>
                <a:gd name="connsiteX30" fmla="*/ 311201 w 804904"/>
                <a:gd name="connsiteY30" fmla="*/ 1636830 h 1646825"/>
                <a:gd name="connsiteX31" fmla="*/ 301676 w 804904"/>
                <a:gd name="connsiteY31" fmla="*/ 1604207 h 1646825"/>
                <a:gd name="connsiteX32" fmla="*/ 582008 w 804904"/>
                <a:gd name="connsiteY32" fmla="*/ 1540211 h 1646825"/>
                <a:gd name="connsiteX33" fmla="*/ 583378 w 804904"/>
                <a:gd name="connsiteY33" fmla="*/ 1543604 h 1646825"/>
                <a:gd name="connsiteX34" fmla="*/ 311201 w 804904"/>
                <a:gd name="connsiteY34" fmla="*/ 1636830 h 1646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804904" h="1646825">
                  <a:moveTo>
                    <a:pt x="203092" y="186291"/>
                  </a:moveTo>
                  <a:cubicBezTo>
                    <a:pt x="102365" y="184982"/>
                    <a:pt x="27475" y="125093"/>
                    <a:pt x="1638" y="26450"/>
                  </a:cubicBezTo>
                  <a:cubicBezTo>
                    <a:pt x="-3779" y="4662"/>
                    <a:pt x="4377" y="-2125"/>
                    <a:pt x="24081" y="554"/>
                  </a:cubicBezTo>
                  <a:cubicBezTo>
                    <a:pt x="85994" y="9424"/>
                    <a:pt x="145882" y="25736"/>
                    <a:pt x="194222" y="67229"/>
                  </a:cubicBezTo>
                  <a:cubicBezTo>
                    <a:pt x="213272" y="83600"/>
                    <a:pt x="229583" y="106698"/>
                    <a:pt x="240477" y="129856"/>
                  </a:cubicBezTo>
                  <a:cubicBezTo>
                    <a:pt x="261552" y="175457"/>
                    <a:pt x="252681" y="187006"/>
                    <a:pt x="203032" y="186291"/>
                  </a:cubicBezTo>
                  <a:close/>
                  <a:moveTo>
                    <a:pt x="570400" y="1274880"/>
                  </a:moveTo>
                  <a:cubicBezTo>
                    <a:pt x="572483" y="1252437"/>
                    <a:pt x="575162" y="1230648"/>
                    <a:pt x="577246" y="1208205"/>
                  </a:cubicBezTo>
                  <a:cubicBezTo>
                    <a:pt x="577246" y="1206181"/>
                    <a:pt x="579270" y="1204157"/>
                    <a:pt x="580639" y="1202073"/>
                  </a:cubicBezTo>
                  <a:cubicBezTo>
                    <a:pt x="614631" y="1136113"/>
                    <a:pt x="703809" y="1089142"/>
                    <a:pt x="790844" y="1095929"/>
                  </a:cubicBezTo>
                  <a:cubicBezTo>
                    <a:pt x="790844" y="1103430"/>
                    <a:pt x="792213" y="1109562"/>
                    <a:pt x="790844" y="1114324"/>
                  </a:cubicBezTo>
                  <a:cubicBezTo>
                    <a:pt x="760959" y="1191893"/>
                    <a:pt x="715358" y="1254461"/>
                    <a:pt x="629633" y="1274880"/>
                  </a:cubicBezTo>
                  <a:cubicBezTo>
                    <a:pt x="610583" y="1278988"/>
                    <a:pt x="590164" y="1275594"/>
                    <a:pt x="570459" y="1274880"/>
                  </a:cubicBezTo>
                  <a:close/>
                  <a:moveTo>
                    <a:pt x="672496" y="856494"/>
                  </a:moveTo>
                  <a:cubicBezTo>
                    <a:pt x="650052" y="868698"/>
                    <a:pt x="636420" y="866019"/>
                    <a:pt x="624871" y="839468"/>
                  </a:cubicBezTo>
                  <a:cubicBezTo>
                    <a:pt x="584747" y="746957"/>
                    <a:pt x="661602" y="646944"/>
                    <a:pt x="760245" y="618369"/>
                  </a:cubicBezTo>
                  <a:cubicBezTo>
                    <a:pt x="760245" y="659148"/>
                    <a:pt x="763638" y="695879"/>
                    <a:pt x="759590" y="731955"/>
                  </a:cubicBezTo>
                  <a:cubicBezTo>
                    <a:pt x="753458" y="787736"/>
                    <a:pt x="722145" y="829229"/>
                    <a:pt x="672496" y="856494"/>
                  </a:cubicBezTo>
                  <a:close/>
                  <a:moveTo>
                    <a:pt x="647314" y="1076224"/>
                  </a:moveTo>
                  <a:cubicBezTo>
                    <a:pt x="640527" y="1076879"/>
                    <a:pt x="628264" y="1065330"/>
                    <a:pt x="626895" y="1057829"/>
                  </a:cubicBezTo>
                  <a:cubicBezTo>
                    <a:pt x="616715" y="1003417"/>
                    <a:pt x="627609" y="952399"/>
                    <a:pt x="671781" y="917692"/>
                  </a:cubicBezTo>
                  <a:cubicBezTo>
                    <a:pt x="707857" y="889832"/>
                    <a:pt x="751434" y="870067"/>
                    <a:pt x="790844" y="846969"/>
                  </a:cubicBezTo>
                  <a:lnTo>
                    <a:pt x="798345" y="856494"/>
                  </a:lnTo>
                  <a:cubicBezTo>
                    <a:pt x="799714" y="858518"/>
                    <a:pt x="802453" y="859887"/>
                    <a:pt x="802453" y="861912"/>
                  </a:cubicBezTo>
                  <a:cubicBezTo>
                    <a:pt x="820788" y="947637"/>
                    <a:pt x="733039" y="1068723"/>
                    <a:pt x="647314" y="1076224"/>
                  </a:cubicBezTo>
                  <a:close/>
                  <a:moveTo>
                    <a:pt x="465684" y="1420493"/>
                  </a:moveTo>
                  <a:cubicBezTo>
                    <a:pt x="510571" y="1338816"/>
                    <a:pt x="590164" y="1326612"/>
                    <a:pt x="665709" y="1318457"/>
                  </a:cubicBezTo>
                  <a:cubicBezTo>
                    <a:pt x="711965" y="1317087"/>
                    <a:pt x="725538" y="1327982"/>
                    <a:pt x="710596" y="1349711"/>
                  </a:cubicBezTo>
                  <a:cubicBezTo>
                    <a:pt x="658208" y="1423232"/>
                    <a:pt x="591533" y="1473536"/>
                    <a:pt x="496938" y="1474905"/>
                  </a:cubicBezTo>
                  <a:cubicBezTo>
                    <a:pt x="451397" y="1475619"/>
                    <a:pt x="443181" y="1459962"/>
                    <a:pt x="465684" y="1420493"/>
                  </a:cubicBezTo>
                  <a:close/>
                  <a:moveTo>
                    <a:pt x="311201" y="1636830"/>
                  </a:moveTo>
                  <a:cubicBezTo>
                    <a:pt x="294234" y="1629329"/>
                    <a:pt x="293520" y="1619149"/>
                    <a:pt x="301676" y="1604207"/>
                  </a:cubicBezTo>
                  <a:cubicBezTo>
                    <a:pt x="344538" y="1526637"/>
                    <a:pt x="507832" y="1489192"/>
                    <a:pt x="582008" y="1540211"/>
                  </a:cubicBezTo>
                  <a:cubicBezTo>
                    <a:pt x="582663" y="1540925"/>
                    <a:pt x="582663" y="1542294"/>
                    <a:pt x="583378" y="1543604"/>
                  </a:cubicBezTo>
                  <a:cubicBezTo>
                    <a:pt x="537777" y="1617780"/>
                    <a:pt x="387401" y="1669512"/>
                    <a:pt x="311201" y="1636830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0" name="任意形状 69">
              <a:extLst>
                <a:ext uri="{FF2B5EF4-FFF2-40B4-BE49-F238E27FC236}">
                  <a16:creationId xmlns:a16="http://schemas.microsoft.com/office/drawing/2014/main" id="{6C4C437D-1501-F2F3-5C09-478C558E3A9C}"/>
                </a:ext>
              </a:extLst>
            </p:cNvPr>
            <p:cNvSpPr/>
            <p:nvPr/>
          </p:nvSpPr>
          <p:spPr>
            <a:xfrm>
              <a:off x="10210147" y="784911"/>
              <a:ext cx="838423" cy="1886394"/>
            </a:xfrm>
            <a:custGeom>
              <a:avLst/>
              <a:gdLst>
                <a:gd name="connsiteX0" fmla="*/ 497685 w 838423"/>
                <a:gd name="connsiteY0" fmla="*/ 255032 h 1886394"/>
                <a:gd name="connsiteX1" fmla="*/ 482802 w 838423"/>
                <a:gd name="connsiteY1" fmla="*/ 0 h 1886394"/>
                <a:gd name="connsiteX2" fmla="*/ 551501 w 838423"/>
                <a:gd name="connsiteY2" fmla="*/ 106085 h 1886394"/>
                <a:gd name="connsiteX3" fmla="*/ 546739 w 838423"/>
                <a:gd name="connsiteY3" fmla="*/ 244197 h 1886394"/>
                <a:gd name="connsiteX4" fmla="*/ 497744 w 838423"/>
                <a:gd name="connsiteY4" fmla="*/ 255091 h 1886394"/>
                <a:gd name="connsiteX5" fmla="*/ 782125 w 838423"/>
                <a:gd name="connsiteY5" fmla="*/ 627221 h 1886394"/>
                <a:gd name="connsiteX6" fmla="*/ 734500 w 838423"/>
                <a:gd name="connsiteY6" fmla="*/ 620375 h 1886394"/>
                <a:gd name="connsiteX7" fmla="*/ 729738 w 838423"/>
                <a:gd name="connsiteY7" fmla="*/ 450294 h 1886394"/>
                <a:gd name="connsiteX8" fmla="*/ 790281 w 838423"/>
                <a:gd name="connsiteY8" fmla="*/ 376833 h 1886394"/>
                <a:gd name="connsiteX9" fmla="*/ 802485 w 838423"/>
                <a:gd name="connsiteY9" fmla="*/ 376833 h 1886394"/>
                <a:gd name="connsiteX10" fmla="*/ 828381 w 838423"/>
                <a:gd name="connsiteY10" fmla="*/ 442139 h 1886394"/>
                <a:gd name="connsiteX11" fmla="*/ 782125 w 838423"/>
                <a:gd name="connsiteY11" fmla="*/ 627221 h 1886394"/>
                <a:gd name="connsiteX12" fmla="*/ 207887 w 838423"/>
                <a:gd name="connsiteY12" fmla="*/ 197227 h 1886394"/>
                <a:gd name="connsiteX13" fmla="*/ 492267 w 838423"/>
                <a:gd name="connsiteY13" fmla="*/ 290453 h 1886394"/>
                <a:gd name="connsiteX14" fmla="*/ 207887 w 838423"/>
                <a:gd name="connsiteY14" fmla="*/ 197227 h 1886394"/>
                <a:gd name="connsiteX15" fmla="*/ 635797 w 838423"/>
                <a:gd name="connsiteY15" fmla="*/ 435352 h 1886394"/>
                <a:gd name="connsiteX16" fmla="*/ 641929 w 838423"/>
                <a:gd name="connsiteY16" fmla="*/ 177463 h 1886394"/>
                <a:gd name="connsiteX17" fmla="*/ 700448 w 838423"/>
                <a:gd name="connsiteY17" fmla="*/ 296525 h 1886394"/>
                <a:gd name="connsiteX18" fmla="*/ 678660 w 838423"/>
                <a:gd name="connsiteY18" fmla="*/ 431244 h 1886394"/>
                <a:gd name="connsiteX19" fmla="*/ 635797 w 838423"/>
                <a:gd name="connsiteY19" fmla="*/ 435352 h 1886394"/>
                <a:gd name="connsiteX20" fmla="*/ 329688 w 838423"/>
                <a:gd name="connsiteY20" fmla="*/ 1850469 h 1886394"/>
                <a:gd name="connsiteX21" fmla="*/ 22804 w 838423"/>
                <a:gd name="connsiteY21" fmla="*/ 1823978 h 1886394"/>
                <a:gd name="connsiteX22" fmla="*/ 329688 w 838423"/>
                <a:gd name="connsiteY22" fmla="*/ 1850469 h 1886394"/>
                <a:gd name="connsiteX23" fmla="*/ 558288 w 838423"/>
                <a:gd name="connsiteY23" fmla="*/ 1707594 h 1886394"/>
                <a:gd name="connsiteX24" fmla="*/ 252118 w 838423"/>
                <a:gd name="connsiteY24" fmla="*/ 1733491 h 1886394"/>
                <a:gd name="connsiteX25" fmla="*/ 558288 w 838423"/>
                <a:gd name="connsiteY25" fmla="*/ 1707594 h 1886394"/>
                <a:gd name="connsiteX26" fmla="*/ 665742 w 838423"/>
                <a:gd name="connsiteY26" fmla="*/ 1242953 h 1886394"/>
                <a:gd name="connsiteX27" fmla="*/ 622224 w 838423"/>
                <a:gd name="connsiteY27" fmla="*/ 1000720 h 1886394"/>
                <a:gd name="connsiteX28" fmla="*/ 711997 w 838423"/>
                <a:gd name="connsiteY28" fmla="*/ 1125200 h 1886394"/>
                <a:gd name="connsiteX29" fmla="*/ 699079 w 838423"/>
                <a:gd name="connsiteY29" fmla="*/ 1235452 h 1886394"/>
                <a:gd name="connsiteX30" fmla="*/ 665742 w 838423"/>
                <a:gd name="connsiteY30" fmla="*/ 1242953 h 1886394"/>
                <a:gd name="connsiteX31" fmla="*/ 444642 w 838423"/>
                <a:gd name="connsiteY31" fmla="*/ 1568827 h 1886394"/>
                <a:gd name="connsiteX32" fmla="*/ 395648 w 838423"/>
                <a:gd name="connsiteY32" fmla="*/ 1555194 h 1886394"/>
                <a:gd name="connsiteX33" fmla="*/ 492267 w 838423"/>
                <a:gd name="connsiteY33" fmla="*/ 1334750 h 1886394"/>
                <a:gd name="connsiteX34" fmla="*/ 508579 w 838423"/>
                <a:gd name="connsiteY34" fmla="*/ 1457266 h 1886394"/>
                <a:gd name="connsiteX35" fmla="*/ 444642 w 838423"/>
                <a:gd name="connsiteY35" fmla="*/ 1568827 h 1886394"/>
                <a:gd name="connsiteX36" fmla="*/ 542631 w 838423"/>
                <a:gd name="connsiteY36" fmla="*/ 1406188 h 1886394"/>
                <a:gd name="connsiteX37" fmla="*/ 578647 w 838423"/>
                <a:gd name="connsiteY37" fmla="*/ 1171516 h 1886394"/>
                <a:gd name="connsiteX38" fmla="*/ 603174 w 838423"/>
                <a:gd name="connsiteY38" fmla="*/ 1212294 h 1886394"/>
                <a:gd name="connsiteX39" fmla="*/ 599066 w 838423"/>
                <a:gd name="connsiteY39" fmla="*/ 1406902 h 1886394"/>
                <a:gd name="connsiteX40" fmla="*/ 542631 w 838423"/>
                <a:gd name="connsiteY40" fmla="*/ 1406188 h 1886394"/>
                <a:gd name="connsiteX41" fmla="*/ 196338 w 838423"/>
                <a:gd name="connsiteY41" fmla="*/ 1585853 h 1886394"/>
                <a:gd name="connsiteX42" fmla="*/ 186813 w 838423"/>
                <a:gd name="connsiteY42" fmla="*/ 1625977 h 1886394"/>
                <a:gd name="connsiteX43" fmla="*/ 28936 w 838423"/>
                <a:gd name="connsiteY43" fmla="*/ 1787188 h 1886394"/>
                <a:gd name="connsiteX44" fmla="*/ 361 w 838423"/>
                <a:gd name="connsiteY44" fmla="*/ 1763375 h 1886394"/>
                <a:gd name="connsiteX45" fmla="*/ 35067 w 838423"/>
                <a:gd name="connsiteY45" fmla="*/ 1666101 h 1886394"/>
                <a:gd name="connsiteX46" fmla="*/ 196338 w 838423"/>
                <a:gd name="connsiteY46" fmla="*/ 1585853 h 1886394"/>
                <a:gd name="connsiteX47" fmla="*/ 228306 w 838423"/>
                <a:gd name="connsiteY47" fmla="*/ 1700153 h 1886394"/>
                <a:gd name="connsiteX48" fmla="*/ 218067 w 838423"/>
                <a:gd name="connsiteY48" fmla="*/ 1586508 h 1886394"/>
                <a:gd name="connsiteX49" fmla="*/ 335760 w 838423"/>
                <a:gd name="connsiteY49" fmla="*/ 1481733 h 1886394"/>
                <a:gd name="connsiteX50" fmla="*/ 363680 w 838423"/>
                <a:gd name="connsiteY50" fmla="*/ 1504891 h 1886394"/>
                <a:gd name="connsiteX51" fmla="*/ 228306 w 838423"/>
                <a:gd name="connsiteY51" fmla="*/ 1700153 h 1886394"/>
                <a:gd name="connsiteX52" fmla="*/ 491613 w 838423"/>
                <a:gd name="connsiteY52" fmla="*/ 500003 h 1886394"/>
                <a:gd name="connsiteX53" fmla="*/ 518818 w 838423"/>
                <a:gd name="connsiteY53" fmla="*/ 493871 h 1886394"/>
                <a:gd name="connsiteX54" fmla="*/ 632404 w 838423"/>
                <a:gd name="connsiteY54" fmla="*/ 538758 h 1886394"/>
                <a:gd name="connsiteX55" fmla="*/ 707949 w 838423"/>
                <a:gd name="connsiteY55" fmla="*/ 619720 h 1886394"/>
                <a:gd name="connsiteX56" fmla="*/ 690923 w 838423"/>
                <a:gd name="connsiteY56" fmla="*/ 658475 h 1886394"/>
                <a:gd name="connsiteX57" fmla="*/ 597697 w 838423"/>
                <a:gd name="connsiteY57" fmla="*/ 637401 h 1886394"/>
                <a:gd name="connsiteX58" fmla="*/ 492922 w 838423"/>
                <a:gd name="connsiteY58" fmla="*/ 524470 h 1886394"/>
                <a:gd name="connsiteX59" fmla="*/ 491613 w 838423"/>
                <a:gd name="connsiteY59" fmla="*/ 500003 h 1886394"/>
                <a:gd name="connsiteX60" fmla="*/ 700448 w 838423"/>
                <a:gd name="connsiteY60" fmla="*/ 839450 h 1886394"/>
                <a:gd name="connsiteX61" fmla="*/ 693662 w 838423"/>
                <a:gd name="connsiteY61" fmla="*/ 838140 h 1886394"/>
                <a:gd name="connsiteX62" fmla="*/ 573885 w 838423"/>
                <a:gd name="connsiteY62" fmla="*/ 685026 h 1886394"/>
                <a:gd name="connsiteX63" fmla="*/ 607937 w 838423"/>
                <a:gd name="connsiteY63" fmla="*/ 663238 h 1886394"/>
                <a:gd name="connsiteX64" fmla="*/ 623593 w 838423"/>
                <a:gd name="connsiteY64" fmla="*/ 670084 h 1886394"/>
                <a:gd name="connsiteX65" fmla="*/ 745335 w 838423"/>
                <a:gd name="connsiteY65" fmla="*/ 775514 h 1886394"/>
                <a:gd name="connsiteX66" fmla="*/ 750812 w 838423"/>
                <a:gd name="connsiteY66" fmla="*/ 844927 h 1886394"/>
                <a:gd name="connsiteX67" fmla="*/ 700448 w 838423"/>
                <a:gd name="connsiteY67" fmla="*/ 839450 h 1886394"/>
                <a:gd name="connsiteX68" fmla="*/ 747418 w 838423"/>
                <a:gd name="connsiteY68" fmla="*/ 1049715 h 1886394"/>
                <a:gd name="connsiteX69" fmla="*/ 622879 w 838423"/>
                <a:gd name="connsiteY69" fmla="*/ 826532 h 1886394"/>
                <a:gd name="connsiteX70" fmla="*/ 747418 w 838423"/>
                <a:gd name="connsiteY70" fmla="*/ 1049715 h 1886394"/>
                <a:gd name="connsiteX71" fmla="*/ 616092 w 838423"/>
                <a:gd name="connsiteY71" fmla="*/ 463153 h 1886394"/>
                <a:gd name="connsiteX72" fmla="*/ 357548 w 838423"/>
                <a:gd name="connsiteY72" fmla="*/ 352306 h 1886394"/>
                <a:gd name="connsiteX73" fmla="*/ 616092 w 838423"/>
                <a:gd name="connsiteY73" fmla="*/ 463153 h 1886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838423" h="1886394">
                  <a:moveTo>
                    <a:pt x="497685" y="255032"/>
                  </a:moveTo>
                  <a:cubicBezTo>
                    <a:pt x="417437" y="195858"/>
                    <a:pt x="406602" y="92452"/>
                    <a:pt x="482802" y="0"/>
                  </a:cubicBezTo>
                  <a:cubicBezTo>
                    <a:pt x="507984" y="38100"/>
                    <a:pt x="532451" y="70068"/>
                    <a:pt x="551501" y="106085"/>
                  </a:cubicBezTo>
                  <a:cubicBezTo>
                    <a:pt x="576028" y="151686"/>
                    <a:pt x="573290" y="198656"/>
                    <a:pt x="546739" y="244197"/>
                  </a:cubicBezTo>
                  <a:cubicBezTo>
                    <a:pt x="533165" y="266700"/>
                    <a:pt x="520902" y="272117"/>
                    <a:pt x="497744" y="255091"/>
                  </a:cubicBezTo>
                  <a:close/>
                  <a:moveTo>
                    <a:pt x="782125" y="627221"/>
                  </a:moveTo>
                  <a:cubicBezTo>
                    <a:pt x="762361" y="642878"/>
                    <a:pt x="749442" y="641509"/>
                    <a:pt x="734500" y="620375"/>
                  </a:cubicBezTo>
                  <a:cubicBezTo>
                    <a:pt x="696400" y="565309"/>
                    <a:pt x="692947" y="505420"/>
                    <a:pt x="729738" y="450294"/>
                  </a:cubicBezTo>
                  <a:cubicBezTo>
                    <a:pt x="747418" y="423803"/>
                    <a:pt x="769862" y="401300"/>
                    <a:pt x="790281" y="376833"/>
                  </a:cubicBezTo>
                  <a:lnTo>
                    <a:pt x="802485" y="376833"/>
                  </a:lnTo>
                  <a:cubicBezTo>
                    <a:pt x="811355" y="398621"/>
                    <a:pt x="820880" y="419695"/>
                    <a:pt x="828381" y="442139"/>
                  </a:cubicBezTo>
                  <a:cubicBezTo>
                    <a:pt x="852193" y="512207"/>
                    <a:pt x="832429" y="587038"/>
                    <a:pt x="782125" y="627221"/>
                  </a:cubicBezTo>
                  <a:close/>
                  <a:moveTo>
                    <a:pt x="207887" y="197227"/>
                  </a:moveTo>
                  <a:cubicBezTo>
                    <a:pt x="316055" y="156389"/>
                    <a:pt x="463038" y="205383"/>
                    <a:pt x="492267" y="290453"/>
                  </a:cubicBezTo>
                  <a:cubicBezTo>
                    <a:pt x="411960" y="344150"/>
                    <a:pt x="257536" y="305395"/>
                    <a:pt x="207887" y="197227"/>
                  </a:cubicBezTo>
                  <a:close/>
                  <a:moveTo>
                    <a:pt x="635797" y="435352"/>
                  </a:moveTo>
                  <a:cubicBezTo>
                    <a:pt x="556918" y="372070"/>
                    <a:pt x="554835" y="251639"/>
                    <a:pt x="641929" y="177463"/>
                  </a:cubicBezTo>
                  <a:cubicBezTo>
                    <a:pt x="663063" y="219670"/>
                    <a:pt x="688185" y="256401"/>
                    <a:pt x="700448" y="296525"/>
                  </a:cubicBezTo>
                  <a:cubicBezTo>
                    <a:pt x="714081" y="342126"/>
                    <a:pt x="711997" y="390465"/>
                    <a:pt x="678660" y="431244"/>
                  </a:cubicBezTo>
                  <a:cubicBezTo>
                    <a:pt x="665087" y="448270"/>
                    <a:pt x="652823" y="448925"/>
                    <a:pt x="635797" y="435352"/>
                  </a:cubicBezTo>
                  <a:close/>
                  <a:moveTo>
                    <a:pt x="329688" y="1850469"/>
                  </a:moveTo>
                  <a:cubicBezTo>
                    <a:pt x="241224" y="1901488"/>
                    <a:pt x="81323" y="1902857"/>
                    <a:pt x="22804" y="1823978"/>
                  </a:cubicBezTo>
                  <a:cubicBezTo>
                    <a:pt x="109898" y="1749802"/>
                    <a:pt x="260929" y="1772900"/>
                    <a:pt x="329688" y="1850469"/>
                  </a:cubicBezTo>
                  <a:close/>
                  <a:moveTo>
                    <a:pt x="558288" y="1707594"/>
                  </a:moveTo>
                  <a:cubicBezTo>
                    <a:pt x="467086" y="1781770"/>
                    <a:pt x="311947" y="1795403"/>
                    <a:pt x="252118" y="1733491"/>
                  </a:cubicBezTo>
                  <a:cubicBezTo>
                    <a:pt x="318079" y="1655207"/>
                    <a:pt x="494292" y="1641634"/>
                    <a:pt x="558288" y="1707594"/>
                  </a:cubicBezTo>
                  <a:close/>
                  <a:moveTo>
                    <a:pt x="665742" y="1242953"/>
                  </a:moveTo>
                  <a:cubicBezTo>
                    <a:pt x="580731" y="1195983"/>
                    <a:pt x="558942" y="1078944"/>
                    <a:pt x="622224" y="1000720"/>
                  </a:cubicBezTo>
                  <a:cubicBezTo>
                    <a:pt x="659610" y="1025188"/>
                    <a:pt x="705211" y="1086445"/>
                    <a:pt x="711997" y="1125200"/>
                  </a:cubicBezTo>
                  <a:cubicBezTo>
                    <a:pt x="718843" y="1162645"/>
                    <a:pt x="722237" y="1200745"/>
                    <a:pt x="699079" y="1235452"/>
                  </a:cubicBezTo>
                  <a:cubicBezTo>
                    <a:pt x="689554" y="1250394"/>
                    <a:pt x="681398" y="1251109"/>
                    <a:pt x="665742" y="1242953"/>
                  </a:cubicBezTo>
                  <a:close/>
                  <a:moveTo>
                    <a:pt x="444642" y="1568827"/>
                  </a:moveTo>
                  <a:cubicBezTo>
                    <a:pt x="422199" y="1583115"/>
                    <a:pt x="407912" y="1579007"/>
                    <a:pt x="395648" y="1555194"/>
                  </a:cubicBezTo>
                  <a:cubicBezTo>
                    <a:pt x="355524" y="1478994"/>
                    <a:pt x="399042" y="1372195"/>
                    <a:pt x="492267" y="1334750"/>
                  </a:cubicBezTo>
                  <a:cubicBezTo>
                    <a:pt x="498399" y="1376303"/>
                    <a:pt x="508579" y="1417082"/>
                    <a:pt x="508579" y="1457266"/>
                  </a:cubicBezTo>
                  <a:cubicBezTo>
                    <a:pt x="507924" y="1503521"/>
                    <a:pt x="485481" y="1542276"/>
                    <a:pt x="444642" y="1568827"/>
                  </a:cubicBezTo>
                  <a:close/>
                  <a:moveTo>
                    <a:pt x="542631" y="1406188"/>
                  </a:moveTo>
                  <a:cubicBezTo>
                    <a:pt x="487505" y="1336119"/>
                    <a:pt x="502447" y="1229975"/>
                    <a:pt x="578647" y="1171516"/>
                  </a:cubicBezTo>
                  <a:cubicBezTo>
                    <a:pt x="586863" y="1185089"/>
                    <a:pt x="596388" y="1198007"/>
                    <a:pt x="603174" y="1212294"/>
                  </a:cubicBezTo>
                  <a:cubicBezTo>
                    <a:pt x="631749" y="1277600"/>
                    <a:pt x="649430" y="1343620"/>
                    <a:pt x="599066" y="1406902"/>
                  </a:cubicBezTo>
                  <a:cubicBezTo>
                    <a:pt x="577338" y="1434763"/>
                    <a:pt x="565074" y="1434108"/>
                    <a:pt x="542631" y="1406188"/>
                  </a:cubicBezTo>
                  <a:close/>
                  <a:moveTo>
                    <a:pt x="196338" y="1585853"/>
                  </a:moveTo>
                  <a:cubicBezTo>
                    <a:pt x="192230" y="1602165"/>
                    <a:pt x="189492" y="1614428"/>
                    <a:pt x="186813" y="1625977"/>
                  </a:cubicBezTo>
                  <a:cubicBezTo>
                    <a:pt x="174549" y="1696045"/>
                    <a:pt x="98349" y="1772245"/>
                    <a:pt x="28936" y="1787188"/>
                  </a:cubicBezTo>
                  <a:cubicBezTo>
                    <a:pt x="5123" y="1791950"/>
                    <a:pt x="1730" y="1783140"/>
                    <a:pt x="361" y="1763375"/>
                  </a:cubicBezTo>
                  <a:cubicBezTo>
                    <a:pt x="-2378" y="1725275"/>
                    <a:pt x="10600" y="1694021"/>
                    <a:pt x="35067" y="1666101"/>
                  </a:cubicBezTo>
                  <a:cubicBezTo>
                    <a:pt x="76561" y="1619191"/>
                    <a:pt x="132341" y="1600140"/>
                    <a:pt x="196338" y="1585853"/>
                  </a:cubicBezTo>
                  <a:close/>
                  <a:moveTo>
                    <a:pt x="228306" y="1700153"/>
                  </a:moveTo>
                  <a:cubicBezTo>
                    <a:pt x="207887" y="1662708"/>
                    <a:pt x="196338" y="1628001"/>
                    <a:pt x="218067" y="1586508"/>
                  </a:cubicBezTo>
                  <a:cubicBezTo>
                    <a:pt x="244617" y="1535490"/>
                    <a:pt x="287480" y="1505545"/>
                    <a:pt x="335760" y="1481733"/>
                  </a:cubicBezTo>
                  <a:cubicBezTo>
                    <a:pt x="358917" y="1470184"/>
                    <a:pt x="363025" y="1485840"/>
                    <a:pt x="363680" y="1504891"/>
                  </a:cubicBezTo>
                  <a:cubicBezTo>
                    <a:pt x="367073" y="1591925"/>
                    <a:pt x="306530" y="1676995"/>
                    <a:pt x="228306" y="1700153"/>
                  </a:cubicBezTo>
                  <a:close/>
                  <a:moveTo>
                    <a:pt x="491613" y="500003"/>
                  </a:moveTo>
                  <a:cubicBezTo>
                    <a:pt x="497685" y="494526"/>
                    <a:pt x="511317" y="491133"/>
                    <a:pt x="518818" y="493871"/>
                  </a:cubicBezTo>
                  <a:cubicBezTo>
                    <a:pt x="556918" y="507444"/>
                    <a:pt x="595018" y="522446"/>
                    <a:pt x="632404" y="538758"/>
                  </a:cubicBezTo>
                  <a:cubicBezTo>
                    <a:pt x="667825" y="555069"/>
                    <a:pt x="692947" y="582990"/>
                    <a:pt x="707949" y="619720"/>
                  </a:cubicBezTo>
                  <a:cubicBezTo>
                    <a:pt x="714736" y="637401"/>
                    <a:pt x="714736" y="654427"/>
                    <a:pt x="690923" y="658475"/>
                  </a:cubicBezTo>
                  <a:cubicBezTo>
                    <a:pt x="658955" y="651689"/>
                    <a:pt x="626987" y="648950"/>
                    <a:pt x="597697" y="637401"/>
                  </a:cubicBezTo>
                  <a:cubicBezTo>
                    <a:pt x="546024" y="616982"/>
                    <a:pt x="515425" y="574119"/>
                    <a:pt x="492922" y="524470"/>
                  </a:cubicBezTo>
                  <a:cubicBezTo>
                    <a:pt x="489529" y="516969"/>
                    <a:pt x="487505" y="503396"/>
                    <a:pt x="491613" y="500003"/>
                  </a:cubicBezTo>
                  <a:close/>
                  <a:moveTo>
                    <a:pt x="700448" y="839450"/>
                  </a:moveTo>
                  <a:cubicBezTo>
                    <a:pt x="698135" y="839340"/>
                    <a:pt x="695850" y="838899"/>
                    <a:pt x="693662" y="838140"/>
                  </a:cubicBezTo>
                  <a:cubicBezTo>
                    <a:pt x="632404" y="821769"/>
                    <a:pt x="575968" y="749677"/>
                    <a:pt x="573885" y="685026"/>
                  </a:cubicBezTo>
                  <a:cubicBezTo>
                    <a:pt x="573230" y="655082"/>
                    <a:pt x="580016" y="650319"/>
                    <a:pt x="607937" y="663238"/>
                  </a:cubicBezTo>
                  <a:cubicBezTo>
                    <a:pt x="613354" y="665976"/>
                    <a:pt x="618831" y="667345"/>
                    <a:pt x="623593" y="670084"/>
                  </a:cubicBezTo>
                  <a:cubicBezTo>
                    <a:pt x="673242" y="695266"/>
                    <a:pt x="722237" y="722471"/>
                    <a:pt x="745335" y="775514"/>
                  </a:cubicBezTo>
                  <a:cubicBezTo>
                    <a:pt x="754205" y="795933"/>
                    <a:pt x="749442" y="821769"/>
                    <a:pt x="750812" y="844927"/>
                  </a:cubicBezTo>
                  <a:cubicBezTo>
                    <a:pt x="734500" y="842903"/>
                    <a:pt x="717474" y="841534"/>
                    <a:pt x="700448" y="839450"/>
                  </a:cubicBezTo>
                  <a:close/>
                  <a:moveTo>
                    <a:pt x="747418" y="1049715"/>
                  </a:moveTo>
                  <a:cubicBezTo>
                    <a:pt x="644013" y="1033403"/>
                    <a:pt x="593649" y="944940"/>
                    <a:pt x="622879" y="826532"/>
                  </a:cubicBezTo>
                  <a:cubicBezTo>
                    <a:pt x="741287" y="896600"/>
                    <a:pt x="778017" y="965359"/>
                    <a:pt x="747418" y="1049715"/>
                  </a:cubicBezTo>
                  <a:close/>
                  <a:moveTo>
                    <a:pt x="616092" y="463153"/>
                  </a:moveTo>
                  <a:cubicBezTo>
                    <a:pt x="515425" y="499229"/>
                    <a:pt x="390886" y="446187"/>
                    <a:pt x="357548" y="352306"/>
                  </a:cubicBezTo>
                  <a:cubicBezTo>
                    <a:pt x="433748" y="336649"/>
                    <a:pt x="599781" y="378143"/>
                    <a:pt x="616092" y="463153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72" name="文本框 71">
            <a:extLst>
              <a:ext uri="{FF2B5EF4-FFF2-40B4-BE49-F238E27FC236}">
                <a16:creationId xmlns:a16="http://schemas.microsoft.com/office/drawing/2014/main" id="{108A39B2-6F18-2397-C905-A33C09F73171}"/>
              </a:ext>
            </a:extLst>
          </p:cNvPr>
          <p:cNvSpPr txBox="1"/>
          <p:nvPr/>
        </p:nvSpPr>
        <p:spPr>
          <a:xfrm>
            <a:off x="9768606" y="1582298"/>
            <a:ext cx="1811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chemeClr val="accent1"/>
                </a:solidFill>
              </a:rPr>
              <a:t>奖项展示</a:t>
            </a:r>
          </a:p>
        </p:txBody>
      </p:sp>
    </p:spTree>
    <p:extLst>
      <p:ext uri="{BB962C8B-B14F-4D97-AF65-F5344CB8AC3E}">
        <p14:creationId xmlns:p14="http://schemas.microsoft.com/office/powerpoint/2010/main" val="679080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A092A-3F99-41D9-2C17-963CA6915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1A27535D-74DF-23FD-FAF1-6B922F42D1ED}"/>
              </a:ext>
            </a:extLst>
          </p:cNvPr>
          <p:cNvSpPr txBox="1"/>
          <p:nvPr/>
        </p:nvSpPr>
        <p:spPr>
          <a:xfrm>
            <a:off x="5590154" y="1683692"/>
            <a:ext cx="49472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200" b="1" dirty="0">
                <a:solidFill>
                  <a:schemeClr val="accent1"/>
                </a:solidFill>
                <a:latin typeface="+mn-ea"/>
              </a:rPr>
              <a:t>科研经历</a:t>
            </a:r>
            <a:endParaRPr kumimoji="1" lang="en-US" altLang="zh-CN" sz="7200" b="1" dirty="0">
              <a:solidFill>
                <a:schemeClr val="accent1"/>
              </a:solidFill>
              <a:latin typeface="+mn-ea"/>
            </a:endParaRPr>
          </a:p>
          <a:p>
            <a:r>
              <a:rPr kumimoji="1" lang="en" altLang="zh-CN" sz="3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Research Experience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E610B190-AEC5-EBC0-8CA7-D34C085A55FA}"/>
              </a:ext>
            </a:extLst>
          </p:cNvPr>
          <p:cNvGrpSpPr/>
          <p:nvPr/>
        </p:nvGrpSpPr>
        <p:grpSpPr>
          <a:xfrm flipH="1" flipV="1">
            <a:off x="11589615" y="6303377"/>
            <a:ext cx="451913" cy="440249"/>
            <a:chOff x="150471" y="92597"/>
            <a:chExt cx="451913" cy="440249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C91B55E7-CA4D-B2B0-9462-BF731D533406}"/>
                </a:ext>
              </a:extLst>
            </p:cNvPr>
            <p:cNvSpPr/>
            <p:nvPr/>
          </p:nvSpPr>
          <p:spPr>
            <a:xfrm>
              <a:off x="150471" y="92597"/>
              <a:ext cx="127321" cy="1273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7A538619-2C18-CBBD-53A6-02BC954F22A8}"/>
                </a:ext>
              </a:extLst>
            </p:cNvPr>
            <p:cNvSpPr/>
            <p:nvPr/>
          </p:nvSpPr>
          <p:spPr>
            <a:xfrm>
              <a:off x="312767" y="92597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2B55FEAE-7697-BB31-A753-E17F4778D34C}"/>
                </a:ext>
              </a:extLst>
            </p:cNvPr>
            <p:cNvSpPr/>
            <p:nvPr/>
          </p:nvSpPr>
          <p:spPr>
            <a:xfrm>
              <a:off x="475063" y="92597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EB31A7AB-808E-233C-64A3-075A4F9AD691}"/>
                </a:ext>
              </a:extLst>
            </p:cNvPr>
            <p:cNvSpPr/>
            <p:nvPr/>
          </p:nvSpPr>
          <p:spPr>
            <a:xfrm>
              <a:off x="150471" y="249061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436A58FE-9391-63CC-5B81-16832DFAFADC}"/>
                </a:ext>
              </a:extLst>
            </p:cNvPr>
            <p:cNvSpPr/>
            <p:nvPr/>
          </p:nvSpPr>
          <p:spPr>
            <a:xfrm>
              <a:off x="312767" y="249061"/>
              <a:ext cx="127321" cy="127321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D027BD6A-9187-730E-B5CD-89D10BE2B46E}"/>
                </a:ext>
              </a:extLst>
            </p:cNvPr>
            <p:cNvSpPr/>
            <p:nvPr/>
          </p:nvSpPr>
          <p:spPr>
            <a:xfrm>
              <a:off x="475063" y="249061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0B883DE7-1816-3567-FAD2-E84AA6F1EF5C}"/>
                </a:ext>
              </a:extLst>
            </p:cNvPr>
            <p:cNvSpPr/>
            <p:nvPr/>
          </p:nvSpPr>
          <p:spPr>
            <a:xfrm>
              <a:off x="150471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EB86B98C-CE4E-4A07-A7CB-43DD6073B6F3}"/>
                </a:ext>
              </a:extLst>
            </p:cNvPr>
            <p:cNvSpPr/>
            <p:nvPr/>
          </p:nvSpPr>
          <p:spPr>
            <a:xfrm>
              <a:off x="312767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4426A02B-292C-DC62-F49E-029F77798003}"/>
                </a:ext>
              </a:extLst>
            </p:cNvPr>
            <p:cNvSpPr/>
            <p:nvPr/>
          </p:nvSpPr>
          <p:spPr>
            <a:xfrm>
              <a:off x="475063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4" name="任意形状 23">
            <a:extLst>
              <a:ext uri="{FF2B5EF4-FFF2-40B4-BE49-F238E27FC236}">
                <a16:creationId xmlns:a16="http://schemas.microsoft.com/office/drawing/2014/main" id="{38F8D295-1B75-06FA-A987-FC6106047E4D}"/>
              </a:ext>
            </a:extLst>
          </p:cNvPr>
          <p:cNvSpPr/>
          <p:nvPr/>
        </p:nvSpPr>
        <p:spPr>
          <a:xfrm>
            <a:off x="834154" y="9018"/>
            <a:ext cx="3955739" cy="6858000"/>
          </a:xfrm>
          <a:custGeom>
            <a:avLst/>
            <a:gdLst>
              <a:gd name="connsiteX0" fmla="*/ 0 w 3955739"/>
              <a:gd name="connsiteY0" fmla="*/ 0 h 6858000"/>
              <a:gd name="connsiteX1" fmla="*/ 2137745 w 3955739"/>
              <a:gd name="connsiteY1" fmla="*/ 0 h 6858000"/>
              <a:gd name="connsiteX2" fmla="*/ 2291807 w 3955739"/>
              <a:gd name="connsiteY2" fmla="*/ 109556 h 6858000"/>
              <a:gd name="connsiteX3" fmla="*/ 3955739 w 3955739"/>
              <a:gd name="connsiteY3" fmla="*/ 3429000 h 6858000"/>
              <a:gd name="connsiteX4" fmla="*/ 2291807 w 3955739"/>
              <a:gd name="connsiteY4" fmla="*/ 6748444 h 6858000"/>
              <a:gd name="connsiteX5" fmla="*/ 2137745 w 3955739"/>
              <a:gd name="connsiteY5" fmla="*/ 6858000 h 6858000"/>
              <a:gd name="connsiteX6" fmla="*/ 0 w 3955739"/>
              <a:gd name="connsiteY6" fmla="*/ 6858000 h 6858000"/>
              <a:gd name="connsiteX7" fmla="*/ 0 w 395573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5739" h="6858000">
                <a:moveTo>
                  <a:pt x="0" y="0"/>
                </a:moveTo>
                <a:lnTo>
                  <a:pt x="2137745" y="0"/>
                </a:lnTo>
                <a:lnTo>
                  <a:pt x="2291807" y="109556"/>
                </a:lnTo>
                <a:cubicBezTo>
                  <a:pt x="3301916" y="864971"/>
                  <a:pt x="3955739" y="2070631"/>
                  <a:pt x="3955739" y="3429000"/>
                </a:cubicBezTo>
                <a:cubicBezTo>
                  <a:pt x="3955739" y="4787369"/>
                  <a:pt x="3301916" y="5993029"/>
                  <a:pt x="2291807" y="6748444"/>
                </a:cubicBezTo>
                <a:lnTo>
                  <a:pt x="213774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50000">
                <a:schemeClr val="accent1">
                  <a:lumMod val="20000"/>
                  <a:lumOff val="80000"/>
                  <a:alpha val="2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5" name="任意形状 14">
            <a:extLst>
              <a:ext uri="{FF2B5EF4-FFF2-40B4-BE49-F238E27FC236}">
                <a16:creationId xmlns:a16="http://schemas.microsoft.com/office/drawing/2014/main" id="{C7D7F722-D79C-357C-5EA0-EDEF14FD1CBC}"/>
              </a:ext>
            </a:extLst>
          </p:cNvPr>
          <p:cNvSpPr/>
          <p:nvPr/>
        </p:nvSpPr>
        <p:spPr>
          <a:xfrm>
            <a:off x="12922" y="0"/>
            <a:ext cx="3955739" cy="6858000"/>
          </a:xfrm>
          <a:custGeom>
            <a:avLst/>
            <a:gdLst>
              <a:gd name="connsiteX0" fmla="*/ 0 w 3955739"/>
              <a:gd name="connsiteY0" fmla="*/ 0 h 6858000"/>
              <a:gd name="connsiteX1" fmla="*/ 2137745 w 3955739"/>
              <a:gd name="connsiteY1" fmla="*/ 0 h 6858000"/>
              <a:gd name="connsiteX2" fmla="*/ 2291807 w 3955739"/>
              <a:gd name="connsiteY2" fmla="*/ 109556 h 6858000"/>
              <a:gd name="connsiteX3" fmla="*/ 3955739 w 3955739"/>
              <a:gd name="connsiteY3" fmla="*/ 3429000 h 6858000"/>
              <a:gd name="connsiteX4" fmla="*/ 2291807 w 3955739"/>
              <a:gd name="connsiteY4" fmla="*/ 6748444 h 6858000"/>
              <a:gd name="connsiteX5" fmla="*/ 2137745 w 3955739"/>
              <a:gd name="connsiteY5" fmla="*/ 6858000 h 6858000"/>
              <a:gd name="connsiteX6" fmla="*/ 0 w 3955739"/>
              <a:gd name="connsiteY6" fmla="*/ 6858000 h 6858000"/>
              <a:gd name="connsiteX7" fmla="*/ 0 w 395573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5739" h="6858000">
                <a:moveTo>
                  <a:pt x="0" y="0"/>
                </a:moveTo>
                <a:lnTo>
                  <a:pt x="2137745" y="0"/>
                </a:lnTo>
                <a:lnTo>
                  <a:pt x="2291807" y="109556"/>
                </a:lnTo>
                <a:cubicBezTo>
                  <a:pt x="3301916" y="864971"/>
                  <a:pt x="3955739" y="2070631"/>
                  <a:pt x="3955739" y="3429000"/>
                </a:cubicBezTo>
                <a:cubicBezTo>
                  <a:pt x="3955739" y="4787369"/>
                  <a:pt x="3301916" y="5993029"/>
                  <a:pt x="2291807" y="6748444"/>
                </a:cubicBezTo>
                <a:lnTo>
                  <a:pt x="213774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50000">
                <a:schemeClr val="accent1">
                  <a:alpha val="95000"/>
                </a:schemeClr>
              </a:gs>
              <a:gs pos="99000">
                <a:schemeClr val="accent1">
                  <a:alpha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5EE7A9-740B-0991-614F-452D65AC883C}"/>
              </a:ext>
            </a:extLst>
          </p:cNvPr>
          <p:cNvGrpSpPr/>
          <p:nvPr/>
        </p:nvGrpSpPr>
        <p:grpSpPr>
          <a:xfrm>
            <a:off x="755548" y="2185691"/>
            <a:ext cx="2470485" cy="2486619"/>
            <a:chOff x="755548" y="2304350"/>
            <a:chExt cx="2470485" cy="2486619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005624E6-6169-A068-2013-96A5FEEECAA4}"/>
                </a:ext>
              </a:extLst>
            </p:cNvPr>
            <p:cNvSpPr txBox="1"/>
            <p:nvPr/>
          </p:nvSpPr>
          <p:spPr>
            <a:xfrm>
              <a:off x="755548" y="2304350"/>
              <a:ext cx="2470485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3800" b="1" dirty="0">
                  <a:solidFill>
                    <a:schemeClr val="bg1"/>
                  </a:solidFill>
                </a:rPr>
                <a:t>02</a:t>
              </a:r>
              <a:endParaRPr kumimoji="1" lang="zh-CN" altLang="en-US" sz="138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C54901-B818-E1EE-FB27-D513056FC28A}"/>
                </a:ext>
              </a:extLst>
            </p:cNvPr>
            <p:cNvSpPr txBox="1"/>
            <p:nvPr/>
          </p:nvSpPr>
          <p:spPr>
            <a:xfrm>
              <a:off x="891888" y="4267749"/>
              <a:ext cx="219780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  <a:latin typeface="+mn-ea"/>
                </a:rPr>
                <a:t>PART</a:t>
              </a:r>
              <a:r>
                <a:rPr kumimoji="1" lang="zh-CN" altLang="en-US" sz="280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kumimoji="1" lang="en-US" altLang="zh-CN" sz="2800" dirty="0">
                  <a:solidFill>
                    <a:schemeClr val="bg1"/>
                  </a:solidFill>
                  <a:latin typeface="+mn-ea"/>
                </a:rPr>
                <a:t>TWO</a:t>
              </a:r>
              <a:endParaRPr kumimoji="1"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CFA37E78-AA81-66C3-AC82-EFBB766010B3}"/>
              </a:ext>
            </a:extLst>
          </p:cNvPr>
          <p:cNvCxnSpPr/>
          <p:nvPr/>
        </p:nvCxnSpPr>
        <p:spPr>
          <a:xfrm>
            <a:off x="5834743" y="3773714"/>
            <a:ext cx="575487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03FC73EC-333B-B2D8-B594-CE083C3DC9E8}"/>
              </a:ext>
            </a:extLst>
          </p:cNvPr>
          <p:cNvSpPr txBox="1"/>
          <p:nvPr/>
        </p:nvSpPr>
        <p:spPr>
          <a:xfrm>
            <a:off x="7431315" y="4149090"/>
            <a:ext cx="4610213" cy="1955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latin typeface="+mn-ea"/>
              </a:rPr>
              <a:t>科研项目研究过程介绍</a:t>
            </a:r>
            <a:endParaRPr kumimoji="1" lang="en-US" altLang="zh-CN" sz="28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latin typeface="+mn-ea"/>
              </a:rPr>
              <a:t>科研论文</a:t>
            </a:r>
            <a:r>
              <a:rPr kumimoji="1" lang="en-US" altLang="zh-CN" sz="2800" dirty="0">
                <a:latin typeface="+mn-ea"/>
              </a:rPr>
              <a:t>/</a:t>
            </a:r>
            <a:r>
              <a:rPr kumimoji="1" lang="zh-CN" altLang="en-US" sz="2800" dirty="0">
                <a:latin typeface="+mn-ea"/>
              </a:rPr>
              <a:t>科研成果</a:t>
            </a:r>
            <a:r>
              <a:rPr kumimoji="1" lang="en-US" altLang="zh-CN" sz="2800" dirty="0">
                <a:latin typeface="+mn-ea"/>
              </a:rPr>
              <a:t>/</a:t>
            </a:r>
            <a:r>
              <a:rPr kumimoji="1" lang="zh-CN" altLang="en-US" sz="2800" dirty="0">
                <a:latin typeface="+mn-ea"/>
              </a:rPr>
              <a:t>专利</a:t>
            </a:r>
            <a:endParaRPr kumimoji="1" lang="en-US" altLang="zh-CN" sz="28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latin typeface="+mn-ea"/>
              </a:rPr>
              <a:t>科研结果与分析</a:t>
            </a:r>
          </a:p>
        </p:txBody>
      </p:sp>
    </p:spTree>
    <p:extLst>
      <p:ext uri="{BB962C8B-B14F-4D97-AF65-F5344CB8AC3E}">
        <p14:creationId xmlns:p14="http://schemas.microsoft.com/office/powerpoint/2010/main" val="4039925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8139A-55E7-9420-A643-DF83B0C82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700352E-8ED6-CADC-2B48-3BE0AC88CDE5}"/>
              </a:ext>
            </a:extLst>
          </p:cNvPr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E44C399-BACD-B8D5-2B53-2408ACC6DF70}"/>
              </a:ext>
            </a:extLst>
          </p:cNvPr>
          <p:cNvGrpSpPr/>
          <p:nvPr/>
        </p:nvGrpSpPr>
        <p:grpSpPr>
          <a:xfrm>
            <a:off x="-2" y="2548612"/>
            <a:ext cx="2703742" cy="921872"/>
            <a:chOff x="-2" y="1537960"/>
            <a:chExt cx="2703742" cy="92187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546A55A-9B61-8701-53C4-B41D26D7B0CE}"/>
                </a:ext>
              </a:extLst>
            </p:cNvPr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>
              <a:extLst>
                <a:ext uri="{FF2B5EF4-FFF2-40B4-BE49-F238E27FC236}">
                  <a16:creationId xmlns:a16="http://schemas.microsoft.com/office/drawing/2014/main" id="{F61C2182-EF4F-2ADC-BD6F-180FE4415DA1}"/>
                </a:ext>
              </a:extLst>
            </p:cNvPr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CA1AAD48-DB74-9F2D-4178-6F8600A11FAA}"/>
              </a:ext>
            </a:extLst>
          </p:cNvPr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CD8D52-4730-410E-D809-FB0E0FB03146}"/>
              </a:ext>
            </a:extLst>
          </p:cNvPr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4577561-7DA0-10A4-25F5-AF5BA43FF475}"/>
              </a:ext>
            </a:extLst>
          </p:cNvPr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C510926-16E9-CFB7-D78E-F32B533980A8}"/>
              </a:ext>
            </a:extLst>
          </p:cNvPr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D200CFB-0F57-BAC8-A5C9-78F898D4A8F7}"/>
              </a:ext>
            </a:extLst>
          </p:cNvPr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</a:p>
        </p:txBody>
      </p:sp>
      <p:sp>
        <p:nvSpPr>
          <p:cNvPr id="17" name="图形 15">
            <a:extLst>
              <a:ext uri="{FF2B5EF4-FFF2-40B4-BE49-F238E27FC236}">
                <a16:creationId xmlns:a16="http://schemas.microsoft.com/office/drawing/2014/main" id="{83F4886B-66DD-47D7-CC81-AC1CB29E001B}"/>
              </a:ext>
            </a:extLst>
          </p:cNvPr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tx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8BB8701F-3B1F-A190-F3A6-1C4E11A8928F}"/>
              </a:ext>
            </a:extLst>
          </p:cNvPr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  <a:solidFill>
            <a:schemeClr val="bg1"/>
          </a:solidFill>
        </p:grpSpPr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8CBB42B7-1178-8AF2-A497-F720A643BEBD}"/>
                </a:ext>
              </a:extLst>
            </p:cNvPr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BE342AD9-D25D-8057-FF6A-126B2E8EDE30}"/>
                </a:ext>
              </a:extLst>
            </p:cNvPr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3C94CF4A-3BE4-E977-2E29-82E3D68B7082}"/>
                </a:ext>
              </a:extLst>
            </p:cNvPr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>
            <a:extLst>
              <a:ext uri="{FF2B5EF4-FFF2-40B4-BE49-F238E27FC236}">
                <a16:creationId xmlns:a16="http://schemas.microsoft.com/office/drawing/2014/main" id="{560CE01A-130E-3025-A829-55F39E8546C1}"/>
              </a:ext>
            </a:extLst>
          </p:cNvPr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>
            <a:extLst>
              <a:ext uri="{FF2B5EF4-FFF2-40B4-BE49-F238E27FC236}">
                <a16:creationId xmlns:a16="http://schemas.microsoft.com/office/drawing/2014/main" id="{0C6E66C8-157F-7138-CFE1-73F847CA6AED}"/>
              </a:ext>
            </a:extLst>
          </p:cNvPr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B3562EF-4299-A06F-FD89-7B9DF7942A48}"/>
              </a:ext>
            </a:extLst>
          </p:cNvPr>
          <p:cNvSpPr txBox="1"/>
          <p:nvPr/>
        </p:nvSpPr>
        <p:spPr>
          <a:xfrm>
            <a:off x="3930467" y="212442"/>
            <a:ext cx="40945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科研成果：CBAM 缺陷检测</a:t>
            </a:r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10F50E9C-6226-C0E3-1439-1719A2A3843F}"/>
              </a:ext>
            </a:extLst>
          </p:cNvPr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06EBE570-BA76-6940-01CC-AFC02041113F}"/>
              </a:ext>
            </a:extLst>
          </p:cNvPr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86F6A5C6-5AAA-84C7-F4C9-82BB132CC357}"/>
                </a:ext>
              </a:extLst>
            </p:cNvPr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>
                <a:extLst>
                  <a:ext uri="{FF2B5EF4-FFF2-40B4-BE49-F238E27FC236}">
                    <a16:creationId xmlns:a16="http://schemas.microsoft.com/office/drawing/2014/main" id="{9F0F1413-3DCF-19E4-1BA4-80E56B91264D}"/>
                  </a:ext>
                </a:extLst>
              </p:cNvPr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6EDEAB97-D755-85EB-8A41-45C48A02309E}"/>
                  </a:ext>
                </a:extLst>
              </p:cNvPr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1A2B066-451B-F301-C420-A98EF45DF190}"/>
                </a:ext>
              </a:extLst>
            </p:cNvPr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9" name="流程图: 准备 14">
            <a:extLst>
              <a:ext uri="{FF2B5EF4-FFF2-40B4-BE49-F238E27FC236}">
                <a16:creationId xmlns:a16="http://schemas.microsoft.com/office/drawing/2014/main" id="{34DD97F5-39BA-2933-239B-DFE4AF3E8BCA}"/>
              </a:ext>
            </a:extLst>
          </p:cNvPr>
          <p:cNvSpPr/>
          <p:nvPr/>
        </p:nvSpPr>
        <p:spPr>
          <a:xfrm>
            <a:off x="3532155" y="4267061"/>
            <a:ext cx="1476375" cy="664363"/>
          </a:xfrm>
          <a:prstGeom prst="flowChartPreparati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2540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/>
              <a:t>问题定位</a:t>
            </a:r>
          </a:p>
        </p:txBody>
      </p:sp>
      <p:sp>
        <p:nvSpPr>
          <p:cNvPr id="40" name="流程图: 准备 15">
            <a:extLst>
              <a:ext uri="{FF2B5EF4-FFF2-40B4-BE49-F238E27FC236}">
                <a16:creationId xmlns:a16="http://schemas.microsoft.com/office/drawing/2014/main" id="{1B280424-8A75-A39C-6021-E399552E737B}"/>
              </a:ext>
            </a:extLst>
          </p:cNvPr>
          <p:cNvSpPr/>
          <p:nvPr/>
        </p:nvSpPr>
        <p:spPr>
          <a:xfrm>
            <a:off x="5677662" y="4267061"/>
            <a:ext cx="1476375" cy="664363"/>
          </a:xfrm>
          <a:prstGeom prst="flowChartPreparati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2540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/>
              <a:t>方案设计</a:t>
            </a:r>
          </a:p>
        </p:txBody>
      </p:sp>
      <p:sp>
        <p:nvSpPr>
          <p:cNvPr id="41" name="流程图: 准备 16">
            <a:extLst>
              <a:ext uri="{FF2B5EF4-FFF2-40B4-BE49-F238E27FC236}">
                <a16:creationId xmlns:a16="http://schemas.microsoft.com/office/drawing/2014/main" id="{62D93790-2A39-AA37-9E3B-AEFBB9ABC697}"/>
              </a:ext>
            </a:extLst>
          </p:cNvPr>
          <p:cNvSpPr/>
          <p:nvPr/>
        </p:nvSpPr>
        <p:spPr>
          <a:xfrm>
            <a:off x="7823169" y="4267061"/>
            <a:ext cx="1476375" cy="664363"/>
          </a:xfrm>
          <a:prstGeom prst="flowChartPreparati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2540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/>
              <a:t>实验验证</a:t>
            </a:r>
          </a:p>
        </p:txBody>
      </p:sp>
      <p:sp>
        <p:nvSpPr>
          <p:cNvPr id="42" name="流程图: 准备 17">
            <a:extLst>
              <a:ext uri="{FF2B5EF4-FFF2-40B4-BE49-F238E27FC236}">
                <a16:creationId xmlns:a16="http://schemas.microsoft.com/office/drawing/2014/main" id="{98F94B87-861C-E5AA-10EF-9F823B5AEB60}"/>
              </a:ext>
            </a:extLst>
          </p:cNvPr>
          <p:cNvSpPr/>
          <p:nvPr/>
        </p:nvSpPr>
        <p:spPr>
          <a:xfrm>
            <a:off x="9968675" y="4267061"/>
            <a:ext cx="1476375" cy="664363"/>
          </a:xfrm>
          <a:prstGeom prst="flowChartPreparati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254000" sx="102000" sy="102000" algn="ctr" rotWithShape="0">
              <a:schemeClr val="accent1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400" b="1" dirty="0"/>
              <a:t>成果落地</a:t>
            </a:r>
          </a:p>
        </p:txBody>
      </p:sp>
      <p:sp>
        <p:nvSpPr>
          <p:cNvPr id="44" name="矩形: 圆角 19">
            <a:extLst>
              <a:ext uri="{FF2B5EF4-FFF2-40B4-BE49-F238E27FC236}">
                <a16:creationId xmlns:a16="http://schemas.microsoft.com/office/drawing/2014/main" id="{9B541219-CB83-247B-B379-8B2732EC1FE3}"/>
              </a:ext>
            </a:extLst>
          </p:cNvPr>
          <p:cNvSpPr/>
          <p:nvPr/>
        </p:nvSpPr>
        <p:spPr>
          <a:xfrm>
            <a:off x="3428571" y="4126103"/>
            <a:ext cx="1676400" cy="2309489"/>
          </a:xfrm>
          <a:prstGeom prst="roundRect">
            <a:avLst>
              <a:gd name="adj" fmla="val 6859"/>
            </a:avLst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  <a:effectLst>
            <a:outerShdw blurRad="2540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矩形: 圆角 20">
            <a:extLst>
              <a:ext uri="{FF2B5EF4-FFF2-40B4-BE49-F238E27FC236}">
                <a16:creationId xmlns:a16="http://schemas.microsoft.com/office/drawing/2014/main" id="{38084C90-6876-C7B9-74B6-28AF25C4F739}"/>
              </a:ext>
            </a:extLst>
          </p:cNvPr>
          <p:cNvSpPr/>
          <p:nvPr/>
        </p:nvSpPr>
        <p:spPr>
          <a:xfrm>
            <a:off x="5575268" y="4126103"/>
            <a:ext cx="1676400" cy="2309489"/>
          </a:xfrm>
          <a:prstGeom prst="roundRect">
            <a:avLst>
              <a:gd name="adj" fmla="val 6859"/>
            </a:avLst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  <a:effectLst>
            <a:outerShdw blurRad="2540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6" name="矩形: 圆角 21">
            <a:extLst>
              <a:ext uri="{FF2B5EF4-FFF2-40B4-BE49-F238E27FC236}">
                <a16:creationId xmlns:a16="http://schemas.microsoft.com/office/drawing/2014/main" id="{3CADE21A-BFAC-E1BD-C1A0-6243856F40FA}"/>
              </a:ext>
            </a:extLst>
          </p:cNvPr>
          <p:cNvSpPr/>
          <p:nvPr/>
        </p:nvSpPr>
        <p:spPr>
          <a:xfrm>
            <a:off x="7721965" y="4126103"/>
            <a:ext cx="1676400" cy="2309489"/>
          </a:xfrm>
          <a:prstGeom prst="roundRect">
            <a:avLst>
              <a:gd name="adj" fmla="val 6859"/>
            </a:avLst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  <a:effectLst>
            <a:outerShdw blurRad="2540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矩形: 圆角 22">
            <a:extLst>
              <a:ext uri="{FF2B5EF4-FFF2-40B4-BE49-F238E27FC236}">
                <a16:creationId xmlns:a16="http://schemas.microsoft.com/office/drawing/2014/main" id="{2F66706B-F6BB-A38B-2007-5BC89CF09EEC}"/>
              </a:ext>
            </a:extLst>
          </p:cNvPr>
          <p:cNvSpPr/>
          <p:nvPr/>
        </p:nvSpPr>
        <p:spPr>
          <a:xfrm>
            <a:off x="9868662" y="4126103"/>
            <a:ext cx="1676400" cy="2309489"/>
          </a:xfrm>
          <a:prstGeom prst="roundRect">
            <a:avLst>
              <a:gd name="adj" fmla="val 6859"/>
            </a:avLst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  <a:effectLst>
            <a:outerShdw blurRad="254000" sx="102000" sy="102000" algn="ctr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61B1C82-4420-97DD-B1A0-6BF8D7F6A4C5}"/>
              </a:ext>
            </a:extLst>
          </p:cNvPr>
          <p:cNvSpPr txBox="1"/>
          <p:nvPr/>
        </p:nvSpPr>
        <p:spPr>
          <a:xfrm>
            <a:off x="3419565" y="5183127"/>
            <a:ext cx="165319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</a:rPr>
              <a:t>热轧产线人工目检易疲劳漏检，造成批量质量损失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</a:rPr>
              <a:t>NEU-DET 基准上裂纹等弱纹理缺陷漏检严重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</a:rPr>
              <a:t>误差归因：最难类 mAP@0.5 仅 52.2%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46EB74E-DC2B-7CCA-54A1-D6948C501010}"/>
              </a:ext>
            </a:extLst>
          </p:cNvPr>
          <p:cNvSpPr txBox="1"/>
          <p:nvPr/>
        </p:nvSpPr>
        <p:spPr>
          <a:xfrm>
            <a:off x="5586871" y="5199489"/>
            <a:ext cx="165319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</a:rPr>
              <a:t>弱纹理、模糊边界导致特征提取困难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</a:rPr>
              <a:t>在 YOLOv8 Neck 端嵌入 CBAM 通道-空间双重注意力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</a:rPr>
              <a:t>设计同数据、同超参的消融实验方案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6752BD9-9F8C-9077-EA79-B3C29680C4A1}"/>
              </a:ext>
            </a:extLst>
          </p:cNvPr>
          <p:cNvSpPr txBox="1"/>
          <p:nvPr/>
        </p:nvSpPr>
        <p:spPr>
          <a:xfrm>
            <a:off x="7733568" y="5181931"/>
            <a:ext cx="165319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</a:rPr>
              <a:t>整体 mAP@0.5 由 77.5% 提升至约 80%~81%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</a:rPr>
              <a:t>最难类裂纹提升至约 57%~60%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</a:rPr>
              <a:t>单张推理 3 ms，满足产线实时质检要求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C8393C0-7B24-FEBA-D99B-AFB20B184FE4}"/>
              </a:ext>
            </a:extLst>
          </p:cNvPr>
          <p:cNvSpPr txBox="1"/>
          <p:nvPr/>
        </p:nvSpPr>
        <p:spPr>
          <a:xfrm>
            <a:off x="9868662" y="5104791"/>
            <a:ext cx="1653194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</a:rPr>
              <a:t>获中国国际大学生创新大赛校级银奖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</a:rPr>
              <a:t>相关技术被武汉洪飞智巡科技有限公司采用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100" dirty="0">
                <a:latin typeface="+mn-ea"/>
              </a:rPr>
              <a:t>专利申请中</a:t>
            </a:r>
          </a:p>
        </p:txBody>
      </p:sp>
      <p:sp>
        <p:nvSpPr>
          <p:cNvPr id="64" name="任意多边形: 形状 60">
            <a:extLst>
              <a:ext uri="{FF2B5EF4-FFF2-40B4-BE49-F238E27FC236}">
                <a16:creationId xmlns:a16="http://schemas.microsoft.com/office/drawing/2014/main" id="{45938600-37F0-8B46-4F0B-8513C9B092E4}"/>
              </a:ext>
            </a:extLst>
          </p:cNvPr>
          <p:cNvSpPr/>
          <p:nvPr/>
        </p:nvSpPr>
        <p:spPr>
          <a:xfrm rot="5400000" flipH="1">
            <a:off x="5227915" y="5025569"/>
            <a:ext cx="326909" cy="510554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rtlCol="0" anchor="ctr">
            <a:noAutofit/>
          </a:bodyPr>
          <a:lstStyle/>
          <a:p>
            <a:pPr algn="ctr"/>
            <a:endParaRPr lang="zh-CN" altLang="en-US" sz="1656">
              <a:latin typeface="+mn-ea"/>
            </a:endParaRPr>
          </a:p>
        </p:txBody>
      </p:sp>
      <p:sp>
        <p:nvSpPr>
          <p:cNvPr id="76" name="任意多边形: 形状 60">
            <a:extLst>
              <a:ext uri="{FF2B5EF4-FFF2-40B4-BE49-F238E27FC236}">
                <a16:creationId xmlns:a16="http://schemas.microsoft.com/office/drawing/2014/main" id="{53D8DDBC-E6A0-A5B0-0FCB-3F32EB2ED2C3}"/>
              </a:ext>
            </a:extLst>
          </p:cNvPr>
          <p:cNvSpPr/>
          <p:nvPr/>
        </p:nvSpPr>
        <p:spPr>
          <a:xfrm rot="5400000" flipH="1">
            <a:off x="7381788" y="5047404"/>
            <a:ext cx="326909" cy="510554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rtlCol="0" anchor="ctr">
            <a:noAutofit/>
          </a:bodyPr>
          <a:lstStyle/>
          <a:p>
            <a:pPr algn="ctr"/>
            <a:endParaRPr lang="zh-CN" altLang="en-US" sz="1656">
              <a:latin typeface="+mn-ea"/>
            </a:endParaRPr>
          </a:p>
        </p:txBody>
      </p:sp>
      <p:sp>
        <p:nvSpPr>
          <p:cNvPr id="77" name="任意多边形: 形状 60">
            <a:extLst>
              <a:ext uri="{FF2B5EF4-FFF2-40B4-BE49-F238E27FC236}">
                <a16:creationId xmlns:a16="http://schemas.microsoft.com/office/drawing/2014/main" id="{65A8595D-46D6-2004-133C-903B23B4CA8F}"/>
              </a:ext>
            </a:extLst>
          </p:cNvPr>
          <p:cNvSpPr/>
          <p:nvPr/>
        </p:nvSpPr>
        <p:spPr>
          <a:xfrm rot="5400000" flipH="1">
            <a:off x="9549943" y="5090108"/>
            <a:ext cx="326909" cy="510554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rtlCol="0" anchor="ctr">
            <a:noAutofit/>
          </a:bodyPr>
          <a:lstStyle/>
          <a:p>
            <a:pPr algn="ctr"/>
            <a:endParaRPr lang="zh-CN" altLang="en-US" sz="1656">
              <a:latin typeface="+mn-ea"/>
            </a:endParaRP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C1B6D7D0-5369-A6B6-32F1-89B583A092B6}"/>
              </a:ext>
            </a:extLst>
          </p:cNvPr>
          <p:cNvGrpSpPr/>
          <p:nvPr/>
        </p:nvGrpSpPr>
        <p:grpSpPr>
          <a:xfrm>
            <a:off x="3122023" y="3144106"/>
            <a:ext cx="8967058" cy="475435"/>
            <a:chOff x="3351892" y="2995049"/>
            <a:chExt cx="8301383" cy="475435"/>
          </a:xfrm>
        </p:grpSpPr>
        <p:sp>
          <p:nvSpPr>
            <p:cNvPr id="80" name="任意多边形: 形状 63">
              <a:extLst>
                <a:ext uri="{FF2B5EF4-FFF2-40B4-BE49-F238E27FC236}">
                  <a16:creationId xmlns:a16="http://schemas.microsoft.com/office/drawing/2014/main" id="{3A76C5D8-1978-7ACA-BA24-F3367A94C2BA}"/>
                </a:ext>
              </a:extLst>
            </p:cNvPr>
            <p:cNvSpPr/>
            <p:nvPr/>
          </p:nvSpPr>
          <p:spPr>
            <a:xfrm>
              <a:off x="3351892" y="3160157"/>
              <a:ext cx="8052773" cy="145220"/>
            </a:xfrm>
            <a:custGeom>
              <a:avLst/>
              <a:gdLst>
                <a:gd name="connsiteX0" fmla="*/ 0 w 5860584"/>
                <a:gd name="connsiteY0" fmla="*/ 0 h 68361"/>
                <a:gd name="connsiteX1" fmla="*/ 5860584 w 5860584"/>
                <a:gd name="connsiteY1" fmla="*/ 0 h 68361"/>
                <a:gd name="connsiteX2" fmla="*/ 5860584 w 5860584"/>
                <a:gd name="connsiteY2" fmla="*/ 68361 h 68361"/>
                <a:gd name="connsiteX3" fmla="*/ 0 w 5860584"/>
                <a:gd name="connsiteY3" fmla="*/ 68361 h 68361"/>
                <a:gd name="connsiteX4" fmla="*/ 0 w 5860584"/>
                <a:gd name="connsiteY4" fmla="*/ 0 h 68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860584" h="68361">
                  <a:moveTo>
                    <a:pt x="0" y="0"/>
                  </a:moveTo>
                  <a:lnTo>
                    <a:pt x="5860584" y="0"/>
                  </a:lnTo>
                  <a:lnTo>
                    <a:pt x="5860584" y="68361"/>
                  </a:lnTo>
                  <a:lnTo>
                    <a:pt x="0" y="68361"/>
                  </a:lnTo>
                  <a:lnTo>
                    <a:pt x="0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1">
                    <a:alpha val="20000"/>
                  </a:schemeClr>
                </a:gs>
                <a:gs pos="50000">
                  <a:schemeClr val="accent1">
                    <a:alpha val="40000"/>
                  </a:schemeClr>
                </a:gs>
                <a:gs pos="99000">
                  <a:schemeClr val="accent1"/>
                </a:gs>
              </a:gsLst>
              <a:lin ang="0" scaled="1"/>
              <a:tileRect/>
            </a:gradFill>
            <a:ln>
              <a:noFill/>
            </a:ln>
            <a:effectLst>
              <a:outerShdw blurRad="254000" sx="102000" sy="102000" algn="ctr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1" name="三角形 80">
              <a:extLst>
                <a:ext uri="{FF2B5EF4-FFF2-40B4-BE49-F238E27FC236}">
                  <a16:creationId xmlns:a16="http://schemas.microsoft.com/office/drawing/2014/main" id="{C3F6CCAD-CE09-DB4C-BB19-D9F8E3C5F1F1}"/>
                </a:ext>
              </a:extLst>
            </p:cNvPr>
            <p:cNvSpPr/>
            <p:nvPr/>
          </p:nvSpPr>
          <p:spPr>
            <a:xfrm rot="5400000">
              <a:off x="11287129" y="3104339"/>
              <a:ext cx="475435" cy="256856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DF047A36-602D-0EB8-8596-3FC6D681C06E}"/>
              </a:ext>
            </a:extLst>
          </p:cNvPr>
          <p:cNvSpPr txBox="1"/>
          <p:nvPr/>
        </p:nvSpPr>
        <p:spPr>
          <a:xfrm>
            <a:off x="3588945" y="3555284"/>
            <a:ext cx="13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2026.05</a:t>
            </a:r>
            <a:endParaRPr kumimoji="1" lang="zh-CN" altLang="en-US" dirty="0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F162C98B-289F-4A40-E24B-6A18DD3B85C5}"/>
              </a:ext>
            </a:extLst>
          </p:cNvPr>
          <p:cNvSpPr/>
          <p:nvPr/>
        </p:nvSpPr>
        <p:spPr>
          <a:xfrm>
            <a:off x="4186726" y="3313077"/>
            <a:ext cx="118871" cy="1188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1DA3B1E-09B6-B637-B457-F314B71AE4F1}"/>
              </a:ext>
            </a:extLst>
          </p:cNvPr>
          <p:cNvSpPr/>
          <p:nvPr/>
        </p:nvSpPr>
        <p:spPr>
          <a:xfrm>
            <a:off x="6335983" y="3313077"/>
            <a:ext cx="118871" cy="1188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7F0BDD0-4934-4DC6-84CE-A19587314EB3}"/>
              </a:ext>
            </a:extLst>
          </p:cNvPr>
          <p:cNvSpPr txBox="1"/>
          <p:nvPr/>
        </p:nvSpPr>
        <p:spPr>
          <a:xfrm>
            <a:off x="5735642" y="3555284"/>
            <a:ext cx="13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2026.06</a:t>
            </a:r>
            <a:endParaRPr kumimoji="1"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77E309D-99B7-476C-A9A5-DB6B16C6269F}"/>
              </a:ext>
            </a:extLst>
          </p:cNvPr>
          <p:cNvSpPr txBox="1"/>
          <p:nvPr/>
        </p:nvSpPr>
        <p:spPr>
          <a:xfrm>
            <a:off x="7882339" y="3555284"/>
            <a:ext cx="13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2026.07</a:t>
            </a:r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1B20E83-1A5D-51F9-DA7F-596A189AF89D}"/>
              </a:ext>
            </a:extLst>
          </p:cNvPr>
          <p:cNvSpPr txBox="1"/>
          <p:nvPr/>
        </p:nvSpPr>
        <p:spPr>
          <a:xfrm>
            <a:off x="10029036" y="3555284"/>
            <a:ext cx="1355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2026.08</a:t>
            </a:r>
            <a:endParaRPr kumimoji="1"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EED8733F-34ED-C309-794C-E8829876F365}"/>
              </a:ext>
            </a:extLst>
          </p:cNvPr>
          <p:cNvSpPr/>
          <p:nvPr/>
        </p:nvSpPr>
        <p:spPr>
          <a:xfrm>
            <a:off x="8485240" y="3313077"/>
            <a:ext cx="118871" cy="1188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DC329533-D8D2-D48E-B247-D8DA17C52FA4}"/>
              </a:ext>
            </a:extLst>
          </p:cNvPr>
          <p:cNvSpPr/>
          <p:nvPr/>
        </p:nvSpPr>
        <p:spPr>
          <a:xfrm>
            <a:off x="10634497" y="3313077"/>
            <a:ext cx="118871" cy="1188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B99E0C60-D07B-5536-8D4D-6F7A6E430B39}"/>
              </a:ext>
            </a:extLst>
          </p:cNvPr>
          <p:cNvSpPr/>
          <p:nvPr/>
        </p:nvSpPr>
        <p:spPr>
          <a:xfrm>
            <a:off x="3333706" y="987638"/>
            <a:ext cx="1828800" cy="2162738"/>
          </a:xfrm>
          <a:prstGeom prst="roundRect">
            <a:avLst>
              <a:gd name="adj" fmla="val 9662"/>
            </a:avLst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6EB0C5E8-0E89-DBE3-2BB5-93CAE7BA900D}"/>
              </a:ext>
            </a:extLst>
          </p:cNvPr>
          <p:cNvSpPr/>
          <p:nvPr/>
        </p:nvSpPr>
        <p:spPr>
          <a:xfrm>
            <a:off x="5480535" y="987638"/>
            <a:ext cx="1828800" cy="2162738"/>
          </a:xfrm>
          <a:prstGeom prst="roundRect">
            <a:avLst>
              <a:gd name="adj" fmla="val 9662"/>
            </a:avLst>
          </a:pr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C66D18B2-B975-7074-EC91-A1111E473328}"/>
              </a:ext>
            </a:extLst>
          </p:cNvPr>
          <p:cNvSpPr/>
          <p:nvPr/>
        </p:nvSpPr>
        <p:spPr>
          <a:xfrm>
            <a:off x="7627364" y="987638"/>
            <a:ext cx="1828800" cy="2162738"/>
          </a:xfrm>
          <a:prstGeom prst="roundRect">
            <a:avLst>
              <a:gd name="adj" fmla="val 9662"/>
            </a:avLst>
          </a:pr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2338AE5F-C66B-C565-B0B9-595057CA2CFC}"/>
              </a:ext>
            </a:extLst>
          </p:cNvPr>
          <p:cNvSpPr/>
          <p:nvPr/>
        </p:nvSpPr>
        <p:spPr>
          <a:xfrm>
            <a:off x="9774194" y="987638"/>
            <a:ext cx="1828800" cy="2162738"/>
          </a:xfrm>
          <a:prstGeom prst="roundRect">
            <a:avLst>
              <a:gd name="adj" fmla="val 9662"/>
            </a:avLst>
          </a:pr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8557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FAD7A-5D91-8CE9-69AA-AB5B02723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7BA7677-6592-0DB9-8F6C-812B999E9E0E}"/>
              </a:ext>
            </a:extLst>
          </p:cNvPr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F65D796-0515-14B1-63EF-824CE516E542}"/>
              </a:ext>
            </a:extLst>
          </p:cNvPr>
          <p:cNvGrpSpPr/>
          <p:nvPr/>
        </p:nvGrpSpPr>
        <p:grpSpPr>
          <a:xfrm>
            <a:off x="-2" y="2548612"/>
            <a:ext cx="2703742" cy="921872"/>
            <a:chOff x="-2" y="1537960"/>
            <a:chExt cx="2703742" cy="92187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E9F6FAB-12FF-E2A1-0A68-931215651031}"/>
                </a:ext>
              </a:extLst>
            </p:cNvPr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>
              <a:extLst>
                <a:ext uri="{FF2B5EF4-FFF2-40B4-BE49-F238E27FC236}">
                  <a16:creationId xmlns:a16="http://schemas.microsoft.com/office/drawing/2014/main" id="{B4E3D96B-66E2-CDDF-93C6-83D667DF36DC}"/>
                </a:ext>
              </a:extLst>
            </p:cNvPr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2B651D38-6FBC-DF98-6A89-A22F7C74932C}"/>
              </a:ext>
            </a:extLst>
          </p:cNvPr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C9F08D5-BFF8-BCDB-F313-059F29A303BA}"/>
              </a:ext>
            </a:extLst>
          </p:cNvPr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7F7DE08-0439-A1A9-1F5F-CDB10E8DABED}"/>
              </a:ext>
            </a:extLst>
          </p:cNvPr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F1AB584-DA5C-67F9-1A81-1E8F34E34D0A}"/>
              </a:ext>
            </a:extLst>
          </p:cNvPr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16F22F2-D672-FCEA-F905-5DFE37CF4C77}"/>
              </a:ext>
            </a:extLst>
          </p:cNvPr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</a:p>
        </p:txBody>
      </p:sp>
      <p:sp>
        <p:nvSpPr>
          <p:cNvPr id="17" name="图形 15">
            <a:extLst>
              <a:ext uri="{FF2B5EF4-FFF2-40B4-BE49-F238E27FC236}">
                <a16:creationId xmlns:a16="http://schemas.microsoft.com/office/drawing/2014/main" id="{716D0CF2-0789-6F80-A4B6-DE7B2D29602D}"/>
              </a:ext>
            </a:extLst>
          </p:cNvPr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tx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A72E1DD-0709-5F9B-32C0-B4AB72934FAB}"/>
              </a:ext>
            </a:extLst>
          </p:cNvPr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  <a:solidFill>
            <a:schemeClr val="bg1"/>
          </a:solidFill>
        </p:grpSpPr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E8CAED05-E380-4C3F-1112-BA5E6D1D9438}"/>
                </a:ext>
              </a:extLst>
            </p:cNvPr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E76F70C6-83C3-54F2-8CE0-4B710E0818D1}"/>
                </a:ext>
              </a:extLst>
            </p:cNvPr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5FAB6B47-0458-3336-542C-E4C383AABD60}"/>
                </a:ext>
              </a:extLst>
            </p:cNvPr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>
            <a:extLst>
              <a:ext uri="{FF2B5EF4-FFF2-40B4-BE49-F238E27FC236}">
                <a16:creationId xmlns:a16="http://schemas.microsoft.com/office/drawing/2014/main" id="{2C0D3636-3B0B-7E3E-7761-800F9E3938E9}"/>
              </a:ext>
            </a:extLst>
          </p:cNvPr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>
            <a:extLst>
              <a:ext uri="{FF2B5EF4-FFF2-40B4-BE49-F238E27FC236}">
                <a16:creationId xmlns:a16="http://schemas.microsoft.com/office/drawing/2014/main" id="{59F515ED-2946-1EAA-9919-CFC08FDCD49D}"/>
              </a:ext>
            </a:extLst>
          </p:cNvPr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F3ABDF2-8D86-B94A-5E5C-BCFB0A23A2EE}"/>
              </a:ext>
            </a:extLst>
          </p:cNvPr>
          <p:cNvSpPr txBox="1"/>
          <p:nvPr/>
        </p:nvSpPr>
        <p:spPr>
          <a:xfrm>
            <a:off x="3930466" y="212442"/>
            <a:ext cx="4671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项目经历：CamTalk 视觉对话</a:t>
            </a:r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DE929872-4B80-C72F-0101-2C03F582890D}"/>
              </a:ext>
            </a:extLst>
          </p:cNvPr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47F90544-BDCD-9CDF-2A47-708609D46146}"/>
              </a:ext>
            </a:extLst>
          </p:cNvPr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C9F1CB26-B2BD-6C9D-639D-67575962A412}"/>
                </a:ext>
              </a:extLst>
            </p:cNvPr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>
                <a:extLst>
                  <a:ext uri="{FF2B5EF4-FFF2-40B4-BE49-F238E27FC236}">
                    <a16:creationId xmlns:a16="http://schemas.microsoft.com/office/drawing/2014/main" id="{9A9FD336-DE95-8F34-9B75-417B4E1322FB}"/>
                  </a:ext>
                </a:extLst>
              </p:cNvPr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3BA19001-D625-41AD-E48B-64357C0AC896}"/>
                  </a:ext>
                </a:extLst>
              </p:cNvPr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E968CFE7-1A2A-F381-6D93-6DEDA37DF8E3}"/>
                </a:ext>
              </a:extLst>
            </p:cNvPr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73571A90-F09A-BA75-ABFC-46211987CBA4}"/>
              </a:ext>
            </a:extLst>
          </p:cNvPr>
          <p:cNvSpPr/>
          <p:nvPr/>
        </p:nvSpPr>
        <p:spPr>
          <a:xfrm>
            <a:off x="5080000" y="5546175"/>
            <a:ext cx="6767376" cy="1144539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FAB8CCC-D095-34CF-6BC4-346AA9F18D1B}"/>
              </a:ext>
            </a:extLst>
          </p:cNvPr>
          <p:cNvSpPr/>
          <p:nvPr/>
        </p:nvSpPr>
        <p:spPr>
          <a:xfrm>
            <a:off x="5875554" y="4261499"/>
            <a:ext cx="5176269" cy="1144539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任意多边形: 形状 33">
            <a:extLst>
              <a:ext uri="{FF2B5EF4-FFF2-40B4-BE49-F238E27FC236}">
                <a16:creationId xmlns:a16="http://schemas.microsoft.com/office/drawing/2014/main" id="{C5B0B2DC-BB7A-4C88-73F6-E7CD4874E592}"/>
              </a:ext>
            </a:extLst>
          </p:cNvPr>
          <p:cNvSpPr/>
          <p:nvPr/>
        </p:nvSpPr>
        <p:spPr>
          <a:xfrm>
            <a:off x="7871265" y="2074813"/>
            <a:ext cx="1184847" cy="786829"/>
          </a:xfrm>
          <a:custGeom>
            <a:avLst/>
            <a:gdLst>
              <a:gd name="connsiteX0" fmla="*/ 1091605 w 2183210"/>
              <a:gd name="connsiteY0" fmla="*/ 0 h 1759890"/>
              <a:gd name="connsiteX1" fmla="*/ 2183210 w 2183210"/>
              <a:gd name="connsiteY1" fmla="*/ 1026466 h 1759890"/>
              <a:gd name="connsiteX2" fmla="*/ 1568170 w 2183210"/>
              <a:gd name="connsiteY2" fmla="*/ 1026466 h 1759890"/>
              <a:gd name="connsiteX3" fmla="*/ 1661198 w 2183210"/>
              <a:gd name="connsiteY3" fmla="*/ 1400656 h 1759890"/>
              <a:gd name="connsiteX4" fmla="*/ 1747781 w 2183210"/>
              <a:gd name="connsiteY4" fmla="*/ 1697626 h 1759890"/>
              <a:gd name="connsiteX5" fmla="*/ 1768215 w 2183210"/>
              <a:gd name="connsiteY5" fmla="*/ 1759890 h 1759890"/>
              <a:gd name="connsiteX6" fmla="*/ 414996 w 2183210"/>
              <a:gd name="connsiteY6" fmla="*/ 1759890 h 1759890"/>
              <a:gd name="connsiteX7" fmla="*/ 435429 w 2183210"/>
              <a:gd name="connsiteY7" fmla="*/ 1697626 h 1759890"/>
              <a:gd name="connsiteX8" fmla="*/ 522012 w 2183210"/>
              <a:gd name="connsiteY8" fmla="*/ 1400656 h 1759890"/>
              <a:gd name="connsiteX9" fmla="*/ 615041 w 2183210"/>
              <a:gd name="connsiteY9" fmla="*/ 1026466 h 1759890"/>
              <a:gd name="connsiteX10" fmla="*/ 0 w 2183210"/>
              <a:gd name="connsiteY10" fmla="*/ 1026466 h 1759890"/>
              <a:gd name="connsiteX11" fmla="*/ 1091605 w 2183210"/>
              <a:gd name="connsiteY11" fmla="*/ 0 h 1759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83210" h="1759890">
                <a:moveTo>
                  <a:pt x="1091605" y="0"/>
                </a:moveTo>
                <a:lnTo>
                  <a:pt x="2183210" y="1026466"/>
                </a:lnTo>
                <a:lnTo>
                  <a:pt x="1568170" y="1026466"/>
                </a:lnTo>
                <a:lnTo>
                  <a:pt x="1661198" y="1400656"/>
                </a:lnTo>
                <a:cubicBezTo>
                  <a:pt x="1688016" y="1498831"/>
                  <a:pt x="1716877" y="1597876"/>
                  <a:pt x="1747781" y="1697626"/>
                </a:cubicBezTo>
                <a:lnTo>
                  <a:pt x="1768215" y="1759890"/>
                </a:lnTo>
                <a:lnTo>
                  <a:pt x="414996" y="1759890"/>
                </a:lnTo>
                <a:lnTo>
                  <a:pt x="435429" y="1697626"/>
                </a:lnTo>
                <a:cubicBezTo>
                  <a:pt x="466334" y="1597876"/>
                  <a:pt x="495194" y="1498831"/>
                  <a:pt x="522012" y="1400656"/>
                </a:cubicBezTo>
                <a:lnTo>
                  <a:pt x="615041" y="1026466"/>
                </a:lnTo>
                <a:lnTo>
                  <a:pt x="0" y="1026466"/>
                </a:lnTo>
                <a:lnTo>
                  <a:pt x="109160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98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400" b="1" dirty="0">
              <a:latin typeface="+mn-ea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C5C887C-942C-602D-24BA-15D4A147500A}"/>
              </a:ext>
            </a:extLst>
          </p:cNvPr>
          <p:cNvSpPr/>
          <p:nvPr/>
        </p:nvSpPr>
        <p:spPr>
          <a:xfrm>
            <a:off x="6753422" y="2976823"/>
            <a:ext cx="3420533" cy="1144539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24E40B57-84DE-CE92-B8F0-27F5A6A981D1}"/>
              </a:ext>
            </a:extLst>
          </p:cNvPr>
          <p:cNvSpPr/>
          <p:nvPr/>
        </p:nvSpPr>
        <p:spPr>
          <a:xfrm>
            <a:off x="4960288" y="6008169"/>
            <a:ext cx="270933" cy="2709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28583AEE-687D-EA76-F2B5-1D83EB1A38D9}"/>
              </a:ext>
            </a:extLst>
          </p:cNvPr>
          <p:cNvSpPr/>
          <p:nvPr/>
        </p:nvSpPr>
        <p:spPr>
          <a:xfrm>
            <a:off x="5736789" y="4696498"/>
            <a:ext cx="270933" cy="2709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216ACE1C-B43F-8D43-256B-CB59BB1C5299}"/>
              </a:ext>
            </a:extLst>
          </p:cNvPr>
          <p:cNvSpPr/>
          <p:nvPr/>
        </p:nvSpPr>
        <p:spPr>
          <a:xfrm>
            <a:off x="6617954" y="3413624"/>
            <a:ext cx="270933" cy="27093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4BEFA5C-DA71-526E-F77E-F0C2FFE18662}"/>
              </a:ext>
            </a:extLst>
          </p:cNvPr>
          <p:cNvSpPr txBox="1"/>
          <p:nvPr/>
        </p:nvSpPr>
        <p:spPr>
          <a:xfrm>
            <a:off x="3122023" y="5728138"/>
            <a:ext cx="1201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</a:rPr>
              <a:t>项目背景与定位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0F2DC517-FE78-A9C6-B759-0797DE1686B6}"/>
              </a:ext>
            </a:extLst>
          </p:cNvPr>
          <p:cNvSpPr/>
          <p:nvPr/>
        </p:nvSpPr>
        <p:spPr>
          <a:xfrm>
            <a:off x="3041509" y="5833241"/>
            <a:ext cx="52552" cy="4361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3CBCE8CA-6AF0-000A-514F-496EB8C1131C}"/>
              </a:ext>
            </a:extLst>
          </p:cNvPr>
          <p:cNvSpPr txBox="1"/>
          <p:nvPr/>
        </p:nvSpPr>
        <p:spPr>
          <a:xfrm>
            <a:off x="3878378" y="4523947"/>
            <a:ext cx="1201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</a:rPr>
              <a:t>核心方法与创新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A3A45AE-833B-AA4F-DAF8-4936DF43D91D}"/>
              </a:ext>
            </a:extLst>
          </p:cNvPr>
          <p:cNvSpPr/>
          <p:nvPr/>
        </p:nvSpPr>
        <p:spPr>
          <a:xfrm>
            <a:off x="3797864" y="4629050"/>
            <a:ext cx="52552" cy="4361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图形 50" descr="3b32313630313933343b7bad5934">
            <a:extLst>
              <a:ext uri="{FF2B5EF4-FFF2-40B4-BE49-F238E27FC236}">
                <a16:creationId xmlns:a16="http://schemas.microsoft.com/office/drawing/2014/main" id="{A3DEF281-6B7A-FFD3-F855-D871364AE95B}"/>
              </a:ext>
            </a:extLst>
          </p:cNvPr>
          <p:cNvSpPr/>
          <p:nvPr/>
        </p:nvSpPr>
        <p:spPr>
          <a:xfrm rot="5789565">
            <a:off x="4661079" y="5239856"/>
            <a:ext cx="821486" cy="480934"/>
          </a:xfrm>
          <a:custGeom>
            <a:avLst/>
            <a:gdLst>
              <a:gd name="connsiteX0" fmla="*/ 54336 w 1046432"/>
              <a:gd name="connsiteY0" fmla="*/ 203614 h 612627"/>
              <a:gd name="connsiteX1" fmla="*/ 61124 w 1046432"/>
              <a:gd name="connsiteY1" fmla="*/ 278686 h 612627"/>
              <a:gd name="connsiteX2" fmla="*/ 46039 w 1046432"/>
              <a:gd name="connsiteY2" fmla="*/ 302670 h 612627"/>
              <a:gd name="connsiteX3" fmla="*/ 23965 w 1046432"/>
              <a:gd name="connsiteY3" fmla="*/ 280600 h 612627"/>
              <a:gd name="connsiteX4" fmla="*/ 935 w 1046432"/>
              <a:gd name="connsiteY4" fmla="*/ 81126 h 612627"/>
              <a:gd name="connsiteX5" fmla="*/ 1941 w 1046432"/>
              <a:gd name="connsiteY5" fmla="*/ 32704 h 612627"/>
              <a:gd name="connsiteX6" fmla="*/ 51118 w 1046432"/>
              <a:gd name="connsiteY6" fmla="*/ 7060 h 612627"/>
              <a:gd name="connsiteX7" fmla="*/ 208301 w 1046432"/>
              <a:gd name="connsiteY7" fmla="*/ 104005 h 612627"/>
              <a:gd name="connsiteX8" fmla="*/ 248528 w 1046432"/>
              <a:gd name="connsiteY8" fmla="*/ 126230 h 612627"/>
              <a:gd name="connsiteX9" fmla="*/ 268339 w 1046432"/>
              <a:gd name="connsiteY9" fmla="*/ 167512 h 612627"/>
              <a:gd name="connsiteX10" fmla="*/ 240131 w 1046432"/>
              <a:gd name="connsiteY10" fmla="*/ 174150 h 612627"/>
              <a:gd name="connsiteX11" fmla="*/ 223587 w 1046432"/>
              <a:gd name="connsiteY11" fmla="*/ 168417 h 612627"/>
              <a:gd name="connsiteX12" fmla="*/ 92852 w 1046432"/>
              <a:gd name="connsiteY12" fmla="*/ 100234 h 612627"/>
              <a:gd name="connsiteX13" fmla="*/ 565009 w 1046432"/>
              <a:gd name="connsiteY13" fmla="*/ 492439 h 612627"/>
              <a:gd name="connsiteX14" fmla="*/ 733909 w 1046432"/>
              <a:gd name="connsiteY14" fmla="*/ 537693 h 612627"/>
              <a:gd name="connsiteX15" fmla="*/ 898532 w 1046432"/>
              <a:gd name="connsiteY15" fmla="*/ 555998 h 612627"/>
              <a:gd name="connsiteX16" fmla="*/ 1011621 w 1046432"/>
              <a:gd name="connsiteY16" fmla="*/ 556398 h 612627"/>
              <a:gd name="connsiteX17" fmla="*/ 1046064 w 1046432"/>
              <a:gd name="connsiteY17" fmla="*/ 596627 h 612627"/>
              <a:gd name="connsiteX18" fmla="*/ 1025649 w 1046432"/>
              <a:gd name="connsiteY18" fmla="*/ 612414 h 612627"/>
              <a:gd name="connsiteX19" fmla="*/ 892198 w 1046432"/>
              <a:gd name="connsiteY19" fmla="*/ 611559 h 612627"/>
              <a:gd name="connsiteX20" fmla="*/ 407019 w 1046432"/>
              <a:gd name="connsiteY20" fmla="*/ 488367 h 612627"/>
              <a:gd name="connsiteX21" fmla="*/ 108189 w 1046432"/>
              <a:gd name="connsiteY21" fmla="*/ 230415 h 612627"/>
              <a:gd name="connsiteX22" fmla="*/ 52324 w 1046432"/>
              <a:gd name="connsiteY22" fmla="*/ 149963 h 612627"/>
              <a:gd name="connsiteX23" fmla="*/ 54788 w 1046432"/>
              <a:gd name="connsiteY23" fmla="*/ 204219 h 612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46432" h="612627">
                <a:moveTo>
                  <a:pt x="54336" y="203614"/>
                </a:moveTo>
                <a:cubicBezTo>
                  <a:pt x="56749" y="228755"/>
                  <a:pt x="59364" y="253647"/>
                  <a:pt x="61124" y="278686"/>
                </a:cubicBezTo>
                <a:cubicBezTo>
                  <a:pt x="61878" y="289550"/>
                  <a:pt x="61476" y="301313"/>
                  <a:pt x="46039" y="302670"/>
                </a:cubicBezTo>
                <a:cubicBezTo>
                  <a:pt x="34373" y="303729"/>
                  <a:pt x="25926" y="295380"/>
                  <a:pt x="23965" y="280600"/>
                </a:cubicBezTo>
                <a:cubicBezTo>
                  <a:pt x="16071" y="214175"/>
                  <a:pt x="7975" y="147701"/>
                  <a:pt x="935" y="81126"/>
                </a:cubicBezTo>
                <a:cubicBezTo>
                  <a:pt x="-588" y="65001"/>
                  <a:pt x="-250" y="48753"/>
                  <a:pt x="1941" y="32704"/>
                </a:cubicBezTo>
                <a:cubicBezTo>
                  <a:pt x="5059" y="7563"/>
                  <a:pt x="22859" y="-10640"/>
                  <a:pt x="51118" y="7060"/>
                </a:cubicBezTo>
                <a:cubicBezTo>
                  <a:pt x="103311" y="39593"/>
                  <a:pt x="155957" y="71875"/>
                  <a:pt x="208301" y="104005"/>
                </a:cubicBezTo>
                <a:cubicBezTo>
                  <a:pt x="221325" y="111950"/>
                  <a:pt x="234952" y="119090"/>
                  <a:pt x="248528" y="126230"/>
                </a:cubicBezTo>
                <a:cubicBezTo>
                  <a:pt x="260847" y="133068"/>
                  <a:pt x="272110" y="153483"/>
                  <a:pt x="268339" y="167512"/>
                </a:cubicBezTo>
                <a:cubicBezTo>
                  <a:pt x="264970" y="180083"/>
                  <a:pt x="249684" y="176412"/>
                  <a:pt x="240131" y="174150"/>
                </a:cubicBezTo>
                <a:cubicBezTo>
                  <a:pt x="234388" y="172978"/>
                  <a:pt x="228825" y="171047"/>
                  <a:pt x="223587" y="168417"/>
                </a:cubicBezTo>
                <a:cubicBezTo>
                  <a:pt x="188892" y="149612"/>
                  <a:pt x="101803" y="104910"/>
                  <a:pt x="92852" y="100234"/>
                </a:cubicBezTo>
                <a:cubicBezTo>
                  <a:pt x="183914" y="296034"/>
                  <a:pt x="365284" y="424105"/>
                  <a:pt x="565009" y="492439"/>
                </a:cubicBezTo>
                <a:cubicBezTo>
                  <a:pt x="620308" y="511034"/>
                  <a:pt x="676720" y="526142"/>
                  <a:pt x="733909" y="537693"/>
                </a:cubicBezTo>
                <a:cubicBezTo>
                  <a:pt x="788031" y="549284"/>
                  <a:pt x="843183" y="555413"/>
                  <a:pt x="898532" y="555998"/>
                </a:cubicBezTo>
                <a:cubicBezTo>
                  <a:pt x="936246" y="555998"/>
                  <a:pt x="973956" y="556448"/>
                  <a:pt x="1011621" y="556398"/>
                </a:cubicBezTo>
                <a:cubicBezTo>
                  <a:pt x="1029673" y="556398"/>
                  <a:pt x="1049380" y="578674"/>
                  <a:pt x="1046064" y="596627"/>
                </a:cubicBezTo>
                <a:cubicBezTo>
                  <a:pt x="1044003" y="607589"/>
                  <a:pt x="1036006" y="612414"/>
                  <a:pt x="1025649" y="612414"/>
                </a:cubicBezTo>
                <a:cubicBezTo>
                  <a:pt x="981148" y="612414"/>
                  <a:pt x="936597" y="613268"/>
                  <a:pt x="892198" y="611559"/>
                </a:cubicBezTo>
                <a:cubicBezTo>
                  <a:pt x="723679" y="604584"/>
                  <a:pt x="558450" y="562634"/>
                  <a:pt x="407019" y="488367"/>
                </a:cubicBezTo>
                <a:cubicBezTo>
                  <a:pt x="290564" y="431145"/>
                  <a:pt x="189647" y="330829"/>
                  <a:pt x="108189" y="230415"/>
                </a:cubicBezTo>
                <a:cubicBezTo>
                  <a:pt x="87673" y="205274"/>
                  <a:pt x="70778" y="176714"/>
                  <a:pt x="52324" y="149963"/>
                </a:cubicBezTo>
                <a:cubicBezTo>
                  <a:pt x="51319" y="149963"/>
                  <a:pt x="53079" y="186117"/>
                  <a:pt x="54788" y="204219"/>
                </a:cubicBezTo>
              </a:path>
            </a:pathLst>
          </a:custGeom>
          <a:solidFill>
            <a:schemeClr val="bg1">
              <a:lumMod val="50000"/>
            </a:schemeClr>
          </a:solidFill>
          <a:ln w="40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BDB12C9-80EE-2C3F-0461-57C445C0237B}"/>
              </a:ext>
            </a:extLst>
          </p:cNvPr>
          <p:cNvSpPr txBox="1"/>
          <p:nvPr/>
        </p:nvSpPr>
        <p:spPr>
          <a:xfrm>
            <a:off x="4630410" y="3236496"/>
            <a:ext cx="1201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</a:rPr>
              <a:t>成果落地与价值</a:t>
            </a:r>
            <a:endParaRPr kumimoji="1" lang="zh-CN" altLang="en-US" dirty="0">
              <a:solidFill>
                <a:schemeClr val="accent1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58F72CF8-4F56-6883-67FC-D0D5A76A4499}"/>
              </a:ext>
            </a:extLst>
          </p:cNvPr>
          <p:cNvSpPr/>
          <p:nvPr/>
        </p:nvSpPr>
        <p:spPr>
          <a:xfrm>
            <a:off x="4549896" y="3341599"/>
            <a:ext cx="52552" cy="4361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图形 50" descr="3b32313630313933343b7bad5934">
            <a:extLst>
              <a:ext uri="{FF2B5EF4-FFF2-40B4-BE49-F238E27FC236}">
                <a16:creationId xmlns:a16="http://schemas.microsoft.com/office/drawing/2014/main" id="{0EA360AC-5F61-5799-FE60-06216946FA7A}"/>
              </a:ext>
            </a:extLst>
          </p:cNvPr>
          <p:cNvSpPr/>
          <p:nvPr/>
        </p:nvSpPr>
        <p:spPr>
          <a:xfrm rot="5789565">
            <a:off x="5528877" y="3906122"/>
            <a:ext cx="821486" cy="480934"/>
          </a:xfrm>
          <a:custGeom>
            <a:avLst/>
            <a:gdLst>
              <a:gd name="connsiteX0" fmla="*/ 54336 w 1046432"/>
              <a:gd name="connsiteY0" fmla="*/ 203614 h 612627"/>
              <a:gd name="connsiteX1" fmla="*/ 61124 w 1046432"/>
              <a:gd name="connsiteY1" fmla="*/ 278686 h 612627"/>
              <a:gd name="connsiteX2" fmla="*/ 46039 w 1046432"/>
              <a:gd name="connsiteY2" fmla="*/ 302670 h 612627"/>
              <a:gd name="connsiteX3" fmla="*/ 23965 w 1046432"/>
              <a:gd name="connsiteY3" fmla="*/ 280600 h 612627"/>
              <a:gd name="connsiteX4" fmla="*/ 935 w 1046432"/>
              <a:gd name="connsiteY4" fmla="*/ 81126 h 612627"/>
              <a:gd name="connsiteX5" fmla="*/ 1941 w 1046432"/>
              <a:gd name="connsiteY5" fmla="*/ 32704 h 612627"/>
              <a:gd name="connsiteX6" fmla="*/ 51118 w 1046432"/>
              <a:gd name="connsiteY6" fmla="*/ 7060 h 612627"/>
              <a:gd name="connsiteX7" fmla="*/ 208301 w 1046432"/>
              <a:gd name="connsiteY7" fmla="*/ 104005 h 612627"/>
              <a:gd name="connsiteX8" fmla="*/ 248528 w 1046432"/>
              <a:gd name="connsiteY8" fmla="*/ 126230 h 612627"/>
              <a:gd name="connsiteX9" fmla="*/ 268339 w 1046432"/>
              <a:gd name="connsiteY9" fmla="*/ 167512 h 612627"/>
              <a:gd name="connsiteX10" fmla="*/ 240131 w 1046432"/>
              <a:gd name="connsiteY10" fmla="*/ 174150 h 612627"/>
              <a:gd name="connsiteX11" fmla="*/ 223587 w 1046432"/>
              <a:gd name="connsiteY11" fmla="*/ 168417 h 612627"/>
              <a:gd name="connsiteX12" fmla="*/ 92852 w 1046432"/>
              <a:gd name="connsiteY12" fmla="*/ 100234 h 612627"/>
              <a:gd name="connsiteX13" fmla="*/ 565009 w 1046432"/>
              <a:gd name="connsiteY13" fmla="*/ 492439 h 612627"/>
              <a:gd name="connsiteX14" fmla="*/ 733909 w 1046432"/>
              <a:gd name="connsiteY14" fmla="*/ 537693 h 612627"/>
              <a:gd name="connsiteX15" fmla="*/ 898532 w 1046432"/>
              <a:gd name="connsiteY15" fmla="*/ 555998 h 612627"/>
              <a:gd name="connsiteX16" fmla="*/ 1011621 w 1046432"/>
              <a:gd name="connsiteY16" fmla="*/ 556398 h 612627"/>
              <a:gd name="connsiteX17" fmla="*/ 1046064 w 1046432"/>
              <a:gd name="connsiteY17" fmla="*/ 596627 h 612627"/>
              <a:gd name="connsiteX18" fmla="*/ 1025649 w 1046432"/>
              <a:gd name="connsiteY18" fmla="*/ 612414 h 612627"/>
              <a:gd name="connsiteX19" fmla="*/ 892198 w 1046432"/>
              <a:gd name="connsiteY19" fmla="*/ 611559 h 612627"/>
              <a:gd name="connsiteX20" fmla="*/ 407019 w 1046432"/>
              <a:gd name="connsiteY20" fmla="*/ 488367 h 612627"/>
              <a:gd name="connsiteX21" fmla="*/ 108189 w 1046432"/>
              <a:gd name="connsiteY21" fmla="*/ 230415 h 612627"/>
              <a:gd name="connsiteX22" fmla="*/ 52324 w 1046432"/>
              <a:gd name="connsiteY22" fmla="*/ 149963 h 612627"/>
              <a:gd name="connsiteX23" fmla="*/ 54788 w 1046432"/>
              <a:gd name="connsiteY23" fmla="*/ 204219 h 612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46432" h="612627">
                <a:moveTo>
                  <a:pt x="54336" y="203614"/>
                </a:moveTo>
                <a:cubicBezTo>
                  <a:pt x="56749" y="228755"/>
                  <a:pt x="59364" y="253647"/>
                  <a:pt x="61124" y="278686"/>
                </a:cubicBezTo>
                <a:cubicBezTo>
                  <a:pt x="61878" y="289550"/>
                  <a:pt x="61476" y="301313"/>
                  <a:pt x="46039" y="302670"/>
                </a:cubicBezTo>
                <a:cubicBezTo>
                  <a:pt x="34373" y="303729"/>
                  <a:pt x="25926" y="295380"/>
                  <a:pt x="23965" y="280600"/>
                </a:cubicBezTo>
                <a:cubicBezTo>
                  <a:pt x="16071" y="214175"/>
                  <a:pt x="7975" y="147701"/>
                  <a:pt x="935" y="81126"/>
                </a:cubicBezTo>
                <a:cubicBezTo>
                  <a:pt x="-588" y="65001"/>
                  <a:pt x="-250" y="48753"/>
                  <a:pt x="1941" y="32704"/>
                </a:cubicBezTo>
                <a:cubicBezTo>
                  <a:pt x="5059" y="7563"/>
                  <a:pt x="22859" y="-10640"/>
                  <a:pt x="51118" y="7060"/>
                </a:cubicBezTo>
                <a:cubicBezTo>
                  <a:pt x="103311" y="39593"/>
                  <a:pt x="155957" y="71875"/>
                  <a:pt x="208301" y="104005"/>
                </a:cubicBezTo>
                <a:cubicBezTo>
                  <a:pt x="221325" y="111950"/>
                  <a:pt x="234952" y="119090"/>
                  <a:pt x="248528" y="126230"/>
                </a:cubicBezTo>
                <a:cubicBezTo>
                  <a:pt x="260847" y="133068"/>
                  <a:pt x="272110" y="153483"/>
                  <a:pt x="268339" y="167512"/>
                </a:cubicBezTo>
                <a:cubicBezTo>
                  <a:pt x="264970" y="180083"/>
                  <a:pt x="249684" y="176412"/>
                  <a:pt x="240131" y="174150"/>
                </a:cubicBezTo>
                <a:cubicBezTo>
                  <a:pt x="234388" y="172978"/>
                  <a:pt x="228825" y="171047"/>
                  <a:pt x="223587" y="168417"/>
                </a:cubicBezTo>
                <a:cubicBezTo>
                  <a:pt x="188892" y="149612"/>
                  <a:pt x="101803" y="104910"/>
                  <a:pt x="92852" y="100234"/>
                </a:cubicBezTo>
                <a:cubicBezTo>
                  <a:pt x="183914" y="296034"/>
                  <a:pt x="365284" y="424105"/>
                  <a:pt x="565009" y="492439"/>
                </a:cubicBezTo>
                <a:cubicBezTo>
                  <a:pt x="620308" y="511034"/>
                  <a:pt x="676720" y="526142"/>
                  <a:pt x="733909" y="537693"/>
                </a:cubicBezTo>
                <a:cubicBezTo>
                  <a:pt x="788031" y="549284"/>
                  <a:pt x="843183" y="555413"/>
                  <a:pt x="898532" y="555998"/>
                </a:cubicBezTo>
                <a:cubicBezTo>
                  <a:pt x="936246" y="555998"/>
                  <a:pt x="973956" y="556448"/>
                  <a:pt x="1011621" y="556398"/>
                </a:cubicBezTo>
                <a:cubicBezTo>
                  <a:pt x="1029673" y="556398"/>
                  <a:pt x="1049380" y="578674"/>
                  <a:pt x="1046064" y="596627"/>
                </a:cubicBezTo>
                <a:cubicBezTo>
                  <a:pt x="1044003" y="607589"/>
                  <a:pt x="1036006" y="612414"/>
                  <a:pt x="1025649" y="612414"/>
                </a:cubicBezTo>
                <a:cubicBezTo>
                  <a:pt x="981148" y="612414"/>
                  <a:pt x="936597" y="613268"/>
                  <a:pt x="892198" y="611559"/>
                </a:cubicBezTo>
                <a:cubicBezTo>
                  <a:pt x="723679" y="604584"/>
                  <a:pt x="558450" y="562634"/>
                  <a:pt x="407019" y="488367"/>
                </a:cubicBezTo>
                <a:cubicBezTo>
                  <a:pt x="290564" y="431145"/>
                  <a:pt x="189647" y="330829"/>
                  <a:pt x="108189" y="230415"/>
                </a:cubicBezTo>
                <a:cubicBezTo>
                  <a:pt x="87673" y="205274"/>
                  <a:pt x="70778" y="176714"/>
                  <a:pt x="52324" y="149963"/>
                </a:cubicBezTo>
                <a:cubicBezTo>
                  <a:pt x="51319" y="149963"/>
                  <a:pt x="53079" y="186117"/>
                  <a:pt x="54788" y="204219"/>
                </a:cubicBezTo>
              </a:path>
            </a:pathLst>
          </a:custGeom>
          <a:solidFill>
            <a:schemeClr val="bg1">
              <a:lumMod val="50000"/>
            </a:schemeClr>
          </a:solidFill>
          <a:ln w="405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6A7AE99B-1410-33C0-C5CA-FFA51F400EB7}"/>
              </a:ext>
            </a:extLst>
          </p:cNvPr>
          <p:cNvSpPr txBox="1"/>
          <p:nvPr/>
        </p:nvSpPr>
        <p:spPr>
          <a:xfrm>
            <a:off x="5581069" y="5728138"/>
            <a:ext cx="5959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+mn-ea"/>
              </a:rPr>
              <a:t>面向军工场景"数据不出域"约束设计的实时多模态 AI 对话系统，依托国家级网安基地·武汉金银湖实验室平台，端到端贯通视听感知与生成全链路。</a:t>
            </a: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0932C0B5-2C29-B9A2-CFF6-87C6102C4D73}"/>
              </a:ext>
            </a:extLst>
          </p:cNvPr>
          <p:cNvSpPr txBox="1"/>
          <p:nvPr/>
        </p:nvSpPr>
        <p:spPr>
          <a:xfrm>
            <a:off x="6139890" y="4431173"/>
            <a:ext cx="46475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+mn-ea"/>
              </a:rPr>
              <a:t>自研像素差值关键帧检测采样算法，静默期数据上传量降低约 80%；基于 CloudWeGo Eino 编排 STT-LLM-TTS 七节点流式链路，端到端感知延迟 0.5 s 以内，断线 30 s 内恢复会话。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B4AA70CC-6720-604A-8F65-1F241372A144}"/>
              </a:ext>
            </a:extLst>
          </p:cNvPr>
          <p:cNvSpPr txBox="1"/>
          <p:nvPr/>
        </p:nvSpPr>
        <p:spPr>
          <a:xfrm>
            <a:off x="6916293" y="3041260"/>
            <a:ext cx="30947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>
                <a:latin typeface="+mn-ea"/>
              </a:rPr>
              <a:t>纳入武汉金银湖实验室优质代码库，入选工信部电子第五研究所试点方案，列入某军工单位技术验证方案。</a:t>
            </a:r>
          </a:p>
        </p:txBody>
      </p: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086EE316-6DCF-D84A-D3AC-9DD488424EC5}"/>
              </a:ext>
            </a:extLst>
          </p:cNvPr>
          <p:cNvSpPr/>
          <p:nvPr/>
        </p:nvSpPr>
        <p:spPr>
          <a:xfrm>
            <a:off x="3351767" y="1632312"/>
            <a:ext cx="1376814" cy="34169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多模态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A05D20D7-7209-BCC4-4D4D-4B753F9BE545}"/>
              </a:ext>
            </a:extLst>
          </p:cNvPr>
          <p:cNvSpPr txBox="1"/>
          <p:nvPr/>
        </p:nvSpPr>
        <p:spPr>
          <a:xfrm>
            <a:off x="4630410" y="965860"/>
            <a:ext cx="613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accent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纳入实验室代码库 · 入选工信部五所试点</a:t>
            </a:r>
            <a:endParaRPr kumimoji="1" lang="zh-CN" altLang="en-US" sz="2400" b="1" dirty="0">
              <a:solidFill>
                <a:schemeClr val="accent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9" name="圆角矩形 88">
            <a:extLst>
              <a:ext uri="{FF2B5EF4-FFF2-40B4-BE49-F238E27FC236}">
                <a16:creationId xmlns:a16="http://schemas.microsoft.com/office/drawing/2014/main" id="{629E2082-A48E-9C30-B699-6EEC74B026AA}"/>
              </a:ext>
            </a:extLst>
          </p:cNvPr>
          <p:cNvSpPr/>
          <p:nvPr/>
        </p:nvSpPr>
        <p:spPr>
          <a:xfrm>
            <a:off x="5067802" y="1632312"/>
            <a:ext cx="1376814" cy="34169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数据不出域</a:t>
            </a:r>
          </a:p>
        </p:txBody>
      </p:sp>
      <p:sp>
        <p:nvSpPr>
          <p:cNvPr id="90" name="圆角矩形 89">
            <a:extLst>
              <a:ext uri="{FF2B5EF4-FFF2-40B4-BE49-F238E27FC236}">
                <a16:creationId xmlns:a16="http://schemas.microsoft.com/office/drawing/2014/main" id="{721DFF7B-A3BA-DCDE-9289-0F41FFB11E5D}"/>
              </a:ext>
            </a:extLst>
          </p:cNvPr>
          <p:cNvSpPr/>
          <p:nvPr/>
        </p:nvSpPr>
        <p:spPr>
          <a:xfrm>
            <a:off x="6783837" y="1632312"/>
            <a:ext cx="1376814" cy="34169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关键帧采样</a:t>
            </a:r>
          </a:p>
        </p:txBody>
      </p:sp>
      <p:sp>
        <p:nvSpPr>
          <p:cNvPr id="91" name="圆角矩形 90">
            <a:extLst>
              <a:ext uri="{FF2B5EF4-FFF2-40B4-BE49-F238E27FC236}">
                <a16:creationId xmlns:a16="http://schemas.microsoft.com/office/drawing/2014/main" id="{70EB7250-593A-DAC7-61A8-AD4CA6E0963D}"/>
              </a:ext>
            </a:extLst>
          </p:cNvPr>
          <p:cNvSpPr/>
          <p:nvPr/>
        </p:nvSpPr>
        <p:spPr>
          <a:xfrm>
            <a:off x="8499872" y="1632312"/>
            <a:ext cx="1376814" cy="34169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流式编排</a:t>
            </a:r>
          </a:p>
        </p:txBody>
      </p:sp>
      <p:sp>
        <p:nvSpPr>
          <p:cNvPr id="92" name="圆角矩形 91">
            <a:extLst>
              <a:ext uri="{FF2B5EF4-FFF2-40B4-BE49-F238E27FC236}">
                <a16:creationId xmlns:a16="http://schemas.microsoft.com/office/drawing/2014/main" id="{4776B1AE-5032-3990-AF0A-5A6E366039B6}"/>
              </a:ext>
            </a:extLst>
          </p:cNvPr>
          <p:cNvSpPr/>
          <p:nvPr/>
        </p:nvSpPr>
        <p:spPr>
          <a:xfrm>
            <a:off x="10215906" y="1632312"/>
            <a:ext cx="1376814" cy="341692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200" dirty="0"/>
              <a:t>实时对话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2F7BC1F2-926A-0551-10E6-351D7BD17425}"/>
              </a:ext>
            </a:extLst>
          </p:cNvPr>
          <p:cNvSpPr txBox="1"/>
          <p:nvPr/>
        </p:nvSpPr>
        <p:spPr>
          <a:xfrm>
            <a:off x="8137867" y="2248180"/>
            <a:ext cx="651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>
                <a:solidFill>
                  <a:schemeClr val="bg1"/>
                </a:solidFill>
              </a:rPr>
              <a:t>项目经历</a:t>
            </a:r>
          </a:p>
        </p:txBody>
      </p:sp>
    </p:spTree>
    <p:extLst>
      <p:ext uri="{BB962C8B-B14F-4D97-AF65-F5344CB8AC3E}">
        <p14:creationId xmlns:p14="http://schemas.microsoft.com/office/powerpoint/2010/main" val="3405921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11A03-C3D6-11B4-5480-497E56E46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7C2D1AC-0EF3-9E85-5A72-EF9600FB87F6}"/>
              </a:ext>
            </a:extLst>
          </p:cNvPr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4B7FABB-6B93-065E-8525-2E67C884DF15}"/>
              </a:ext>
            </a:extLst>
          </p:cNvPr>
          <p:cNvGrpSpPr/>
          <p:nvPr/>
        </p:nvGrpSpPr>
        <p:grpSpPr>
          <a:xfrm>
            <a:off x="-2" y="2548612"/>
            <a:ext cx="2703742" cy="921872"/>
            <a:chOff x="-2" y="1537960"/>
            <a:chExt cx="2703742" cy="92187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26EB29C-E742-9F6D-5D8E-EF9ECC36DF4A}"/>
                </a:ext>
              </a:extLst>
            </p:cNvPr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>
              <a:extLst>
                <a:ext uri="{FF2B5EF4-FFF2-40B4-BE49-F238E27FC236}">
                  <a16:creationId xmlns:a16="http://schemas.microsoft.com/office/drawing/2014/main" id="{DC4B74C7-7256-80FB-79F8-8645AA3719B3}"/>
                </a:ext>
              </a:extLst>
            </p:cNvPr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C1A76219-106E-BBD4-7F86-9629BAAF8905}"/>
              </a:ext>
            </a:extLst>
          </p:cNvPr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205C93C-9EE9-718C-9AB0-AE7DC0C81364}"/>
              </a:ext>
            </a:extLst>
          </p:cNvPr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9C644F6-DD15-F28C-0840-2A6062090705}"/>
              </a:ext>
            </a:extLst>
          </p:cNvPr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4286FCA-04FC-3DDC-B214-009D56B09BA7}"/>
              </a:ext>
            </a:extLst>
          </p:cNvPr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0A12492-15DC-76E5-9437-A9881D33BFFC}"/>
              </a:ext>
            </a:extLst>
          </p:cNvPr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</a:p>
        </p:txBody>
      </p:sp>
      <p:sp>
        <p:nvSpPr>
          <p:cNvPr id="17" name="图形 15">
            <a:extLst>
              <a:ext uri="{FF2B5EF4-FFF2-40B4-BE49-F238E27FC236}">
                <a16:creationId xmlns:a16="http://schemas.microsoft.com/office/drawing/2014/main" id="{0CFD464E-C4A4-6058-AF03-463DD960404F}"/>
              </a:ext>
            </a:extLst>
          </p:cNvPr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tx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B3B3F9E-2B58-1C7B-AB83-66BA7C1BB459}"/>
              </a:ext>
            </a:extLst>
          </p:cNvPr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  <a:solidFill>
            <a:schemeClr val="bg1"/>
          </a:solidFill>
        </p:grpSpPr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72E6F4D7-1298-DEDD-5681-FDB26F3C1DA8}"/>
                </a:ext>
              </a:extLst>
            </p:cNvPr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4DA2E5D1-B3B5-6E5A-821D-21D822F0DE05}"/>
                </a:ext>
              </a:extLst>
            </p:cNvPr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A8B99CED-A60B-D9E1-D5C5-D8BA1CC26623}"/>
                </a:ext>
              </a:extLst>
            </p:cNvPr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>
            <a:extLst>
              <a:ext uri="{FF2B5EF4-FFF2-40B4-BE49-F238E27FC236}">
                <a16:creationId xmlns:a16="http://schemas.microsoft.com/office/drawing/2014/main" id="{BF35D600-1C7E-9E3D-7F95-476685485C51}"/>
              </a:ext>
            </a:extLst>
          </p:cNvPr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>
            <a:extLst>
              <a:ext uri="{FF2B5EF4-FFF2-40B4-BE49-F238E27FC236}">
                <a16:creationId xmlns:a16="http://schemas.microsoft.com/office/drawing/2014/main" id="{49E9CAC7-A55E-C2B7-9A0A-8AFC43EAD5A9}"/>
              </a:ext>
            </a:extLst>
          </p:cNvPr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55B4728-7A87-2626-E9E6-2270CB0D7E15}"/>
              </a:ext>
            </a:extLst>
          </p:cNvPr>
          <p:cNvSpPr txBox="1"/>
          <p:nvPr/>
        </p:nvSpPr>
        <p:spPr>
          <a:xfrm>
            <a:off x="3930466" y="212442"/>
            <a:ext cx="4671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科研实习：武汉金银湖实验室</a:t>
            </a:r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EB147F22-84FE-DF1A-281E-048C7FEE0875}"/>
              </a:ext>
            </a:extLst>
          </p:cNvPr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ED06BCA3-A3C8-FC98-30D8-4C4B41E2C3F8}"/>
              </a:ext>
            </a:extLst>
          </p:cNvPr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B8733738-2183-9159-C6B7-C5B142E72720}"/>
                </a:ext>
              </a:extLst>
            </p:cNvPr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>
                <a:extLst>
                  <a:ext uri="{FF2B5EF4-FFF2-40B4-BE49-F238E27FC236}">
                    <a16:creationId xmlns:a16="http://schemas.microsoft.com/office/drawing/2014/main" id="{6629EBED-0740-C3C4-8545-955AC0EA34B1}"/>
                  </a:ext>
                </a:extLst>
              </p:cNvPr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B9D156C2-51CA-6611-F18D-4420DB6828CA}"/>
                  </a:ext>
                </a:extLst>
              </p:cNvPr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57F6F9B1-817C-F2C1-5EFE-D2655790B3F6}"/>
                </a:ext>
              </a:extLst>
            </p:cNvPr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53" name="矩形 52">
            <a:extLst>
              <a:ext uri="{FF2B5EF4-FFF2-40B4-BE49-F238E27FC236}">
                <a16:creationId xmlns:a16="http://schemas.microsoft.com/office/drawing/2014/main" id="{95C53F1A-32D1-DD11-6598-BFAC1D78F718}"/>
              </a:ext>
            </a:extLst>
          </p:cNvPr>
          <p:cNvSpPr/>
          <p:nvPr/>
        </p:nvSpPr>
        <p:spPr>
          <a:xfrm>
            <a:off x="2961950" y="1166463"/>
            <a:ext cx="8744278" cy="2497487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id="{9CCBF67D-BE50-30A1-3718-3B476737B78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28703" y="1322147"/>
            <a:ext cx="3161162" cy="1810975"/>
          </a:xfrm>
          <a:prstGeom prst="rect">
            <a:avLst/>
          </a:pr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8" name="矩形: 圆角 17">
            <a:extLst>
              <a:ext uri="{FF2B5EF4-FFF2-40B4-BE49-F238E27FC236}">
                <a16:creationId xmlns:a16="http://schemas.microsoft.com/office/drawing/2014/main" id="{358CC555-B09B-584E-F4C5-D776A68F6272}"/>
              </a:ext>
            </a:extLst>
          </p:cNvPr>
          <p:cNvSpPr/>
          <p:nvPr/>
        </p:nvSpPr>
        <p:spPr>
          <a:xfrm>
            <a:off x="6954133" y="1353688"/>
            <a:ext cx="1276350" cy="29845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可视化大屏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CA36308-6ECC-31DA-82B2-D29CFFE538F8}"/>
              </a:ext>
            </a:extLst>
          </p:cNvPr>
          <p:cNvSpPr txBox="1"/>
          <p:nvPr/>
        </p:nvSpPr>
        <p:spPr>
          <a:xfrm>
            <a:off x="6640707" y="1901934"/>
            <a:ext cx="498436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+mn-ea"/>
              </a:rPr>
              <a:t>面向开源软件供应链安全态势感知需求，基于 ECharts 6 构建监控中心大屏，建成 15+ 可视化组件（威胁地图 / CVE 趋势 / 高危组件 Top10 等）；提出 GeoJSON 三级容错加载与接口兜底策略，保障大屏高可用。</a:t>
            </a:r>
            <a:endParaRPr lang="en-US" altLang="zh-CN" sz="1400" dirty="0">
              <a:latin typeface="+mn-ea"/>
            </a:endParaRPr>
          </a:p>
        </p:txBody>
      </p:sp>
      <p:sp>
        <p:nvSpPr>
          <p:cNvPr id="77" name="图形 19" descr="订阅内容">
            <a:extLst>
              <a:ext uri="{FF2B5EF4-FFF2-40B4-BE49-F238E27FC236}">
                <a16:creationId xmlns:a16="http://schemas.microsoft.com/office/drawing/2014/main" id="{1147B94E-580D-B9A3-93D4-C99F36569121}"/>
              </a:ext>
            </a:extLst>
          </p:cNvPr>
          <p:cNvSpPr/>
          <p:nvPr/>
        </p:nvSpPr>
        <p:spPr>
          <a:xfrm>
            <a:off x="6595357" y="1353688"/>
            <a:ext cx="298451" cy="298451"/>
          </a:xfrm>
          <a:custGeom>
            <a:avLst/>
            <a:gdLst>
              <a:gd name="connsiteX0" fmla="*/ 183584 w 298451"/>
              <a:gd name="connsiteY0" fmla="*/ 291510 h 298451"/>
              <a:gd name="connsiteX1" fmla="*/ 42906 w 298451"/>
              <a:gd name="connsiteY1" fmla="*/ 291510 h 298451"/>
              <a:gd name="connsiteX2" fmla="*/ 12567 w 298451"/>
              <a:gd name="connsiteY2" fmla="*/ 279313 h 298451"/>
              <a:gd name="connsiteX3" fmla="*/ 0 w 298451"/>
              <a:gd name="connsiteY3" fmla="*/ 249866 h 298451"/>
              <a:gd name="connsiteX4" fmla="*/ 0 w 298451"/>
              <a:gd name="connsiteY4" fmla="*/ 41644 h 298451"/>
              <a:gd name="connsiteX5" fmla="*/ 42906 w 298451"/>
              <a:gd name="connsiteY5" fmla="*/ 0 h 298451"/>
              <a:gd name="connsiteX6" fmla="*/ 193079 w 298451"/>
              <a:gd name="connsiteY6" fmla="*/ 0 h 298451"/>
              <a:gd name="connsiteX7" fmla="*/ 223417 w 298451"/>
              <a:gd name="connsiteY7" fmla="*/ 12198 h 298451"/>
              <a:gd name="connsiteX8" fmla="*/ 235985 w 298451"/>
              <a:gd name="connsiteY8" fmla="*/ 41644 h 298451"/>
              <a:gd name="connsiteX9" fmla="*/ 235985 w 298451"/>
              <a:gd name="connsiteY9" fmla="*/ 159636 h 298451"/>
              <a:gd name="connsiteX10" fmla="*/ 177088 w 298451"/>
              <a:gd name="connsiteY10" fmla="*/ 187400 h 298451"/>
              <a:gd name="connsiteX11" fmla="*/ 53633 w 298451"/>
              <a:gd name="connsiteY11" fmla="*/ 187400 h 298451"/>
              <a:gd name="connsiteX12" fmla="*/ 42906 w 298451"/>
              <a:gd name="connsiteY12" fmla="*/ 197811 h 298451"/>
              <a:gd name="connsiteX13" fmla="*/ 53633 w 298451"/>
              <a:gd name="connsiteY13" fmla="*/ 208223 h 298451"/>
              <a:gd name="connsiteX14" fmla="*/ 164841 w 298451"/>
              <a:gd name="connsiteY14" fmla="*/ 208223 h 298451"/>
              <a:gd name="connsiteX15" fmla="*/ 159636 w 298451"/>
              <a:gd name="connsiteY15" fmla="*/ 235985 h 298451"/>
              <a:gd name="connsiteX16" fmla="*/ 183584 w 298451"/>
              <a:gd name="connsiteY16" fmla="*/ 291510 h 298451"/>
              <a:gd name="connsiteX17" fmla="*/ 182351 w 298451"/>
              <a:gd name="connsiteY17" fmla="*/ 62466 h 298451"/>
              <a:gd name="connsiteX18" fmla="*/ 117992 w 298451"/>
              <a:gd name="connsiteY18" fmla="*/ 62466 h 298451"/>
              <a:gd name="connsiteX19" fmla="*/ 107265 w 298451"/>
              <a:gd name="connsiteY19" fmla="*/ 72878 h 298451"/>
              <a:gd name="connsiteX20" fmla="*/ 117992 w 298451"/>
              <a:gd name="connsiteY20" fmla="*/ 83289 h 298451"/>
              <a:gd name="connsiteX21" fmla="*/ 182351 w 298451"/>
              <a:gd name="connsiteY21" fmla="*/ 83289 h 298451"/>
              <a:gd name="connsiteX22" fmla="*/ 193079 w 298451"/>
              <a:gd name="connsiteY22" fmla="*/ 72878 h 298451"/>
              <a:gd name="connsiteX23" fmla="*/ 182351 w 298451"/>
              <a:gd name="connsiteY23" fmla="*/ 62466 h 298451"/>
              <a:gd name="connsiteX24" fmla="*/ 182351 w 298451"/>
              <a:gd name="connsiteY24" fmla="*/ 104111 h 298451"/>
              <a:gd name="connsiteX25" fmla="*/ 53633 w 298451"/>
              <a:gd name="connsiteY25" fmla="*/ 104111 h 298451"/>
              <a:gd name="connsiteX26" fmla="*/ 42906 w 298451"/>
              <a:gd name="connsiteY26" fmla="*/ 114522 h 298451"/>
              <a:gd name="connsiteX27" fmla="*/ 53633 w 298451"/>
              <a:gd name="connsiteY27" fmla="*/ 124933 h 298451"/>
              <a:gd name="connsiteX28" fmla="*/ 182351 w 298451"/>
              <a:gd name="connsiteY28" fmla="*/ 124933 h 298451"/>
              <a:gd name="connsiteX29" fmla="*/ 193079 w 298451"/>
              <a:gd name="connsiteY29" fmla="*/ 114522 h 298451"/>
              <a:gd name="connsiteX30" fmla="*/ 182351 w 298451"/>
              <a:gd name="connsiteY30" fmla="*/ 104111 h 298451"/>
              <a:gd name="connsiteX31" fmla="*/ 182351 w 298451"/>
              <a:gd name="connsiteY31" fmla="*/ 145756 h 298451"/>
              <a:gd name="connsiteX32" fmla="*/ 53633 w 298451"/>
              <a:gd name="connsiteY32" fmla="*/ 145756 h 298451"/>
              <a:gd name="connsiteX33" fmla="*/ 42906 w 298451"/>
              <a:gd name="connsiteY33" fmla="*/ 156166 h 298451"/>
              <a:gd name="connsiteX34" fmla="*/ 53633 w 298451"/>
              <a:gd name="connsiteY34" fmla="*/ 166578 h 298451"/>
              <a:gd name="connsiteX35" fmla="*/ 182351 w 298451"/>
              <a:gd name="connsiteY35" fmla="*/ 166578 h 298451"/>
              <a:gd name="connsiteX36" fmla="*/ 193079 w 298451"/>
              <a:gd name="connsiteY36" fmla="*/ 156166 h 298451"/>
              <a:gd name="connsiteX37" fmla="*/ 182351 w 298451"/>
              <a:gd name="connsiteY37" fmla="*/ 145756 h 298451"/>
              <a:gd name="connsiteX38" fmla="*/ 235985 w 298451"/>
              <a:gd name="connsiteY38" fmla="*/ 298451 h 298451"/>
              <a:gd name="connsiteX39" fmla="*/ 173518 w 298451"/>
              <a:gd name="connsiteY39" fmla="*/ 235985 h 298451"/>
              <a:gd name="connsiteX40" fmla="*/ 235985 w 298451"/>
              <a:gd name="connsiteY40" fmla="*/ 173518 h 298451"/>
              <a:gd name="connsiteX41" fmla="*/ 298451 w 298451"/>
              <a:gd name="connsiteY41" fmla="*/ 235985 h 298451"/>
              <a:gd name="connsiteX42" fmla="*/ 235985 w 298451"/>
              <a:gd name="connsiteY42" fmla="*/ 298451 h 298451"/>
              <a:gd name="connsiteX43" fmla="*/ 221271 w 298451"/>
              <a:gd name="connsiteY43" fmla="*/ 208222 h 298451"/>
              <a:gd name="connsiteX44" fmla="*/ 215162 w 298451"/>
              <a:gd name="connsiteY44" fmla="*/ 214331 h 298451"/>
              <a:gd name="connsiteX45" fmla="*/ 215162 w 298451"/>
              <a:gd name="connsiteY45" fmla="*/ 264411 h 298451"/>
              <a:gd name="connsiteX46" fmla="*/ 216056 w 298451"/>
              <a:gd name="connsiteY46" fmla="*/ 267592 h 298451"/>
              <a:gd name="connsiteX47" fmla="*/ 224453 w 298451"/>
              <a:gd name="connsiteY47" fmla="*/ 269626 h 298451"/>
              <a:gd name="connsiteX48" fmla="*/ 235985 w 298451"/>
              <a:gd name="connsiteY48" fmla="*/ 262594 h 298451"/>
              <a:gd name="connsiteX49" fmla="*/ 247516 w 298451"/>
              <a:gd name="connsiteY49" fmla="*/ 269626 h 298451"/>
              <a:gd name="connsiteX50" fmla="*/ 250698 w 298451"/>
              <a:gd name="connsiteY50" fmla="*/ 270520 h 298451"/>
              <a:gd name="connsiteX51" fmla="*/ 256807 w 298451"/>
              <a:gd name="connsiteY51" fmla="*/ 264411 h 298451"/>
              <a:gd name="connsiteX52" fmla="*/ 256807 w 298451"/>
              <a:gd name="connsiteY52" fmla="*/ 214331 h 298451"/>
              <a:gd name="connsiteX53" fmla="*/ 250698 w 298451"/>
              <a:gd name="connsiteY53" fmla="*/ 208222 h 298451"/>
              <a:gd name="connsiteX54" fmla="*/ 221271 w 298451"/>
              <a:gd name="connsiteY54" fmla="*/ 208222 h 298451"/>
              <a:gd name="connsiteX55" fmla="*/ 233010 w 298451"/>
              <a:gd name="connsiteY55" fmla="*/ 230089 h 298451"/>
              <a:gd name="connsiteX56" fmla="*/ 233010 w 298451"/>
              <a:gd name="connsiteY56" fmla="*/ 223693 h 298451"/>
              <a:gd name="connsiteX57" fmla="*/ 235985 w 298451"/>
              <a:gd name="connsiteY57" fmla="*/ 220717 h 298451"/>
              <a:gd name="connsiteX58" fmla="*/ 238959 w 298451"/>
              <a:gd name="connsiteY58" fmla="*/ 223693 h 298451"/>
              <a:gd name="connsiteX59" fmla="*/ 238959 w 298451"/>
              <a:gd name="connsiteY59" fmla="*/ 230089 h 298451"/>
              <a:gd name="connsiteX60" fmla="*/ 244829 w 298451"/>
              <a:gd name="connsiteY60" fmla="*/ 230089 h 298451"/>
              <a:gd name="connsiteX61" fmla="*/ 247883 w 298451"/>
              <a:gd name="connsiteY61" fmla="*/ 233144 h 298451"/>
              <a:gd name="connsiteX62" fmla="*/ 247883 w 298451"/>
              <a:gd name="connsiteY62" fmla="*/ 233283 h 298451"/>
              <a:gd name="connsiteX63" fmla="*/ 244829 w 298451"/>
              <a:gd name="connsiteY63" fmla="*/ 236337 h 298451"/>
              <a:gd name="connsiteX64" fmla="*/ 238959 w 298451"/>
              <a:gd name="connsiteY64" fmla="*/ 236337 h 298451"/>
              <a:gd name="connsiteX65" fmla="*/ 238959 w 298451"/>
              <a:gd name="connsiteY65" fmla="*/ 242735 h 298451"/>
              <a:gd name="connsiteX66" fmla="*/ 235985 w 298451"/>
              <a:gd name="connsiteY66" fmla="*/ 245709 h 298451"/>
              <a:gd name="connsiteX67" fmla="*/ 233010 w 298451"/>
              <a:gd name="connsiteY67" fmla="*/ 242735 h 298451"/>
              <a:gd name="connsiteX68" fmla="*/ 233010 w 298451"/>
              <a:gd name="connsiteY68" fmla="*/ 236337 h 298451"/>
              <a:gd name="connsiteX69" fmla="*/ 227141 w 298451"/>
              <a:gd name="connsiteY69" fmla="*/ 236337 h 298451"/>
              <a:gd name="connsiteX70" fmla="*/ 224087 w 298451"/>
              <a:gd name="connsiteY70" fmla="*/ 233283 h 298451"/>
              <a:gd name="connsiteX71" fmla="*/ 224087 w 298451"/>
              <a:gd name="connsiteY71" fmla="*/ 233144 h 298451"/>
              <a:gd name="connsiteX72" fmla="*/ 227141 w 298451"/>
              <a:gd name="connsiteY72" fmla="*/ 230089 h 298451"/>
              <a:gd name="connsiteX73" fmla="*/ 233010 w 298451"/>
              <a:gd name="connsiteY73" fmla="*/ 230089 h 298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298451" h="298451">
                <a:moveTo>
                  <a:pt x="183584" y="291510"/>
                </a:moveTo>
                <a:lnTo>
                  <a:pt x="42906" y="291510"/>
                </a:lnTo>
                <a:cubicBezTo>
                  <a:pt x="31528" y="291510"/>
                  <a:pt x="20613" y="287124"/>
                  <a:pt x="12567" y="279313"/>
                </a:cubicBezTo>
                <a:cubicBezTo>
                  <a:pt x="4520" y="271504"/>
                  <a:pt x="0" y="260911"/>
                  <a:pt x="0" y="249866"/>
                </a:cubicBezTo>
                <a:lnTo>
                  <a:pt x="0" y="41644"/>
                </a:lnTo>
                <a:cubicBezTo>
                  <a:pt x="0" y="18645"/>
                  <a:pt x="19210" y="0"/>
                  <a:pt x="42906" y="0"/>
                </a:cubicBezTo>
                <a:lnTo>
                  <a:pt x="193079" y="0"/>
                </a:lnTo>
                <a:cubicBezTo>
                  <a:pt x="204459" y="0"/>
                  <a:pt x="215372" y="4387"/>
                  <a:pt x="223417" y="12198"/>
                </a:cubicBezTo>
                <a:cubicBezTo>
                  <a:pt x="231465" y="20007"/>
                  <a:pt x="235985" y="30600"/>
                  <a:pt x="235985" y="41644"/>
                </a:cubicBezTo>
                <a:lnTo>
                  <a:pt x="235985" y="159636"/>
                </a:lnTo>
                <a:cubicBezTo>
                  <a:pt x="212276" y="159636"/>
                  <a:pt x="191091" y="170444"/>
                  <a:pt x="177088" y="187400"/>
                </a:cubicBezTo>
                <a:lnTo>
                  <a:pt x="53633" y="187400"/>
                </a:lnTo>
                <a:cubicBezTo>
                  <a:pt x="47708" y="187400"/>
                  <a:pt x="42906" y="192061"/>
                  <a:pt x="42906" y="197811"/>
                </a:cubicBezTo>
                <a:cubicBezTo>
                  <a:pt x="42906" y="203560"/>
                  <a:pt x="47708" y="208223"/>
                  <a:pt x="53633" y="208223"/>
                </a:cubicBezTo>
                <a:lnTo>
                  <a:pt x="164841" y="208223"/>
                </a:lnTo>
                <a:cubicBezTo>
                  <a:pt x="161481" y="216827"/>
                  <a:pt x="159636" y="226190"/>
                  <a:pt x="159636" y="235985"/>
                </a:cubicBezTo>
                <a:cubicBezTo>
                  <a:pt x="159636" y="257863"/>
                  <a:pt x="168838" y="277591"/>
                  <a:pt x="183584" y="291510"/>
                </a:cubicBezTo>
                <a:moveTo>
                  <a:pt x="182351" y="62466"/>
                </a:moveTo>
                <a:lnTo>
                  <a:pt x="117992" y="62466"/>
                </a:lnTo>
                <a:cubicBezTo>
                  <a:pt x="112069" y="62466"/>
                  <a:pt x="107265" y="67127"/>
                  <a:pt x="107265" y="72878"/>
                </a:cubicBezTo>
                <a:cubicBezTo>
                  <a:pt x="107265" y="78627"/>
                  <a:pt x="112069" y="83289"/>
                  <a:pt x="117992" y="83289"/>
                </a:cubicBezTo>
                <a:lnTo>
                  <a:pt x="182351" y="83289"/>
                </a:lnTo>
                <a:cubicBezTo>
                  <a:pt x="188276" y="83289"/>
                  <a:pt x="193079" y="78627"/>
                  <a:pt x="193079" y="72878"/>
                </a:cubicBezTo>
                <a:cubicBezTo>
                  <a:pt x="193079" y="67127"/>
                  <a:pt x="188276" y="62466"/>
                  <a:pt x="182351" y="62466"/>
                </a:cubicBezTo>
                <a:moveTo>
                  <a:pt x="182351" y="104111"/>
                </a:moveTo>
                <a:lnTo>
                  <a:pt x="53633" y="104111"/>
                </a:lnTo>
                <a:cubicBezTo>
                  <a:pt x="47708" y="104111"/>
                  <a:pt x="42906" y="108773"/>
                  <a:pt x="42906" y="114522"/>
                </a:cubicBezTo>
                <a:cubicBezTo>
                  <a:pt x="42906" y="120272"/>
                  <a:pt x="47708" y="124933"/>
                  <a:pt x="53633" y="124933"/>
                </a:cubicBezTo>
                <a:lnTo>
                  <a:pt x="182351" y="124933"/>
                </a:lnTo>
                <a:cubicBezTo>
                  <a:pt x="188276" y="124933"/>
                  <a:pt x="193079" y="120272"/>
                  <a:pt x="193079" y="114522"/>
                </a:cubicBezTo>
                <a:cubicBezTo>
                  <a:pt x="193079" y="108773"/>
                  <a:pt x="188276" y="104111"/>
                  <a:pt x="182351" y="104111"/>
                </a:cubicBezTo>
                <a:moveTo>
                  <a:pt x="182351" y="145756"/>
                </a:moveTo>
                <a:lnTo>
                  <a:pt x="53633" y="145756"/>
                </a:lnTo>
                <a:cubicBezTo>
                  <a:pt x="47708" y="145756"/>
                  <a:pt x="42906" y="150417"/>
                  <a:pt x="42906" y="156166"/>
                </a:cubicBezTo>
                <a:cubicBezTo>
                  <a:pt x="42906" y="161917"/>
                  <a:pt x="47708" y="166578"/>
                  <a:pt x="53633" y="166578"/>
                </a:cubicBezTo>
                <a:lnTo>
                  <a:pt x="182351" y="166578"/>
                </a:lnTo>
                <a:cubicBezTo>
                  <a:pt x="188276" y="166578"/>
                  <a:pt x="193079" y="161917"/>
                  <a:pt x="193079" y="156166"/>
                </a:cubicBezTo>
                <a:cubicBezTo>
                  <a:pt x="193079" y="150417"/>
                  <a:pt x="188276" y="145756"/>
                  <a:pt x="182351" y="145756"/>
                </a:cubicBezTo>
                <a:moveTo>
                  <a:pt x="235985" y="298451"/>
                </a:moveTo>
                <a:cubicBezTo>
                  <a:pt x="201485" y="298451"/>
                  <a:pt x="173518" y="270484"/>
                  <a:pt x="173518" y="235985"/>
                </a:cubicBezTo>
                <a:cubicBezTo>
                  <a:pt x="173518" y="201485"/>
                  <a:pt x="201485" y="173518"/>
                  <a:pt x="235985" y="173518"/>
                </a:cubicBezTo>
                <a:cubicBezTo>
                  <a:pt x="270484" y="173518"/>
                  <a:pt x="298451" y="201485"/>
                  <a:pt x="298451" y="235985"/>
                </a:cubicBezTo>
                <a:cubicBezTo>
                  <a:pt x="298451" y="270484"/>
                  <a:pt x="270484" y="298451"/>
                  <a:pt x="235985" y="298451"/>
                </a:cubicBezTo>
                <a:moveTo>
                  <a:pt x="221271" y="208222"/>
                </a:moveTo>
                <a:cubicBezTo>
                  <a:pt x="217897" y="208222"/>
                  <a:pt x="215162" y="210957"/>
                  <a:pt x="215162" y="214331"/>
                </a:cubicBezTo>
                <a:lnTo>
                  <a:pt x="215162" y="264411"/>
                </a:lnTo>
                <a:cubicBezTo>
                  <a:pt x="215162" y="265533"/>
                  <a:pt x="215471" y="266633"/>
                  <a:pt x="216056" y="267592"/>
                </a:cubicBezTo>
                <a:cubicBezTo>
                  <a:pt x="217813" y="270472"/>
                  <a:pt x="221572" y="271383"/>
                  <a:pt x="224453" y="269626"/>
                </a:cubicBezTo>
                <a:lnTo>
                  <a:pt x="235985" y="262594"/>
                </a:lnTo>
                <a:lnTo>
                  <a:pt x="247516" y="269626"/>
                </a:lnTo>
                <a:cubicBezTo>
                  <a:pt x="248474" y="270211"/>
                  <a:pt x="249575" y="270520"/>
                  <a:pt x="250698" y="270520"/>
                </a:cubicBezTo>
                <a:cubicBezTo>
                  <a:pt x="254072" y="270520"/>
                  <a:pt x="256807" y="267785"/>
                  <a:pt x="256807" y="264411"/>
                </a:cubicBezTo>
                <a:lnTo>
                  <a:pt x="256807" y="214331"/>
                </a:lnTo>
                <a:cubicBezTo>
                  <a:pt x="256807" y="210957"/>
                  <a:pt x="254072" y="208222"/>
                  <a:pt x="250698" y="208222"/>
                </a:cubicBezTo>
                <a:lnTo>
                  <a:pt x="221271" y="208222"/>
                </a:lnTo>
                <a:moveTo>
                  <a:pt x="233010" y="230089"/>
                </a:moveTo>
                <a:lnTo>
                  <a:pt x="233010" y="223693"/>
                </a:lnTo>
                <a:cubicBezTo>
                  <a:pt x="233010" y="222050"/>
                  <a:pt x="234342" y="220717"/>
                  <a:pt x="235985" y="220717"/>
                </a:cubicBezTo>
                <a:cubicBezTo>
                  <a:pt x="237628" y="220717"/>
                  <a:pt x="238959" y="222050"/>
                  <a:pt x="238959" y="223693"/>
                </a:cubicBezTo>
                <a:lnTo>
                  <a:pt x="238959" y="230089"/>
                </a:lnTo>
                <a:lnTo>
                  <a:pt x="244829" y="230089"/>
                </a:lnTo>
                <a:cubicBezTo>
                  <a:pt x="246516" y="230089"/>
                  <a:pt x="247883" y="231457"/>
                  <a:pt x="247883" y="233144"/>
                </a:cubicBezTo>
                <a:lnTo>
                  <a:pt x="247883" y="233283"/>
                </a:lnTo>
                <a:cubicBezTo>
                  <a:pt x="247883" y="234970"/>
                  <a:pt x="246516" y="236337"/>
                  <a:pt x="244829" y="236337"/>
                </a:cubicBezTo>
                <a:lnTo>
                  <a:pt x="238959" y="236337"/>
                </a:lnTo>
                <a:lnTo>
                  <a:pt x="238959" y="242735"/>
                </a:lnTo>
                <a:cubicBezTo>
                  <a:pt x="238959" y="244378"/>
                  <a:pt x="237628" y="245709"/>
                  <a:pt x="235985" y="245709"/>
                </a:cubicBezTo>
                <a:cubicBezTo>
                  <a:pt x="234342" y="245709"/>
                  <a:pt x="233010" y="244378"/>
                  <a:pt x="233010" y="242735"/>
                </a:cubicBezTo>
                <a:lnTo>
                  <a:pt x="233010" y="236337"/>
                </a:lnTo>
                <a:lnTo>
                  <a:pt x="227141" y="236337"/>
                </a:lnTo>
                <a:cubicBezTo>
                  <a:pt x="225454" y="236337"/>
                  <a:pt x="224087" y="234970"/>
                  <a:pt x="224087" y="233283"/>
                </a:cubicBezTo>
                <a:lnTo>
                  <a:pt x="224087" y="233144"/>
                </a:lnTo>
                <a:cubicBezTo>
                  <a:pt x="224087" y="231457"/>
                  <a:pt x="225454" y="230089"/>
                  <a:pt x="227141" y="230089"/>
                </a:cubicBezTo>
                <a:lnTo>
                  <a:pt x="233010" y="230089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1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DA7241C4-1328-45B9-C141-7466D1D25435}"/>
              </a:ext>
            </a:extLst>
          </p:cNvPr>
          <p:cNvSpPr txBox="1"/>
          <p:nvPr/>
        </p:nvSpPr>
        <p:spPr>
          <a:xfrm>
            <a:off x="3658641" y="3233503"/>
            <a:ext cx="2266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accent1"/>
                </a:solidFill>
              </a:rPr>
              <a:t>态势感知监控中心</a:t>
            </a: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56CFDE82-17E0-757C-FF36-D8ADF5708728}"/>
              </a:ext>
            </a:extLst>
          </p:cNvPr>
          <p:cNvSpPr/>
          <p:nvPr/>
        </p:nvSpPr>
        <p:spPr>
          <a:xfrm>
            <a:off x="2961950" y="3913745"/>
            <a:ext cx="8744278" cy="2497487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矩形: 圆角 17">
            <a:extLst>
              <a:ext uri="{FF2B5EF4-FFF2-40B4-BE49-F238E27FC236}">
                <a16:creationId xmlns:a16="http://schemas.microsoft.com/office/drawing/2014/main" id="{AC8CDBCE-CE12-6E6C-CC59-D236BB96EAFD}"/>
              </a:ext>
            </a:extLst>
          </p:cNvPr>
          <p:cNvSpPr/>
          <p:nvPr/>
        </p:nvSpPr>
        <p:spPr>
          <a:xfrm>
            <a:off x="3559546" y="4124536"/>
            <a:ext cx="1276350" cy="29845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漏洞修复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AB63999E-28CB-2FFA-E998-DD811D64084F}"/>
              </a:ext>
            </a:extLst>
          </p:cNvPr>
          <p:cNvSpPr txBox="1"/>
          <p:nvPr/>
        </p:nvSpPr>
        <p:spPr>
          <a:xfrm>
            <a:off x="3246120" y="4672782"/>
            <a:ext cx="498436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+mn-ea"/>
              </a:rPr>
              <a:t>接入自研「金银湖大模型」，参与设计漏洞辅助修复 Agent 任务流程；提出可折叠面板组件化方案，复用 3+ 页面，实现结构化修复建议的高效渲染。</a:t>
            </a:r>
            <a:endParaRPr lang="en-US" altLang="zh-CN" sz="1400" dirty="0">
              <a:latin typeface="+mn-ea"/>
            </a:endParaRPr>
          </a:p>
        </p:txBody>
      </p:sp>
      <p:sp>
        <p:nvSpPr>
          <p:cNvPr id="139" name="图形 19" descr="订阅内容">
            <a:extLst>
              <a:ext uri="{FF2B5EF4-FFF2-40B4-BE49-F238E27FC236}">
                <a16:creationId xmlns:a16="http://schemas.microsoft.com/office/drawing/2014/main" id="{BAF6AADD-5E3E-B1AB-A9F9-5EB5A9E070DD}"/>
              </a:ext>
            </a:extLst>
          </p:cNvPr>
          <p:cNvSpPr/>
          <p:nvPr/>
        </p:nvSpPr>
        <p:spPr>
          <a:xfrm>
            <a:off x="3200770" y="4124536"/>
            <a:ext cx="298451" cy="298451"/>
          </a:xfrm>
          <a:custGeom>
            <a:avLst/>
            <a:gdLst>
              <a:gd name="connsiteX0" fmla="*/ 183584 w 298451"/>
              <a:gd name="connsiteY0" fmla="*/ 291510 h 298451"/>
              <a:gd name="connsiteX1" fmla="*/ 42906 w 298451"/>
              <a:gd name="connsiteY1" fmla="*/ 291510 h 298451"/>
              <a:gd name="connsiteX2" fmla="*/ 12567 w 298451"/>
              <a:gd name="connsiteY2" fmla="*/ 279313 h 298451"/>
              <a:gd name="connsiteX3" fmla="*/ 0 w 298451"/>
              <a:gd name="connsiteY3" fmla="*/ 249866 h 298451"/>
              <a:gd name="connsiteX4" fmla="*/ 0 w 298451"/>
              <a:gd name="connsiteY4" fmla="*/ 41644 h 298451"/>
              <a:gd name="connsiteX5" fmla="*/ 42906 w 298451"/>
              <a:gd name="connsiteY5" fmla="*/ 0 h 298451"/>
              <a:gd name="connsiteX6" fmla="*/ 193079 w 298451"/>
              <a:gd name="connsiteY6" fmla="*/ 0 h 298451"/>
              <a:gd name="connsiteX7" fmla="*/ 223417 w 298451"/>
              <a:gd name="connsiteY7" fmla="*/ 12198 h 298451"/>
              <a:gd name="connsiteX8" fmla="*/ 235985 w 298451"/>
              <a:gd name="connsiteY8" fmla="*/ 41644 h 298451"/>
              <a:gd name="connsiteX9" fmla="*/ 235985 w 298451"/>
              <a:gd name="connsiteY9" fmla="*/ 159636 h 298451"/>
              <a:gd name="connsiteX10" fmla="*/ 177088 w 298451"/>
              <a:gd name="connsiteY10" fmla="*/ 187400 h 298451"/>
              <a:gd name="connsiteX11" fmla="*/ 53633 w 298451"/>
              <a:gd name="connsiteY11" fmla="*/ 187400 h 298451"/>
              <a:gd name="connsiteX12" fmla="*/ 42906 w 298451"/>
              <a:gd name="connsiteY12" fmla="*/ 197811 h 298451"/>
              <a:gd name="connsiteX13" fmla="*/ 53633 w 298451"/>
              <a:gd name="connsiteY13" fmla="*/ 208223 h 298451"/>
              <a:gd name="connsiteX14" fmla="*/ 164841 w 298451"/>
              <a:gd name="connsiteY14" fmla="*/ 208223 h 298451"/>
              <a:gd name="connsiteX15" fmla="*/ 159636 w 298451"/>
              <a:gd name="connsiteY15" fmla="*/ 235985 h 298451"/>
              <a:gd name="connsiteX16" fmla="*/ 183584 w 298451"/>
              <a:gd name="connsiteY16" fmla="*/ 291510 h 298451"/>
              <a:gd name="connsiteX17" fmla="*/ 182351 w 298451"/>
              <a:gd name="connsiteY17" fmla="*/ 62466 h 298451"/>
              <a:gd name="connsiteX18" fmla="*/ 117992 w 298451"/>
              <a:gd name="connsiteY18" fmla="*/ 62466 h 298451"/>
              <a:gd name="connsiteX19" fmla="*/ 107265 w 298451"/>
              <a:gd name="connsiteY19" fmla="*/ 72878 h 298451"/>
              <a:gd name="connsiteX20" fmla="*/ 117992 w 298451"/>
              <a:gd name="connsiteY20" fmla="*/ 83289 h 298451"/>
              <a:gd name="connsiteX21" fmla="*/ 182351 w 298451"/>
              <a:gd name="connsiteY21" fmla="*/ 83289 h 298451"/>
              <a:gd name="connsiteX22" fmla="*/ 193079 w 298451"/>
              <a:gd name="connsiteY22" fmla="*/ 72878 h 298451"/>
              <a:gd name="connsiteX23" fmla="*/ 182351 w 298451"/>
              <a:gd name="connsiteY23" fmla="*/ 62466 h 298451"/>
              <a:gd name="connsiteX24" fmla="*/ 182351 w 298451"/>
              <a:gd name="connsiteY24" fmla="*/ 104111 h 298451"/>
              <a:gd name="connsiteX25" fmla="*/ 53633 w 298451"/>
              <a:gd name="connsiteY25" fmla="*/ 104111 h 298451"/>
              <a:gd name="connsiteX26" fmla="*/ 42906 w 298451"/>
              <a:gd name="connsiteY26" fmla="*/ 114522 h 298451"/>
              <a:gd name="connsiteX27" fmla="*/ 53633 w 298451"/>
              <a:gd name="connsiteY27" fmla="*/ 124933 h 298451"/>
              <a:gd name="connsiteX28" fmla="*/ 182351 w 298451"/>
              <a:gd name="connsiteY28" fmla="*/ 124933 h 298451"/>
              <a:gd name="connsiteX29" fmla="*/ 193079 w 298451"/>
              <a:gd name="connsiteY29" fmla="*/ 114522 h 298451"/>
              <a:gd name="connsiteX30" fmla="*/ 182351 w 298451"/>
              <a:gd name="connsiteY30" fmla="*/ 104111 h 298451"/>
              <a:gd name="connsiteX31" fmla="*/ 182351 w 298451"/>
              <a:gd name="connsiteY31" fmla="*/ 145756 h 298451"/>
              <a:gd name="connsiteX32" fmla="*/ 53633 w 298451"/>
              <a:gd name="connsiteY32" fmla="*/ 145756 h 298451"/>
              <a:gd name="connsiteX33" fmla="*/ 42906 w 298451"/>
              <a:gd name="connsiteY33" fmla="*/ 156166 h 298451"/>
              <a:gd name="connsiteX34" fmla="*/ 53633 w 298451"/>
              <a:gd name="connsiteY34" fmla="*/ 166578 h 298451"/>
              <a:gd name="connsiteX35" fmla="*/ 182351 w 298451"/>
              <a:gd name="connsiteY35" fmla="*/ 166578 h 298451"/>
              <a:gd name="connsiteX36" fmla="*/ 193079 w 298451"/>
              <a:gd name="connsiteY36" fmla="*/ 156166 h 298451"/>
              <a:gd name="connsiteX37" fmla="*/ 182351 w 298451"/>
              <a:gd name="connsiteY37" fmla="*/ 145756 h 298451"/>
              <a:gd name="connsiteX38" fmla="*/ 235985 w 298451"/>
              <a:gd name="connsiteY38" fmla="*/ 298451 h 298451"/>
              <a:gd name="connsiteX39" fmla="*/ 173518 w 298451"/>
              <a:gd name="connsiteY39" fmla="*/ 235985 h 298451"/>
              <a:gd name="connsiteX40" fmla="*/ 235985 w 298451"/>
              <a:gd name="connsiteY40" fmla="*/ 173518 h 298451"/>
              <a:gd name="connsiteX41" fmla="*/ 298451 w 298451"/>
              <a:gd name="connsiteY41" fmla="*/ 235985 h 298451"/>
              <a:gd name="connsiteX42" fmla="*/ 235985 w 298451"/>
              <a:gd name="connsiteY42" fmla="*/ 298451 h 298451"/>
              <a:gd name="connsiteX43" fmla="*/ 221271 w 298451"/>
              <a:gd name="connsiteY43" fmla="*/ 208222 h 298451"/>
              <a:gd name="connsiteX44" fmla="*/ 215162 w 298451"/>
              <a:gd name="connsiteY44" fmla="*/ 214331 h 298451"/>
              <a:gd name="connsiteX45" fmla="*/ 215162 w 298451"/>
              <a:gd name="connsiteY45" fmla="*/ 264411 h 298451"/>
              <a:gd name="connsiteX46" fmla="*/ 216056 w 298451"/>
              <a:gd name="connsiteY46" fmla="*/ 267592 h 298451"/>
              <a:gd name="connsiteX47" fmla="*/ 224453 w 298451"/>
              <a:gd name="connsiteY47" fmla="*/ 269626 h 298451"/>
              <a:gd name="connsiteX48" fmla="*/ 235985 w 298451"/>
              <a:gd name="connsiteY48" fmla="*/ 262594 h 298451"/>
              <a:gd name="connsiteX49" fmla="*/ 247516 w 298451"/>
              <a:gd name="connsiteY49" fmla="*/ 269626 h 298451"/>
              <a:gd name="connsiteX50" fmla="*/ 250698 w 298451"/>
              <a:gd name="connsiteY50" fmla="*/ 270520 h 298451"/>
              <a:gd name="connsiteX51" fmla="*/ 256807 w 298451"/>
              <a:gd name="connsiteY51" fmla="*/ 264411 h 298451"/>
              <a:gd name="connsiteX52" fmla="*/ 256807 w 298451"/>
              <a:gd name="connsiteY52" fmla="*/ 214331 h 298451"/>
              <a:gd name="connsiteX53" fmla="*/ 250698 w 298451"/>
              <a:gd name="connsiteY53" fmla="*/ 208222 h 298451"/>
              <a:gd name="connsiteX54" fmla="*/ 221271 w 298451"/>
              <a:gd name="connsiteY54" fmla="*/ 208222 h 298451"/>
              <a:gd name="connsiteX55" fmla="*/ 233010 w 298451"/>
              <a:gd name="connsiteY55" fmla="*/ 230089 h 298451"/>
              <a:gd name="connsiteX56" fmla="*/ 233010 w 298451"/>
              <a:gd name="connsiteY56" fmla="*/ 223693 h 298451"/>
              <a:gd name="connsiteX57" fmla="*/ 235985 w 298451"/>
              <a:gd name="connsiteY57" fmla="*/ 220717 h 298451"/>
              <a:gd name="connsiteX58" fmla="*/ 238959 w 298451"/>
              <a:gd name="connsiteY58" fmla="*/ 223693 h 298451"/>
              <a:gd name="connsiteX59" fmla="*/ 238959 w 298451"/>
              <a:gd name="connsiteY59" fmla="*/ 230089 h 298451"/>
              <a:gd name="connsiteX60" fmla="*/ 244829 w 298451"/>
              <a:gd name="connsiteY60" fmla="*/ 230089 h 298451"/>
              <a:gd name="connsiteX61" fmla="*/ 247883 w 298451"/>
              <a:gd name="connsiteY61" fmla="*/ 233144 h 298451"/>
              <a:gd name="connsiteX62" fmla="*/ 247883 w 298451"/>
              <a:gd name="connsiteY62" fmla="*/ 233283 h 298451"/>
              <a:gd name="connsiteX63" fmla="*/ 244829 w 298451"/>
              <a:gd name="connsiteY63" fmla="*/ 236337 h 298451"/>
              <a:gd name="connsiteX64" fmla="*/ 238959 w 298451"/>
              <a:gd name="connsiteY64" fmla="*/ 236337 h 298451"/>
              <a:gd name="connsiteX65" fmla="*/ 238959 w 298451"/>
              <a:gd name="connsiteY65" fmla="*/ 242735 h 298451"/>
              <a:gd name="connsiteX66" fmla="*/ 235985 w 298451"/>
              <a:gd name="connsiteY66" fmla="*/ 245709 h 298451"/>
              <a:gd name="connsiteX67" fmla="*/ 233010 w 298451"/>
              <a:gd name="connsiteY67" fmla="*/ 242735 h 298451"/>
              <a:gd name="connsiteX68" fmla="*/ 233010 w 298451"/>
              <a:gd name="connsiteY68" fmla="*/ 236337 h 298451"/>
              <a:gd name="connsiteX69" fmla="*/ 227141 w 298451"/>
              <a:gd name="connsiteY69" fmla="*/ 236337 h 298451"/>
              <a:gd name="connsiteX70" fmla="*/ 224087 w 298451"/>
              <a:gd name="connsiteY70" fmla="*/ 233283 h 298451"/>
              <a:gd name="connsiteX71" fmla="*/ 224087 w 298451"/>
              <a:gd name="connsiteY71" fmla="*/ 233144 h 298451"/>
              <a:gd name="connsiteX72" fmla="*/ 227141 w 298451"/>
              <a:gd name="connsiteY72" fmla="*/ 230089 h 298451"/>
              <a:gd name="connsiteX73" fmla="*/ 233010 w 298451"/>
              <a:gd name="connsiteY73" fmla="*/ 230089 h 2984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</a:cxnLst>
            <a:rect l="l" t="t" r="r" b="b"/>
            <a:pathLst>
              <a:path w="298451" h="298451">
                <a:moveTo>
                  <a:pt x="183584" y="291510"/>
                </a:moveTo>
                <a:lnTo>
                  <a:pt x="42906" y="291510"/>
                </a:lnTo>
                <a:cubicBezTo>
                  <a:pt x="31528" y="291510"/>
                  <a:pt x="20613" y="287124"/>
                  <a:pt x="12567" y="279313"/>
                </a:cubicBezTo>
                <a:cubicBezTo>
                  <a:pt x="4520" y="271504"/>
                  <a:pt x="0" y="260911"/>
                  <a:pt x="0" y="249866"/>
                </a:cubicBezTo>
                <a:lnTo>
                  <a:pt x="0" y="41644"/>
                </a:lnTo>
                <a:cubicBezTo>
                  <a:pt x="0" y="18645"/>
                  <a:pt x="19210" y="0"/>
                  <a:pt x="42906" y="0"/>
                </a:cubicBezTo>
                <a:lnTo>
                  <a:pt x="193079" y="0"/>
                </a:lnTo>
                <a:cubicBezTo>
                  <a:pt x="204459" y="0"/>
                  <a:pt x="215372" y="4387"/>
                  <a:pt x="223417" y="12198"/>
                </a:cubicBezTo>
                <a:cubicBezTo>
                  <a:pt x="231465" y="20007"/>
                  <a:pt x="235985" y="30600"/>
                  <a:pt x="235985" y="41644"/>
                </a:cubicBezTo>
                <a:lnTo>
                  <a:pt x="235985" y="159636"/>
                </a:lnTo>
                <a:cubicBezTo>
                  <a:pt x="212276" y="159636"/>
                  <a:pt x="191091" y="170444"/>
                  <a:pt x="177088" y="187400"/>
                </a:cubicBezTo>
                <a:lnTo>
                  <a:pt x="53633" y="187400"/>
                </a:lnTo>
                <a:cubicBezTo>
                  <a:pt x="47708" y="187400"/>
                  <a:pt x="42906" y="192061"/>
                  <a:pt x="42906" y="197811"/>
                </a:cubicBezTo>
                <a:cubicBezTo>
                  <a:pt x="42906" y="203560"/>
                  <a:pt x="47708" y="208223"/>
                  <a:pt x="53633" y="208223"/>
                </a:cubicBezTo>
                <a:lnTo>
                  <a:pt x="164841" y="208223"/>
                </a:lnTo>
                <a:cubicBezTo>
                  <a:pt x="161481" y="216827"/>
                  <a:pt x="159636" y="226190"/>
                  <a:pt x="159636" y="235985"/>
                </a:cubicBezTo>
                <a:cubicBezTo>
                  <a:pt x="159636" y="257863"/>
                  <a:pt x="168838" y="277591"/>
                  <a:pt x="183584" y="291510"/>
                </a:cubicBezTo>
                <a:moveTo>
                  <a:pt x="182351" y="62466"/>
                </a:moveTo>
                <a:lnTo>
                  <a:pt x="117992" y="62466"/>
                </a:lnTo>
                <a:cubicBezTo>
                  <a:pt x="112069" y="62466"/>
                  <a:pt x="107265" y="67127"/>
                  <a:pt x="107265" y="72878"/>
                </a:cubicBezTo>
                <a:cubicBezTo>
                  <a:pt x="107265" y="78627"/>
                  <a:pt x="112069" y="83289"/>
                  <a:pt x="117992" y="83289"/>
                </a:cubicBezTo>
                <a:lnTo>
                  <a:pt x="182351" y="83289"/>
                </a:lnTo>
                <a:cubicBezTo>
                  <a:pt x="188276" y="83289"/>
                  <a:pt x="193079" y="78627"/>
                  <a:pt x="193079" y="72878"/>
                </a:cubicBezTo>
                <a:cubicBezTo>
                  <a:pt x="193079" y="67127"/>
                  <a:pt x="188276" y="62466"/>
                  <a:pt x="182351" y="62466"/>
                </a:cubicBezTo>
                <a:moveTo>
                  <a:pt x="182351" y="104111"/>
                </a:moveTo>
                <a:lnTo>
                  <a:pt x="53633" y="104111"/>
                </a:lnTo>
                <a:cubicBezTo>
                  <a:pt x="47708" y="104111"/>
                  <a:pt x="42906" y="108773"/>
                  <a:pt x="42906" y="114522"/>
                </a:cubicBezTo>
                <a:cubicBezTo>
                  <a:pt x="42906" y="120272"/>
                  <a:pt x="47708" y="124933"/>
                  <a:pt x="53633" y="124933"/>
                </a:cubicBezTo>
                <a:lnTo>
                  <a:pt x="182351" y="124933"/>
                </a:lnTo>
                <a:cubicBezTo>
                  <a:pt x="188276" y="124933"/>
                  <a:pt x="193079" y="120272"/>
                  <a:pt x="193079" y="114522"/>
                </a:cubicBezTo>
                <a:cubicBezTo>
                  <a:pt x="193079" y="108773"/>
                  <a:pt x="188276" y="104111"/>
                  <a:pt x="182351" y="104111"/>
                </a:cubicBezTo>
                <a:moveTo>
                  <a:pt x="182351" y="145756"/>
                </a:moveTo>
                <a:lnTo>
                  <a:pt x="53633" y="145756"/>
                </a:lnTo>
                <a:cubicBezTo>
                  <a:pt x="47708" y="145756"/>
                  <a:pt x="42906" y="150417"/>
                  <a:pt x="42906" y="156166"/>
                </a:cubicBezTo>
                <a:cubicBezTo>
                  <a:pt x="42906" y="161917"/>
                  <a:pt x="47708" y="166578"/>
                  <a:pt x="53633" y="166578"/>
                </a:cubicBezTo>
                <a:lnTo>
                  <a:pt x="182351" y="166578"/>
                </a:lnTo>
                <a:cubicBezTo>
                  <a:pt x="188276" y="166578"/>
                  <a:pt x="193079" y="161917"/>
                  <a:pt x="193079" y="156166"/>
                </a:cubicBezTo>
                <a:cubicBezTo>
                  <a:pt x="193079" y="150417"/>
                  <a:pt x="188276" y="145756"/>
                  <a:pt x="182351" y="145756"/>
                </a:cubicBezTo>
                <a:moveTo>
                  <a:pt x="235985" y="298451"/>
                </a:moveTo>
                <a:cubicBezTo>
                  <a:pt x="201485" y="298451"/>
                  <a:pt x="173518" y="270484"/>
                  <a:pt x="173518" y="235985"/>
                </a:cubicBezTo>
                <a:cubicBezTo>
                  <a:pt x="173518" y="201485"/>
                  <a:pt x="201485" y="173518"/>
                  <a:pt x="235985" y="173518"/>
                </a:cubicBezTo>
                <a:cubicBezTo>
                  <a:pt x="270484" y="173518"/>
                  <a:pt x="298451" y="201485"/>
                  <a:pt x="298451" y="235985"/>
                </a:cubicBezTo>
                <a:cubicBezTo>
                  <a:pt x="298451" y="270484"/>
                  <a:pt x="270484" y="298451"/>
                  <a:pt x="235985" y="298451"/>
                </a:cubicBezTo>
                <a:moveTo>
                  <a:pt x="221271" y="208222"/>
                </a:moveTo>
                <a:cubicBezTo>
                  <a:pt x="217897" y="208222"/>
                  <a:pt x="215162" y="210957"/>
                  <a:pt x="215162" y="214331"/>
                </a:cubicBezTo>
                <a:lnTo>
                  <a:pt x="215162" y="264411"/>
                </a:lnTo>
                <a:cubicBezTo>
                  <a:pt x="215162" y="265533"/>
                  <a:pt x="215471" y="266633"/>
                  <a:pt x="216056" y="267592"/>
                </a:cubicBezTo>
                <a:cubicBezTo>
                  <a:pt x="217813" y="270472"/>
                  <a:pt x="221572" y="271383"/>
                  <a:pt x="224453" y="269626"/>
                </a:cubicBezTo>
                <a:lnTo>
                  <a:pt x="235985" y="262594"/>
                </a:lnTo>
                <a:lnTo>
                  <a:pt x="247516" y="269626"/>
                </a:lnTo>
                <a:cubicBezTo>
                  <a:pt x="248474" y="270211"/>
                  <a:pt x="249575" y="270520"/>
                  <a:pt x="250698" y="270520"/>
                </a:cubicBezTo>
                <a:cubicBezTo>
                  <a:pt x="254072" y="270520"/>
                  <a:pt x="256807" y="267785"/>
                  <a:pt x="256807" y="264411"/>
                </a:cubicBezTo>
                <a:lnTo>
                  <a:pt x="256807" y="214331"/>
                </a:lnTo>
                <a:cubicBezTo>
                  <a:pt x="256807" y="210957"/>
                  <a:pt x="254072" y="208222"/>
                  <a:pt x="250698" y="208222"/>
                </a:cubicBezTo>
                <a:lnTo>
                  <a:pt x="221271" y="208222"/>
                </a:lnTo>
                <a:moveTo>
                  <a:pt x="233010" y="230089"/>
                </a:moveTo>
                <a:lnTo>
                  <a:pt x="233010" y="223693"/>
                </a:lnTo>
                <a:cubicBezTo>
                  <a:pt x="233010" y="222050"/>
                  <a:pt x="234342" y="220717"/>
                  <a:pt x="235985" y="220717"/>
                </a:cubicBezTo>
                <a:cubicBezTo>
                  <a:pt x="237628" y="220717"/>
                  <a:pt x="238959" y="222050"/>
                  <a:pt x="238959" y="223693"/>
                </a:cubicBezTo>
                <a:lnTo>
                  <a:pt x="238959" y="230089"/>
                </a:lnTo>
                <a:lnTo>
                  <a:pt x="244829" y="230089"/>
                </a:lnTo>
                <a:cubicBezTo>
                  <a:pt x="246516" y="230089"/>
                  <a:pt x="247883" y="231457"/>
                  <a:pt x="247883" y="233144"/>
                </a:cubicBezTo>
                <a:lnTo>
                  <a:pt x="247883" y="233283"/>
                </a:lnTo>
                <a:cubicBezTo>
                  <a:pt x="247883" y="234970"/>
                  <a:pt x="246516" y="236337"/>
                  <a:pt x="244829" y="236337"/>
                </a:cubicBezTo>
                <a:lnTo>
                  <a:pt x="238959" y="236337"/>
                </a:lnTo>
                <a:lnTo>
                  <a:pt x="238959" y="242735"/>
                </a:lnTo>
                <a:cubicBezTo>
                  <a:pt x="238959" y="244378"/>
                  <a:pt x="237628" y="245709"/>
                  <a:pt x="235985" y="245709"/>
                </a:cubicBezTo>
                <a:cubicBezTo>
                  <a:pt x="234342" y="245709"/>
                  <a:pt x="233010" y="244378"/>
                  <a:pt x="233010" y="242735"/>
                </a:cubicBezTo>
                <a:lnTo>
                  <a:pt x="233010" y="236337"/>
                </a:lnTo>
                <a:lnTo>
                  <a:pt x="227141" y="236337"/>
                </a:lnTo>
                <a:cubicBezTo>
                  <a:pt x="225454" y="236337"/>
                  <a:pt x="224087" y="234970"/>
                  <a:pt x="224087" y="233283"/>
                </a:cubicBezTo>
                <a:lnTo>
                  <a:pt x="224087" y="233144"/>
                </a:lnTo>
                <a:cubicBezTo>
                  <a:pt x="224087" y="231457"/>
                  <a:pt x="225454" y="230089"/>
                  <a:pt x="227141" y="230089"/>
                </a:cubicBezTo>
                <a:lnTo>
                  <a:pt x="233010" y="230089"/>
                </a:lnTo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15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808216DF-B029-01C1-BBF7-733C398E10C9}"/>
              </a:ext>
            </a:extLst>
          </p:cNvPr>
          <p:cNvSpPr txBox="1"/>
          <p:nvPr/>
        </p:nvSpPr>
        <p:spPr>
          <a:xfrm>
            <a:off x="8817712" y="5990804"/>
            <a:ext cx="22666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000" b="1" dirty="0">
                <a:solidFill>
                  <a:schemeClr val="accent1"/>
                </a:solidFill>
              </a:rPr>
              <a:t>TcodeAI 修复模块</a:t>
            </a:r>
          </a:p>
        </p:txBody>
      </p:sp>
      <p:pic>
        <p:nvPicPr>
          <p:cNvPr id="141" name="图片 140">
            <a:extLst>
              <a:ext uri="{FF2B5EF4-FFF2-40B4-BE49-F238E27FC236}">
                <a16:creationId xmlns:a16="http://schemas.microsoft.com/office/drawing/2014/main" id="{F3026B02-5D55-8D05-38D6-57AF3928961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87775" y="4079448"/>
            <a:ext cx="3161161" cy="1831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78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E6026-D33A-3D86-4946-9063A2ED6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DEEBEDCF-5C0B-0783-8A08-733318113E41}"/>
              </a:ext>
            </a:extLst>
          </p:cNvPr>
          <p:cNvSpPr txBox="1"/>
          <p:nvPr/>
        </p:nvSpPr>
        <p:spPr>
          <a:xfrm>
            <a:off x="5590154" y="1683692"/>
            <a:ext cx="49472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200" b="1" dirty="0">
                <a:solidFill>
                  <a:schemeClr val="accent1"/>
                </a:solidFill>
                <a:latin typeface="+mn-ea"/>
              </a:rPr>
              <a:t>实践经历</a:t>
            </a:r>
            <a:endParaRPr kumimoji="1" lang="en-US" altLang="zh-CN" sz="7200" b="1" dirty="0">
              <a:solidFill>
                <a:schemeClr val="accent1"/>
              </a:solidFill>
              <a:latin typeface="+mn-ea"/>
            </a:endParaRPr>
          </a:p>
          <a:p>
            <a:r>
              <a:rPr kumimoji="1" lang="en" altLang="zh-CN" sz="3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Practical Experience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BC658243-4FAA-F38E-12A6-8DDF437A7388}"/>
              </a:ext>
            </a:extLst>
          </p:cNvPr>
          <p:cNvGrpSpPr/>
          <p:nvPr/>
        </p:nvGrpSpPr>
        <p:grpSpPr>
          <a:xfrm flipH="1" flipV="1">
            <a:off x="11589615" y="6303377"/>
            <a:ext cx="451913" cy="440249"/>
            <a:chOff x="150471" y="92597"/>
            <a:chExt cx="451913" cy="440249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366D0248-3984-7377-6282-F14E9187B432}"/>
                </a:ext>
              </a:extLst>
            </p:cNvPr>
            <p:cNvSpPr/>
            <p:nvPr/>
          </p:nvSpPr>
          <p:spPr>
            <a:xfrm>
              <a:off x="150471" y="92597"/>
              <a:ext cx="127321" cy="1273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AE9DFC63-ED79-663F-13F0-D60D607084F8}"/>
                </a:ext>
              </a:extLst>
            </p:cNvPr>
            <p:cNvSpPr/>
            <p:nvPr/>
          </p:nvSpPr>
          <p:spPr>
            <a:xfrm>
              <a:off x="312767" y="92597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EF35BA38-0AE9-3775-0C55-546BA93B20D6}"/>
                </a:ext>
              </a:extLst>
            </p:cNvPr>
            <p:cNvSpPr/>
            <p:nvPr/>
          </p:nvSpPr>
          <p:spPr>
            <a:xfrm>
              <a:off x="475063" y="92597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F6AE6C03-B36B-3546-0AB7-FA3404BCDC3A}"/>
                </a:ext>
              </a:extLst>
            </p:cNvPr>
            <p:cNvSpPr/>
            <p:nvPr/>
          </p:nvSpPr>
          <p:spPr>
            <a:xfrm>
              <a:off x="150471" y="249061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882DF6C4-3CEA-7131-D903-50F9F9F6435C}"/>
                </a:ext>
              </a:extLst>
            </p:cNvPr>
            <p:cNvSpPr/>
            <p:nvPr/>
          </p:nvSpPr>
          <p:spPr>
            <a:xfrm>
              <a:off x="312767" y="249061"/>
              <a:ext cx="127321" cy="127321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858236B0-13F5-6F85-6682-DCB96435DE9F}"/>
                </a:ext>
              </a:extLst>
            </p:cNvPr>
            <p:cNvSpPr/>
            <p:nvPr/>
          </p:nvSpPr>
          <p:spPr>
            <a:xfrm>
              <a:off x="475063" y="249061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9C24E16E-2890-9341-569C-21467E8F0FD0}"/>
                </a:ext>
              </a:extLst>
            </p:cNvPr>
            <p:cNvSpPr/>
            <p:nvPr/>
          </p:nvSpPr>
          <p:spPr>
            <a:xfrm>
              <a:off x="150471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244896F9-883D-E013-3A62-9F94AFF66B0D}"/>
                </a:ext>
              </a:extLst>
            </p:cNvPr>
            <p:cNvSpPr/>
            <p:nvPr/>
          </p:nvSpPr>
          <p:spPr>
            <a:xfrm>
              <a:off x="312767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017BD94F-9F27-E9E7-92BF-2EB733B891D9}"/>
                </a:ext>
              </a:extLst>
            </p:cNvPr>
            <p:cNvSpPr/>
            <p:nvPr/>
          </p:nvSpPr>
          <p:spPr>
            <a:xfrm>
              <a:off x="475063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4" name="任意形状 23">
            <a:extLst>
              <a:ext uri="{FF2B5EF4-FFF2-40B4-BE49-F238E27FC236}">
                <a16:creationId xmlns:a16="http://schemas.microsoft.com/office/drawing/2014/main" id="{994CE5D7-DB31-2260-1CDE-3FA9C128F312}"/>
              </a:ext>
            </a:extLst>
          </p:cNvPr>
          <p:cNvSpPr/>
          <p:nvPr/>
        </p:nvSpPr>
        <p:spPr>
          <a:xfrm>
            <a:off x="834154" y="9018"/>
            <a:ext cx="3955739" cy="6858000"/>
          </a:xfrm>
          <a:custGeom>
            <a:avLst/>
            <a:gdLst>
              <a:gd name="connsiteX0" fmla="*/ 0 w 3955739"/>
              <a:gd name="connsiteY0" fmla="*/ 0 h 6858000"/>
              <a:gd name="connsiteX1" fmla="*/ 2137745 w 3955739"/>
              <a:gd name="connsiteY1" fmla="*/ 0 h 6858000"/>
              <a:gd name="connsiteX2" fmla="*/ 2291807 w 3955739"/>
              <a:gd name="connsiteY2" fmla="*/ 109556 h 6858000"/>
              <a:gd name="connsiteX3" fmla="*/ 3955739 w 3955739"/>
              <a:gd name="connsiteY3" fmla="*/ 3429000 h 6858000"/>
              <a:gd name="connsiteX4" fmla="*/ 2291807 w 3955739"/>
              <a:gd name="connsiteY4" fmla="*/ 6748444 h 6858000"/>
              <a:gd name="connsiteX5" fmla="*/ 2137745 w 3955739"/>
              <a:gd name="connsiteY5" fmla="*/ 6858000 h 6858000"/>
              <a:gd name="connsiteX6" fmla="*/ 0 w 3955739"/>
              <a:gd name="connsiteY6" fmla="*/ 6858000 h 6858000"/>
              <a:gd name="connsiteX7" fmla="*/ 0 w 395573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5739" h="6858000">
                <a:moveTo>
                  <a:pt x="0" y="0"/>
                </a:moveTo>
                <a:lnTo>
                  <a:pt x="2137745" y="0"/>
                </a:lnTo>
                <a:lnTo>
                  <a:pt x="2291807" y="109556"/>
                </a:lnTo>
                <a:cubicBezTo>
                  <a:pt x="3301916" y="864971"/>
                  <a:pt x="3955739" y="2070631"/>
                  <a:pt x="3955739" y="3429000"/>
                </a:cubicBezTo>
                <a:cubicBezTo>
                  <a:pt x="3955739" y="4787369"/>
                  <a:pt x="3301916" y="5993029"/>
                  <a:pt x="2291807" y="6748444"/>
                </a:cubicBezTo>
                <a:lnTo>
                  <a:pt x="213774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50000">
                <a:schemeClr val="accent1">
                  <a:lumMod val="20000"/>
                  <a:lumOff val="80000"/>
                  <a:alpha val="2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5" name="任意形状 14">
            <a:extLst>
              <a:ext uri="{FF2B5EF4-FFF2-40B4-BE49-F238E27FC236}">
                <a16:creationId xmlns:a16="http://schemas.microsoft.com/office/drawing/2014/main" id="{4A7B1622-E238-AD7D-42D9-6EFBA6EA09B5}"/>
              </a:ext>
            </a:extLst>
          </p:cNvPr>
          <p:cNvSpPr/>
          <p:nvPr/>
        </p:nvSpPr>
        <p:spPr>
          <a:xfrm>
            <a:off x="12922" y="0"/>
            <a:ext cx="3955739" cy="6858000"/>
          </a:xfrm>
          <a:custGeom>
            <a:avLst/>
            <a:gdLst>
              <a:gd name="connsiteX0" fmla="*/ 0 w 3955739"/>
              <a:gd name="connsiteY0" fmla="*/ 0 h 6858000"/>
              <a:gd name="connsiteX1" fmla="*/ 2137745 w 3955739"/>
              <a:gd name="connsiteY1" fmla="*/ 0 h 6858000"/>
              <a:gd name="connsiteX2" fmla="*/ 2291807 w 3955739"/>
              <a:gd name="connsiteY2" fmla="*/ 109556 h 6858000"/>
              <a:gd name="connsiteX3" fmla="*/ 3955739 w 3955739"/>
              <a:gd name="connsiteY3" fmla="*/ 3429000 h 6858000"/>
              <a:gd name="connsiteX4" fmla="*/ 2291807 w 3955739"/>
              <a:gd name="connsiteY4" fmla="*/ 6748444 h 6858000"/>
              <a:gd name="connsiteX5" fmla="*/ 2137745 w 3955739"/>
              <a:gd name="connsiteY5" fmla="*/ 6858000 h 6858000"/>
              <a:gd name="connsiteX6" fmla="*/ 0 w 3955739"/>
              <a:gd name="connsiteY6" fmla="*/ 6858000 h 6858000"/>
              <a:gd name="connsiteX7" fmla="*/ 0 w 395573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5739" h="6858000">
                <a:moveTo>
                  <a:pt x="0" y="0"/>
                </a:moveTo>
                <a:lnTo>
                  <a:pt x="2137745" y="0"/>
                </a:lnTo>
                <a:lnTo>
                  <a:pt x="2291807" y="109556"/>
                </a:lnTo>
                <a:cubicBezTo>
                  <a:pt x="3301916" y="864971"/>
                  <a:pt x="3955739" y="2070631"/>
                  <a:pt x="3955739" y="3429000"/>
                </a:cubicBezTo>
                <a:cubicBezTo>
                  <a:pt x="3955739" y="4787369"/>
                  <a:pt x="3301916" y="5993029"/>
                  <a:pt x="2291807" y="6748444"/>
                </a:cubicBezTo>
                <a:lnTo>
                  <a:pt x="213774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50000">
                <a:schemeClr val="accent1">
                  <a:alpha val="95000"/>
                </a:schemeClr>
              </a:gs>
              <a:gs pos="99000">
                <a:schemeClr val="accent1">
                  <a:alpha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76E6A47D-2DEB-F7EF-A856-574F692AFCCB}"/>
              </a:ext>
            </a:extLst>
          </p:cNvPr>
          <p:cNvGrpSpPr/>
          <p:nvPr/>
        </p:nvGrpSpPr>
        <p:grpSpPr>
          <a:xfrm>
            <a:off x="619207" y="2185691"/>
            <a:ext cx="2733593" cy="2486619"/>
            <a:chOff x="619207" y="2304350"/>
            <a:chExt cx="2733593" cy="2486619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985EE88-6E09-269C-0ACD-E2D857064B68}"/>
                </a:ext>
              </a:extLst>
            </p:cNvPr>
            <p:cNvSpPr txBox="1"/>
            <p:nvPr/>
          </p:nvSpPr>
          <p:spPr>
            <a:xfrm>
              <a:off x="755548" y="2304350"/>
              <a:ext cx="2470485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3800" b="1" dirty="0">
                  <a:solidFill>
                    <a:schemeClr val="bg1"/>
                  </a:solidFill>
                </a:rPr>
                <a:t>03</a:t>
              </a:r>
              <a:endParaRPr kumimoji="1" lang="zh-CN" altLang="en-US" sz="138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A2ABCC5E-C67E-AA9D-1635-C9105A13DAB2}"/>
                </a:ext>
              </a:extLst>
            </p:cNvPr>
            <p:cNvSpPr txBox="1"/>
            <p:nvPr/>
          </p:nvSpPr>
          <p:spPr>
            <a:xfrm>
              <a:off x="619207" y="4267749"/>
              <a:ext cx="27335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  <a:latin typeface="+mn-ea"/>
                </a:rPr>
                <a:t>PART</a:t>
              </a:r>
              <a:r>
                <a:rPr kumimoji="1" lang="zh-CN" altLang="en-US" sz="280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kumimoji="1" lang="en-US" altLang="zh-CN" sz="2800" dirty="0">
                  <a:solidFill>
                    <a:schemeClr val="bg1"/>
                  </a:solidFill>
                  <a:latin typeface="+mn-ea"/>
                </a:rPr>
                <a:t>THREE</a:t>
              </a:r>
              <a:endParaRPr kumimoji="1"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F4C8DAF8-CBA4-A356-4884-7065A78F6EED}"/>
              </a:ext>
            </a:extLst>
          </p:cNvPr>
          <p:cNvCxnSpPr/>
          <p:nvPr/>
        </p:nvCxnSpPr>
        <p:spPr>
          <a:xfrm>
            <a:off x="5834743" y="3773714"/>
            <a:ext cx="575487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BB56549B-8747-0094-5474-9D8774056A6B}"/>
              </a:ext>
            </a:extLst>
          </p:cNvPr>
          <p:cNvSpPr txBox="1"/>
          <p:nvPr/>
        </p:nvSpPr>
        <p:spPr>
          <a:xfrm>
            <a:off x="7431315" y="4149090"/>
            <a:ext cx="4610213" cy="1955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latin typeface="+mn-ea"/>
              </a:rPr>
              <a:t>在校经历</a:t>
            </a:r>
            <a:endParaRPr kumimoji="1" lang="en-US" altLang="zh-CN" sz="28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latin typeface="+mn-ea"/>
              </a:rPr>
              <a:t>学生工作</a:t>
            </a:r>
            <a:endParaRPr kumimoji="1" lang="en-US" altLang="zh-CN" sz="2800" dirty="0">
              <a:latin typeface="+mn-ea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latin typeface="+mn-ea"/>
              </a:rPr>
              <a:t>实习经历</a:t>
            </a:r>
            <a:r>
              <a:rPr kumimoji="1" lang="en-US" altLang="zh-CN" sz="2800" dirty="0">
                <a:latin typeface="+mn-ea"/>
              </a:rPr>
              <a:t>/</a:t>
            </a:r>
            <a:r>
              <a:rPr kumimoji="1" lang="zh-CN" altLang="en-US" sz="2800" dirty="0">
                <a:latin typeface="+mn-ea"/>
              </a:rPr>
              <a:t>社会实践</a:t>
            </a:r>
          </a:p>
        </p:txBody>
      </p:sp>
    </p:spTree>
    <p:extLst>
      <p:ext uri="{BB962C8B-B14F-4D97-AF65-F5344CB8AC3E}">
        <p14:creationId xmlns:p14="http://schemas.microsoft.com/office/powerpoint/2010/main" val="2428369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7C0F0-0A36-0BB3-4C54-2F52CECFB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3E2E842C-990E-270D-8E68-B7BAE87B8A15}"/>
              </a:ext>
            </a:extLst>
          </p:cNvPr>
          <p:cNvSpPr/>
          <p:nvPr/>
        </p:nvSpPr>
        <p:spPr>
          <a:xfrm>
            <a:off x="3113588" y="3260669"/>
            <a:ext cx="8899172" cy="3217212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C55EED0-AF10-4A67-09B5-11365E5C99FD}"/>
              </a:ext>
            </a:extLst>
          </p:cNvPr>
          <p:cNvSpPr/>
          <p:nvPr/>
        </p:nvSpPr>
        <p:spPr>
          <a:xfrm>
            <a:off x="3113588" y="1007113"/>
            <a:ext cx="8899172" cy="2073171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AD9B681-4C06-AE24-61E5-43F2C67B4FC7}"/>
              </a:ext>
            </a:extLst>
          </p:cNvPr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9E345C0-C2CD-B9D6-A318-96820C43DC11}"/>
              </a:ext>
            </a:extLst>
          </p:cNvPr>
          <p:cNvGrpSpPr/>
          <p:nvPr/>
        </p:nvGrpSpPr>
        <p:grpSpPr>
          <a:xfrm>
            <a:off x="-2" y="3527180"/>
            <a:ext cx="2703742" cy="921872"/>
            <a:chOff x="-2" y="1537960"/>
            <a:chExt cx="2703742" cy="92187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EA8CAF2-4577-3011-8654-D652DF749FCE}"/>
                </a:ext>
              </a:extLst>
            </p:cNvPr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>
              <a:extLst>
                <a:ext uri="{FF2B5EF4-FFF2-40B4-BE49-F238E27FC236}">
                  <a16:creationId xmlns:a16="http://schemas.microsoft.com/office/drawing/2014/main" id="{29467426-2322-0E23-1CAB-9095B9FBA3A9}"/>
                </a:ext>
              </a:extLst>
            </p:cNvPr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FA273B7E-2060-A83B-7D2A-CE0CAD7BC07F}"/>
              </a:ext>
            </a:extLst>
          </p:cNvPr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145131-659A-9760-205A-D2F68F09A450}"/>
              </a:ext>
            </a:extLst>
          </p:cNvPr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46EA0A-8211-6C20-4210-2FA8244FECB6}"/>
              </a:ext>
            </a:extLst>
          </p:cNvPr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07257A1-114D-B4DA-B3EF-9B0A2D9BD118}"/>
              </a:ext>
            </a:extLst>
          </p:cNvPr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6D2BCE0-4E98-EB57-9EAF-D8A839338731}"/>
              </a:ext>
            </a:extLst>
          </p:cNvPr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</a:p>
        </p:txBody>
      </p:sp>
      <p:sp>
        <p:nvSpPr>
          <p:cNvPr id="17" name="图形 15">
            <a:extLst>
              <a:ext uri="{FF2B5EF4-FFF2-40B4-BE49-F238E27FC236}">
                <a16:creationId xmlns:a16="http://schemas.microsoft.com/office/drawing/2014/main" id="{D20EBAA6-98F6-FF74-D529-164D0DEDD891}"/>
              </a:ext>
            </a:extLst>
          </p:cNvPr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tx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6129EBC-9D98-24DC-6BAB-C1CEF4B6BFD9}"/>
              </a:ext>
            </a:extLst>
          </p:cNvPr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  <a:solidFill>
            <a:schemeClr val="tx1"/>
          </a:solidFill>
        </p:grpSpPr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B218F087-2566-3913-B860-49E7000A7551}"/>
                </a:ext>
              </a:extLst>
            </p:cNvPr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5B5F16B5-EB0C-25BB-1BD9-CE6444BA2732}"/>
                </a:ext>
              </a:extLst>
            </p:cNvPr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4E8E39B7-8E22-0A84-F8F1-8F0D28AC43E8}"/>
                </a:ext>
              </a:extLst>
            </p:cNvPr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>
            <a:extLst>
              <a:ext uri="{FF2B5EF4-FFF2-40B4-BE49-F238E27FC236}">
                <a16:creationId xmlns:a16="http://schemas.microsoft.com/office/drawing/2014/main" id="{B80E77E7-DD9B-8134-17AB-080A95B7CB17}"/>
              </a:ext>
            </a:extLst>
          </p:cNvPr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>
            <a:extLst>
              <a:ext uri="{FF2B5EF4-FFF2-40B4-BE49-F238E27FC236}">
                <a16:creationId xmlns:a16="http://schemas.microsoft.com/office/drawing/2014/main" id="{5A1E5110-3588-2D4A-F243-9A94E10ADD55}"/>
              </a:ext>
            </a:extLst>
          </p:cNvPr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B162EDD-68D5-8DC3-CD80-3BABAE622699}"/>
              </a:ext>
            </a:extLst>
          </p:cNvPr>
          <p:cNvSpPr txBox="1"/>
          <p:nvPr/>
        </p:nvSpPr>
        <p:spPr>
          <a:xfrm>
            <a:off x="3930466" y="212442"/>
            <a:ext cx="4671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在校经历</a:t>
            </a:r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14CEA630-8C70-3FDB-6EE2-71292CF1E16E}"/>
              </a:ext>
            </a:extLst>
          </p:cNvPr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94C6A35D-9138-6735-5273-60B013C8A02F}"/>
              </a:ext>
            </a:extLst>
          </p:cNvPr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D2DB026E-08A1-7B9B-985B-2C7FF2B994B3}"/>
                </a:ext>
              </a:extLst>
            </p:cNvPr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>
                <a:extLst>
                  <a:ext uri="{FF2B5EF4-FFF2-40B4-BE49-F238E27FC236}">
                    <a16:creationId xmlns:a16="http://schemas.microsoft.com/office/drawing/2014/main" id="{B05268EC-BC71-3F7C-1616-ACC1EB54D552}"/>
                  </a:ext>
                </a:extLst>
              </p:cNvPr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94727763-7794-0741-6377-B1DFE36FBE37}"/>
                  </a:ext>
                </a:extLst>
              </p:cNvPr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2CE49D88-E71E-E439-415B-F4AB94A0E190}"/>
                </a:ext>
              </a:extLst>
            </p:cNvPr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40" name="等腰三角形 8">
            <a:extLst>
              <a:ext uri="{FF2B5EF4-FFF2-40B4-BE49-F238E27FC236}">
                <a16:creationId xmlns:a16="http://schemas.microsoft.com/office/drawing/2014/main" id="{F9C74740-F86E-57E1-94A8-95198FC806E6}"/>
              </a:ext>
            </a:extLst>
          </p:cNvPr>
          <p:cNvSpPr/>
          <p:nvPr/>
        </p:nvSpPr>
        <p:spPr>
          <a:xfrm>
            <a:off x="5711825" y="2080428"/>
            <a:ext cx="3720423" cy="3207262"/>
          </a:xfrm>
          <a:prstGeom prst="triangle">
            <a:avLst/>
          </a:prstGeom>
          <a:solidFill>
            <a:schemeClr val="accent1">
              <a:lumMod val="20000"/>
              <a:lumOff val="80000"/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1" name="等腰三角形 10">
            <a:extLst>
              <a:ext uri="{FF2B5EF4-FFF2-40B4-BE49-F238E27FC236}">
                <a16:creationId xmlns:a16="http://schemas.microsoft.com/office/drawing/2014/main" id="{009B024F-6426-6DF9-9D80-475A3769EBA4}"/>
              </a:ext>
            </a:extLst>
          </p:cNvPr>
          <p:cNvSpPr/>
          <p:nvPr/>
        </p:nvSpPr>
        <p:spPr>
          <a:xfrm>
            <a:off x="6112077" y="2556105"/>
            <a:ext cx="2919919" cy="2517172"/>
          </a:xfrm>
          <a:prstGeom prst="triangle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3BBAF15E-F4A5-68A1-C754-1218940E35F1}"/>
              </a:ext>
            </a:extLst>
          </p:cNvPr>
          <p:cNvSpPr/>
          <p:nvPr/>
        </p:nvSpPr>
        <p:spPr>
          <a:xfrm>
            <a:off x="6972521" y="1670566"/>
            <a:ext cx="1114425" cy="111442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1">
              <a:latin typeface="+mn-ea"/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AE3FB861-3C16-05FE-7324-FEE34499F05A}"/>
              </a:ext>
            </a:extLst>
          </p:cNvPr>
          <p:cNvSpPr/>
          <p:nvPr/>
        </p:nvSpPr>
        <p:spPr>
          <a:xfrm>
            <a:off x="7063009" y="1761054"/>
            <a:ext cx="933450" cy="933450"/>
          </a:xfrm>
          <a:prstGeom prst="ellipse">
            <a:avLst/>
          </a:prstGeom>
          <a:gradFill>
            <a:gsLst>
              <a:gs pos="100000">
                <a:schemeClr val="accent1"/>
              </a:gs>
              <a:gs pos="0">
                <a:schemeClr val="accent1"/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b="1" dirty="0">
                <a:latin typeface="+mn-ea"/>
              </a:rPr>
              <a:t>专业学习</a:t>
            </a:r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21B6DEC7-31C5-6C6A-AD1A-E3D46CF541B1}"/>
              </a:ext>
            </a:extLst>
          </p:cNvPr>
          <p:cNvSpPr/>
          <p:nvPr/>
        </p:nvSpPr>
        <p:spPr>
          <a:xfrm>
            <a:off x="5322917" y="4662280"/>
            <a:ext cx="1114425" cy="111442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1">
              <a:latin typeface="+mn-ea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F2D20530-1F2F-6360-8E9A-14B60AB42199}"/>
              </a:ext>
            </a:extLst>
          </p:cNvPr>
          <p:cNvSpPr/>
          <p:nvPr/>
        </p:nvSpPr>
        <p:spPr>
          <a:xfrm>
            <a:off x="5413405" y="4759216"/>
            <a:ext cx="933450" cy="93345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b="1" dirty="0">
                <a:latin typeface="+mn-ea"/>
              </a:rPr>
              <a:t>学术研究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22B7F1A9-5659-D405-6202-0283CFE47655}"/>
              </a:ext>
            </a:extLst>
          </p:cNvPr>
          <p:cNvSpPr/>
          <p:nvPr/>
        </p:nvSpPr>
        <p:spPr>
          <a:xfrm>
            <a:off x="8797219" y="4611878"/>
            <a:ext cx="1114425" cy="111442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dash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1">
              <a:latin typeface="+mn-ea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1A43F20B-A431-E4E9-33D2-3CB3C4536299}"/>
              </a:ext>
            </a:extLst>
          </p:cNvPr>
          <p:cNvSpPr/>
          <p:nvPr/>
        </p:nvSpPr>
        <p:spPr>
          <a:xfrm>
            <a:off x="8887706" y="4702365"/>
            <a:ext cx="933450" cy="93345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b="1" dirty="0">
                <a:latin typeface="+mn-ea"/>
              </a:rPr>
              <a:t>社团互动</a:t>
            </a:r>
          </a:p>
        </p:txBody>
      </p:sp>
      <p:sp>
        <p:nvSpPr>
          <p:cNvPr id="49" name="箭头: 左右 17">
            <a:extLst>
              <a:ext uri="{FF2B5EF4-FFF2-40B4-BE49-F238E27FC236}">
                <a16:creationId xmlns:a16="http://schemas.microsoft.com/office/drawing/2014/main" id="{509CBA15-D31B-3D1A-4C6F-7565E19D6A0D}"/>
              </a:ext>
            </a:extLst>
          </p:cNvPr>
          <p:cNvSpPr/>
          <p:nvPr/>
        </p:nvSpPr>
        <p:spPr>
          <a:xfrm rot="18000000">
            <a:off x="5242113" y="3349117"/>
            <a:ext cx="2365386" cy="448728"/>
          </a:xfrm>
          <a:prstGeom prst="leftRightArrow">
            <a:avLst>
              <a:gd name="adj1" fmla="val 67479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50" name="箭头: 左右 18">
            <a:extLst>
              <a:ext uri="{FF2B5EF4-FFF2-40B4-BE49-F238E27FC236}">
                <a16:creationId xmlns:a16="http://schemas.microsoft.com/office/drawing/2014/main" id="{89E0C622-59E3-7D1B-A48D-C02BA7F49EFD}"/>
              </a:ext>
            </a:extLst>
          </p:cNvPr>
          <p:cNvSpPr/>
          <p:nvPr/>
        </p:nvSpPr>
        <p:spPr>
          <a:xfrm>
            <a:off x="6429447" y="5307833"/>
            <a:ext cx="2365386" cy="448728"/>
          </a:xfrm>
          <a:prstGeom prst="leftRightArrow">
            <a:avLst>
              <a:gd name="adj1" fmla="val 67479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51" name="箭头: 左右 19">
            <a:extLst>
              <a:ext uri="{FF2B5EF4-FFF2-40B4-BE49-F238E27FC236}">
                <a16:creationId xmlns:a16="http://schemas.microsoft.com/office/drawing/2014/main" id="{8A889EC5-55CE-236C-9504-9C322AF23AB2}"/>
              </a:ext>
            </a:extLst>
          </p:cNvPr>
          <p:cNvSpPr/>
          <p:nvPr/>
        </p:nvSpPr>
        <p:spPr>
          <a:xfrm rot="3615573">
            <a:off x="7513288" y="3304342"/>
            <a:ext cx="2365386" cy="448728"/>
          </a:xfrm>
          <a:prstGeom prst="leftRightArrow">
            <a:avLst>
              <a:gd name="adj1" fmla="val 67479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200" dirty="0">
              <a:latin typeface="+mn-ea"/>
            </a:endParaRPr>
          </a:p>
        </p:txBody>
      </p:sp>
      <p:sp>
        <p:nvSpPr>
          <p:cNvPr id="52" name="弧形 20">
            <a:extLst>
              <a:ext uri="{FF2B5EF4-FFF2-40B4-BE49-F238E27FC236}">
                <a16:creationId xmlns:a16="http://schemas.microsoft.com/office/drawing/2014/main" id="{4C6B92D9-C36E-34F2-9D82-32B1B09CD081}"/>
              </a:ext>
            </a:extLst>
          </p:cNvPr>
          <p:cNvSpPr/>
          <p:nvPr/>
        </p:nvSpPr>
        <p:spPr>
          <a:xfrm>
            <a:off x="6972521" y="3617003"/>
            <a:ext cx="1225658" cy="1225658"/>
          </a:xfrm>
          <a:prstGeom prst="arc">
            <a:avLst>
              <a:gd name="adj1" fmla="val 16200000"/>
              <a:gd name="adj2" fmla="val 13673883"/>
            </a:avLst>
          </a:prstGeom>
          <a:ln w="79375"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0C6F2E4-FB98-8161-4E00-2A4966548EF2}"/>
              </a:ext>
            </a:extLst>
          </p:cNvPr>
          <p:cNvSpPr txBox="1"/>
          <p:nvPr/>
        </p:nvSpPr>
        <p:spPr>
          <a:xfrm>
            <a:off x="6946382" y="3963818"/>
            <a:ext cx="12861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accent1"/>
                </a:solidFill>
                <a:latin typeface="+mn-ea"/>
              </a:rPr>
              <a:t>全方位提升自我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7E3CB868-D31A-FF37-7B24-0D53BD7C2150}"/>
              </a:ext>
            </a:extLst>
          </p:cNvPr>
          <p:cNvSpPr txBox="1"/>
          <p:nvPr/>
        </p:nvSpPr>
        <p:spPr>
          <a:xfrm>
            <a:off x="3323730" y="1664234"/>
            <a:ext cx="3350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GPA 3.36/4.0，专业排名 16/207（前 7.7%）；核心课程计算机视觉 91、计算机组成原理 91、数字逻辑 90、Python 数据分析 90</a:t>
            </a:r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A0DA0FC7-31A8-B5D2-68DE-A511152E145C}"/>
              </a:ext>
            </a:extLst>
          </p:cNvPr>
          <p:cNvSpPr/>
          <p:nvPr/>
        </p:nvSpPr>
        <p:spPr>
          <a:xfrm>
            <a:off x="3989552" y="1107593"/>
            <a:ext cx="1722273" cy="38122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成绩排名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5F2853CB-C61B-8F82-87EB-D9DDB8C773E8}"/>
              </a:ext>
            </a:extLst>
          </p:cNvPr>
          <p:cNvSpPr txBox="1"/>
          <p:nvPr/>
        </p:nvSpPr>
        <p:spPr>
          <a:xfrm>
            <a:off x="8519315" y="1664234"/>
            <a:ext cx="33774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参与金银湖实验室科研实习与工业缺陷检测项目，掌握误差归因、消融实验等科研方法，具备完整工程交付能力</a:t>
            </a:r>
          </a:p>
        </p:txBody>
      </p:sp>
      <p:sp>
        <p:nvSpPr>
          <p:cNvPr id="68" name="圆角矩形 67">
            <a:extLst>
              <a:ext uri="{FF2B5EF4-FFF2-40B4-BE49-F238E27FC236}">
                <a16:creationId xmlns:a16="http://schemas.microsoft.com/office/drawing/2014/main" id="{0C1ACB0F-FEF5-EBD3-F8A7-B5D184A1898E}"/>
              </a:ext>
            </a:extLst>
          </p:cNvPr>
          <p:cNvSpPr/>
          <p:nvPr/>
        </p:nvSpPr>
        <p:spPr>
          <a:xfrm>
            <a:off x="9185136" y="1175303"/>
            <a:ext cx="1722273" cy="38122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科研实践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F580C1A-66B2-3315-BBEE-C4635A6B22F2}"/>
              </a:ext>
            </a:extLst>
          </p:cNvPr>
          <p:cNvSpPr txBox="1"/>
          <p:nvPr/>
        </p:nvSpPr>
        <p:spPr>
          <a:xfrm>
            <a:off x="3285600" y="4137190"/>
            <a:ext cx="21254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担任班级团支部书记、校级人工智能协会副会长、攀登者机器人协会核心成员，组织协调能力较强</a:t>
            </a:r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48F8F406-B616-F200-CB8E-93C281267A2B}"/>
              </a:ext>
            </a:extLst>
          </p:cNvPr>
          <p:cNvSpPr/>
          <p:nvPr/>
        </p:nvSpPr>
        <p:spPr>
          <a:xfrm>
            <a:off x="3487173" y="3528706"/>
            <a:ext cx="1722273" cy="38122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社团工作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78EC4406-E91B-0BE0-16B8-EAA05DEFB93A}"/>
              </a:ext>
            </a:extLst>
          </p:cNvPr>
          <p:cNvSpPr txBox="1"/>
          <p:nvPr/>
        </p:nvSpPr>
        <p:spPr>
          <a:xfrm>
            <a:off x="9937827" y="4195590"/>
            <a:ext cx="21254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200" dirty="0"/>
              <a:t>国家励志奖学金 2 次、机器人大赛省三等奖、创新大赛校银奖，及腾讯 / 金山 / 华为企业认证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503A7806-B6DD-4F68-DA83-99B45FCB6BB3}"/>
              </a:ext>
            </a:extLst>
          </p:cNvPr>
          <p:cNvSpPr/>
          <p:nvPr/>
        </p:nvSpPr>
        <p:spPr>
          <a:xfrm>
            <a:off x="10139400" y="3587106"/>
            <a:ext cx="1722273" cy="381222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 dirty="0"/>
              <a:t>荣誉认证</a:t>
            </a:r>
          </a:p>
        </p:txBody>
      </p:sp>
    </p:spTree>
    <p:extLst>
      <p:ext uri="{BB962C8B-B14F-4D97-AF65-F5344CB8AC3E}">
        <p14:creationId xmlns:p14="http://schemas.microsoft.com/office/powerpoint/2010/main" val="1944357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10067-C692-991A-7DE2-DB363DD9E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0769317-2CD6-B29E-B801-DF5FD81F5CF0}"/>
              </a:ext>
            </a:extLst>
          </p:cNvPr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F0C980B-65B8-9D5E-65A8-FEE802FED6B4}"/>
              </a:ext>
            </a:extLst>
          </p:cNvPr>
          <p:cNvGrpSpPr/>
          <p:nvPr/>
        </p:nvGrpSpPr>
        <p:grpSpPr>
          <a:xfrm>
            <a:off x="-2" y="3527180"/>
            <a:ext cx="2703742" cy="921872"/>
            <a:chOff x="-2" y="1537960"/>
            <a:chExt cx="2703742" cy="92187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50578D5-BAC7-74D5-A58E-A6795E30EBF1}"/>
                </a:ext>
              </a:extLst>
            </p:cNvPr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>
              <a:extLst>
                <a:ext uri="{FF2B5EF4-FFF2-40B4-BE49-F238E27FC236}">
                  <a16:creationId xmlns:a16="http://schemas.microsoft.com/office/drawing/2014/main" id="{3E4E7770-20A2-D0BF-73D7-D968FF926E1C}"/>
                </a:ext>
              </a:extLst>
            </p:cNvPr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38B357AF-A552-67AC-DCB7-04749930DC74}"/>
              </a:ext>
            </a:extLst>
          </p:cNvPr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3C55ED-5973-CA92-3EC3-E5B0FB130EF9}"/>
              </a:ext>
            </a:extLst>
          </p:cNvPr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2BDFC0-4E72-0ED1-2A2E-090571353270}"/>
              </a:ext>
            </a:extLst>
          </p:cNvPr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14CDEB-64EC-420C-A77D-B36D7EC3E1B1}"/>
              </a:ext>
            </a:extLst>
          </p:cNvPr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A3D149-CFF7-A6C4-5EBA-295DE04398B1}"/>
              </a:ext>
            </a:extLst>
          </p:cNvPr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</a:p>
        </p:txBody>
      </p:sp>
      <p:sp>
        <p:nvSpPr>
          <p:cNvPr id="17" name="图形 15">
            <a:extLst>
              <a:ext uri="{FF2B5EF4-FFF2-40B4-BE49-F238E27FC236}">
                <a16:creationId xmlns:a16="http://schemas.microsoft.com/office/drawing/2014/main" id="{387DBBED-33B2-91F3-3E81-43068DA28684}"/>
              </a:ext>
            </a:extLst>
          </p:cNvPr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tx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29A5B8E-93C8-20B0-729B-1A71F1EFD547}"/>
              </a:ext>
            </a:extLst>
          </p:cNvPr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  <a:solidFill>
            <a:schemeClr val="tx1"/>
          </a:solidFill>
        </p:grpSpPr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9A0C1C53-35F5-F2C1-2473-313AF4F7BF92}"/>
                </a:ext>
              </a:extLst>
            </p:cNvPr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29721B19-02EF-ED39-E386-459B1D25C77D}"/>
                </a:ext>
              </a:extLst>
            </p:cNvPr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FA19B06D-6F03-244D-FF85-F039B25E617A}"/>
                </a:ext>
              </a:extLst>
            </p:cNvPr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>
            <a:extLst>
              <a:ext uri="{FF2B5EF4-FFF2-40B4-BE49-F238E27FC236}">
                <a16:creationId xmlns:a16="http://schemas.microsoft.com/office/drawing/2014/main" id="{98465487-9A34-BDA5-E387-A776C6F5B0EF}"/>
              </a:ext>
            </a:extLst>
          </p:cNvPr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>
            <a:extLst>
              <a:ext uri="{FF2B5EF4-FFF2-40B4-BE49-F238E27FC236}">
                <a16:creationId xmlns:a16="http://schemas.microsoft.com/office/drawing/2014/main" id="{D5D3426E-6323-1187-FE97-7996839BE76F}"/>
              </a:ext>
            </a:extLst>
          </p:cNvPr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C998401-D08F-262F-0FBC-85F6AF3D0B00}"/>
              </a:ext>
            </a:extLst>
          </p:cNvPr>
          <p:cNvSpPr txBox="1"/>
          <p:nvPr/>
        </p:nvSpPr>
        <p:spPr>
          <a:xfrm>
            <a:off x="3930466" y="212442"/>
            <a:ext cx="4671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学生工作</a:t>
            </a:r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69F7EFC4-EBF2-28A5-31EA-EA65C094700C}"/>
              </a:ext>
            </a:extLst>
          </p:cNvPr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F51EBCA-4480-5E07-01E1-E8CC4C3654E8}"/>
              </a:ext>
            </a:extLst>
          </p:cNvPr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D49FFEB9-A2B6-87FA-B8FD-1EA7E0E766D9}"/>
                </a:ext>
              </a:extLst>
            </p:cNvPr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>
                <a:extLst>
                  <a:ext uri="{FF2B5EF4-FFF2-40B4-BE49-F238E27FC236}">
                    <a16:creationId xmlns:a16="http://schemas.microsoft.com/office/drawing/2014/main" id="{C8C3E4CB-AF33-DB69-E472-5574AF62164D}"/>
                  </a:ext>
                </a:extLst>
              </p:cNvPr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F74FAB06-337C-9599-1975-349DF183206F}"/>
                  </a:ext>
                </a:extLst>
              </p:cNvPr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17FB3E5-8E77-48A8-4534-2DD6F0DA43F5}"/>
                </a:ext>
              </a:extLst>
            </p:cNvPr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8A60A9C0-6C5A-20C0-D539-F90B06895864}"/>
              </a:ext>
            </a:extLst>
          </p:cNvPr>
          <p:cNvGrpSpPr/>
          <p:nvPr/>
        </p:nvGrpSpPr>
        <p:grpSpPr>
          <a:xfrm>
            <a:off x="3122023" y="952261"/>
            <a:ext cx="3782211" cy="1740686"/>
            <a:chOff x="174936" y="4438441"/>
            <a:chExt cx="2601273" cy="1740686"/>
          </a:xfrm>
        </p:grpSpPr>
        <p:sp>
          <p:nvSpPr>
            <p:cNvPr id="101" name="矩形 100">
              <a:extLst>
                <a:ext uri="{FF2B5EF4-FFF2-40B4-BE49-F238E27FC236}">
                  <a16:creationId xmlns:a16="http://schemas.microsoft.com/office/drawing/2014/main" id="{D92079D8-4624-B01B-7CA0-79C5A4784243}"/>
                </a:ext>
              </a:extLst>
            </p:cNvPr>
            <p:cNvSpPr/>
            <p:nvPr/>
          </p:nvSpPr>
          <p:spPr>
            <a:xfrm>
              <a:off x="174936" y="4438441"/>
              <a:ext cx="2601273" cy="174068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矩形 101">
              <a:extLst>
                <a:ext uri="{FF2B5EF4-FFF2-40B4-BE49-F238E27FC236}">
                  <a16:creationId xmlns:a16="http://schemas.microsoft.com/office/drawing/2014/main" id="{E032A5C9-9F1E-D55F-A743-3CF73A12E263}"/>
                </a:ext>
              </a:extLst>
            </p:cNvPr>
            <p:cNvSpPr/>
            <p:nvPr/>
          </p:nvSpPr>
          <p:spPr>
            <a:xfrm>
              <a:off x="174936" y="4438441"/>
              <a:ext cx="2601273" cy="1724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3B438E8E-50A6-F27A-EA23-CB99A1A3C508}"/>
              </a:ext>
            </a:extLst>
          </p:cNvPr>
          <p:cNvSpPr txBox="1"/>
          <p:nvPr/>
        </p:nvSpPr>
        <p:spPr>
          <a:xfrm>
            <a:off x="3230888" y="1261156"/>
            <a:ext cx="35808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组织班级团日活动与团员发展工作</a:t>
            </a:r>
            <a:endParaRPr lang="en-US" altLang="zh-CN" sz="1400" dirty="0"/>
          </a:p>
          <a:p>
            <a:r>
              <a:rPr lang="zh-CN" altLang="en-US" sz="1400" dirty="0"/>
              <a:t>获评优秀共青团员、优秀学生干部</a:t>
            </a:r>
            <a:endParaRPr lang="en-US" altLang="zh-CN" sz="1400" dirty="0"/>
          </a:p>
        </p:txBody>
      </p:sp>
      <p:sp>
        <p:nvSpPr>
          <p:cNvPr id="120" name="任意形状 119">
            <a:extLst>
              <a:ext uri="{FF2B5EF4-FFF2-40B4-BE49-F238E27FC236}">
                <a16:creationId xmlns:a16="http://schemas.microsoft.com/office/drawing/2014/main" id="{09E19814-D807-D4D3-74E4-BC37D649BB90}"/>
              </a:ext>
            </a:extLst>
          </p:cNvPr>
          <p:cNvSpPr/>
          <p:nvPr/>
        </p:nvSpPr>
        <p:spPr>
          <a:xfrm>
            <a:off x="4947457" y="3209316"/>
            <a:ext cx="5146577" cy="1143684"/>
          </a:xfrm>
          <a:custGeom>
            <a:avLst/>
            <a:gdLst>
              <a:gd name="connsiteX0" fmla="*/ 720000 w 6480000"/>
              <a:gd name="connsiteY0" fmla="*/ 0 h 1440000"/>
              <a:gd name="connsiteX1" fmla="*/ 5760000 w 6480000"/>
              <a:gd name="connsiteY1" fmla="*/ 0 h 1440000"/>
              <a:gd name="connsiteX2" fmla="*/ 6480000 w 6480000"/>
              <a:gd name="connsiteY2" fmla="*/ 720000 h 1440000"/>
              <a:gd name="connsiteX3" fmla="*/ 5760000 w 6480000"/>
              <a:gd name="connsiteY3" fmla="*/ 1440000 h 1440000"/>
              <a:gd name="connsiteX4" fmla="*/ 720000 w 6480000"/>
              <a:gd name="connsiteY4" fmla="*/ 1440000 h 1440000"/>
              <a:gd name="connsiteX5" fmla="*/ 0 w 6480000"/>
              <a:gd name="connsiteY5" fmla="*/ 720000 h 1440000"/>
              <a:gd name="connsiteX6" fmla="*/ 720000 w 6480000"/>
              <a:gd name="connsiteY6" fmla="*/ 0 h 1440000"/>
              <a:gd name="connsiteX7" fmla="*/ 720000 w 6480000"/>
              <a:gd name="connsiteY7" fmla="*/ 270000 h 1440000"/>
              <a:gd name="connsiteX8" fmla="*/ 270000 w 6480000"/>
              <a:gd name="connsiteY8" fmla="*/ 720000 h 1440000"/>
              <a:gd name="connsiteX9" fmla="*/ 720000 w 6480000"/>
              <a:gd name="connsiteY9" fmla="*/ 1170000 h 1440000"/>
              <a:gd name="connsiteX10" fmla="*/ 5760000 w 6480000"/>
              <a:gd name="connsiteY10" fmla="*/ 1170000 h 1440000"/>
              <a:gd name="connsiteX11" fmla="*/ 6210000 w 6480000"/>
              <a:gd name="connsiteY11" fmla="*/ 720000 h 1440000"/>
              <a:gd name="connsiteX12" fmla="*/ 5760000 w 6480000"/>
              <a:gd name="connsiteY12" fmla="*/ 270000 h 1440000"/>
              <a:gd name="connsiteX13" fmla="*/ 720000 w 6480000"/>
              <a:gd name="connsiteY13" fmla="*/ 27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480000" h="1440000">
                <a:moveTo>
                  <a:pt x="720000" y="0"/>
                </a:moveTo>
                <a:lnTo>
                  <a:pt x="5760000" y="0"/>
                </a:lnTo>
                <a:cubicBezTo>
                  <a:pt x="6157645" y="0"/>
                  <a:pt x="6480000" y="322355"/>
                  <a:pt x="6480000" y="720000"/>
                </a:cubicBezTo>
                <a:cubicBezTo>
                  <a:pt x="6480000" y="1117645"/>
                  <a:pt x="6157645" y="1440000"/>
                  <a:pt x="5760000" y="1440000"/>
                </a:cubicBezTo>
                <a:lnTo>
                  <a:pt x="720000" y="1440000"/>
                </a:lnTo>
                <a:cubicBezTo>
                  <a:pt x="322355" y="1440000"/>
                  <a:pt x="0" y="1117645"/>
                  <a:pt x="0" y="720000"/>
                </a:cubicBezTo>
                <a:cubicBezTo>
                  <a:pt x="0" y="322355"/>
                  <a:pt x="322355" y="0"/>
                  <a:pt x="720000" y="0"/>
                </a:cubicBezTo>
                <a:close/>
                <a:moveTo>
                  <a:pt x="720000" y="270000"/>
                </a:moveTo>
                <a:cubicBezTo>
                  <a:pt x="471472" y="270000"/>
                  <a:pt x="270000" y="471472"/>
                  <a:pt x="270000" y="720000"/>
                </a:cubicBezTo>
                <a:cubicBezTo>
                  <a:pt x="270000" y="968528"/>
                  <a:pt x="471472" y="1170000"/>
                  <a:pt x="720000" y="1170000"/>
                </a:cubicBezTo>
                <a:lnTo>
                  <a:pt x="5760000" y="1170000"/>
                </a:lnTo>
                <a:cubicBezTo>
                  <a:pt x="6008528" y="1170000"/>
                  <a:pt x="6210000" y="968528"/>
                  <a:pt x="6210000" y="720000"/>
                </a:cubicBezTo>
                <a:cubicBezTo>
                  <a:pt x="6210000" y="471472"/>
                  <a:pt x="6008528" y="270000"/>
                  <a:pt x="5760000" y="270000"/>
                </a:cubicBezTo>
                <a:lnTo>
                  <a:pt x="720000" y="270000"/>
                </a:lnTo>
                <a:close/>
              </a:path>
            </a:pathLst>
          </a:custGeom>
          <a:ln>
            <a:noFill/>
          </a:ln>
          <a:effectLst>
            <a:outerShdw blurRad="127000" sx="102000" sy="102000" algn="ctr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367E6484-605F-F787-F884-F70DFE4F1408}"/>
              </a:ext>
            </a:extLst>
          </p:cNvPr>
          <p:cNvSpPr txBox="1"/>
          <p:nvPr/>
        </p:nvSpPr>
        <p:spPr>
          <a:xfrm>
            <a:off x="6741763" y="3518578"/>
            <a:ext cx="20292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学生工作</a:t>
            </a:r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C6911878-0F32-3775-8E7C-E790943049E5}"/>
              </a:ext>
            </a:extLst>
          </p:cNvPr>
          <p:cNvGrpSpPr/>
          <p:nvPr/>
        </p:nvGrpSpPr>
        <p:grpSpPr>
          <a:xfrm>
            <a:off x="7932621" y="961871"/>
            <a:ext cx="3782211" cy="1740686"/>
            <a:chOff x="174936" y="4438441"/>
            <a:chExt cx="2601273" cy="1740686"/>
          </a:xfrm>
        </p:grpSpPr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112A5251-5D6F-8F3D-7AE9-503F4A2AD5E5}"/>
                </a:ext>
              </a:extLst>
            </p:cNvPr>
            <p:cNvSpPr/>
            <p:nvPr/>
          </p:nvSpPr>
          <p:spPr>
            <a:xfrm>
              <a:off x="174936" y="4438441"/>
              <a:ext cx="2601273" cy="174068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728E480A-3B8B-5313-3998-7CCE042BC0A1}"/>
                </a:ext>
              </a:extLst>
            </p:cNvPr>
            <p:cNvSpPr/>
            <p:nvPr/>
          </p:nvSpPr>
          <p:spPr>
            <a:xfrm>
              <a:off x="174936" y="4438441"/>
              <a:ext cx="2601273" cy="1724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7" name="文本框 126">
            <a:extLst>
              <a:ext uri="{FF2B5EF4-FFF2-40B4-BE49-F238E27FC236}">
                <a16:creationId xmlns:a16="http://schemas.microsoft.com/office/drawing/2014/main" id="{57295A4B-6EB9-B86C-57A2-5D43435D1B12}"/>
              </a:ext>
            </a:extLst>
          </p:cNvPr>
          <p:cNvSpPr txBox="1"/>
          <p:nvPr/>
        </p:nvSpPr>
        <p:spPr>
          <a:xfrm>
            <a:off x="8041486" y="1270766"/>
            <a:ext cx="35808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协助组织 AI 技术讲座与竞赛动员</a:t>
            </a:r>
            <a:endParaRPr lang="en-US" altLang="zh-CN" sz="1400" dirty="0"/>
          </a:p>
          <a:p>
            <a:r>
              <a:rPr lang="zh-CN" altLang="en-US" sz="1400" dirty="0"/>
              <a:t>推动校园人工智能学习氛围建设</a:t>
            </a:r>
            <a:endParaRPr lang="en-US" altLang="zh-CN" sz="1400" dirty="0"/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D8EF9576-C762-E6CF-18C4-D9D3FA8A7C9F}"/>
              </a:ext>
            </a:extLst>
          </p:cNvPr>
          <p:cNvGrpSpPr/>
          <p:nvPr/>
        </p:nvGrpSpPr>
        <p:grpSpPr>
          <a:xfrm>
            <a:off x="3188698" y="4750259"/>
            <a:ext cx="3793751" cy="1740686"/>
            <a:chOff x="174936" y="4438441"/>
            <a:chExt cx="2609210" cy="1740686"/>
          </a:xfrm>
        </p:grpSpPr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E54F4876-D7DB-2519-1E3C-144C074A5996}"/>
                </a:ext>
              </a:extLst>
            </p:cNvPr>
            <p:cNvSpPr/>
            <p:nvPr/>
          </p:nvSpPr>
          <p:spPr>
            <a:xfrm>
              <a:off x="174936" y="4438441"/>
              <a:ext cx="2601273" cy="174068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3C65E4CC-5C10-9263-0923-A87952B8546C}"/>
                </a:ext>
              </a:extLst>
            </p:cNvPr>
            <p:cNvSpPr/>
            <p:nvPr/>
          </p:nvSpPr>
          <p:spPr>
            <a:xfrm>
              <a:off x="182873" y="5985521"/>
              <a:ext cx="2601273" cy="1724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1" name="文本框 130">
            <a:extLst>
              <a:ext uri="{FF2B5EF4-FFF2-40B4-BE49-F238E27FC236}">
                <a16:creationId xmlns:a16="http://schemas.microsoft.com/office/drawing/2014/main" id="{567D7CD6-5055-73A4-82B9-1D781D9023C6}"/>
              </a:ext>
            </a:extLst>
          </p:cNvPr>
          <p:cNvSpPr txBox="1"/>
          <p:nvPr/>
        </p:nvSpPr>
        <p:spPr>
          <a:xfrm>
            <a:off x="3297563" y="5059154"/>
            <a:ext cx="35808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参与机器人竞赛集训与项目管理</a:t>
            </a:r>
            <a:endParaRPr lang="en-US" altLang="zh-CN" sz="1400" dirty="0"/>
          </a:p>
          <a:p>
            <a:r>
              <a:rPr lang="zh-CN" altLang="en-US" sz="1400" dirty="0"/>
              <a:t>获中国机器人及人工智能大赛省三等奖</a:t>
            </a:r>
            <a:endParaRPr lang="en-US" altLang="zh-CN" sz="1400" dirty="0"/>
          </a:p>
        </p:txBody>
      </p: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1DD8A51B-43CF-7293-2BAF-2C23977302E7}"/>
              </a:ext>
            </a:extLst>
          </p:cNvPr>
          <p:cNvGrpSpPr/>
          <p:nvPr/>
        </p:nvGrpSpPr>
        <p:grpSpPr>
          <a:xfrm>
            <a:off x="7999296" y="4759869"/>
            <a:ext cx="3793751" cy="1740686"/>
            <a:chOff x="174936" y="4438441"/>
            <a:chExt cx="2609210" cy="1740686"/>
          </a:xfrm>
        </p:grpSpPr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626681C0-6281-1063-E5ED-290C78A7EBD9}"/>
                </a:ext>
              </a:extLst>
            </p:cNvPr>
            <p:cNvSpPr/>
            <p:nvPr/>
          </p:nvSpPr>
          <p:spPr>
            <a:xfrm>
              <a:off x="174936" y="4438441"/>
              <a:ext cx="2601273" cy="1740686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7B196EFC-A939-A224-706B-153A6D53EEA1}"/>
                </a:ext>
              </a:extLst>
            </p:cNvPr>
            <p:cNvSpPr/>
            <p:nvPr/>
          </p:nvSpPr>
          <p:spPr>
            <a:xfrm>
              <a:off x="182873" y="6005461"/>
              <a:ext cx="2601273" cy="17247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文本框 134">
            <a:extLst>
              <a:ext uri="{FF2B5EF4-FFF2-40B4-BE49-F238E27FC236}">
                <a16:creationId xmlns:a16="http://schemas.microsoft.com/office/drawing/2014/main" id="{A1E4C8FE-81C4-B7A1-653E-0950FF7F4239}"/>
              </a:ext>
            </a:extLst>
          </p:cNvPr>
          <p:cNvSpPr txBox="1"/>
          <p:nvPr/>
        </p:nvSpPr>
        <p:spPr>
          <a:xfrm>
            <a:off x="8108161" y="5068764"/>
            <a:ext cx="35808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发挥党员模范带头作用</a:t>
            </a:r>
            <a:endParaRPr lang="en-US" altLang="zh-CN" sz="1400" dirty="0"/>
          </a:p>
          <a:p>
            <a:r>
              <a:rPr lang="zh-CN" altLang="en-US" sz="1400" dirty="0"/>
              <a:t>在科研实习与项目中主动承担责任</a:t>
            </a:r>
            <a:endParaRPr lang="en-US" altLang="zh-CN" sz="1400" dirty="0"/>
          </a:p>
        </p:txBody>
      </p:sp>
      <p:sp>
        <p:nvSpPr>
          <p:cNvPr id="136" name="任意多边形: 形状 60">
            <a:extLst>
              <a:ext uri="{FF2B5EF4-FFF2-40B4-BE49-F238E27FC236}">
                <a16:creationId xmlns:a16="http://schemas.microsoft.com/office/drawing/2014/main" id="{78D49549-C6AA-619C-8808-977460EA6D6D}"/>
              </a:ext>
            </a:extLst>
          </p:cNvPr>
          <p:cNvSpPr/>
          <p:nvPr/>
        </p:nvSpPr>
        <p:spPr>
          <a:xfrm rot="17864976" flipH="1">
            <a:off x="4640009" y="3058518"/>
            <a:ext cx="326909" cy="510554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rtlCol="0" anchor="ctr">
            <a:noAutofit/>
          </a:bodyPr>
          <a:lstStyle/>
          <a:p>
            <a:pPr algn="ctr"/>
            <a:endParaRPr lang="zh-CN" altLang="en-US" sz="1656">
              <a:latin typeface="+mn-ea"/>
            </a:endParaRPr>
          </a:p>
        </p:txBody>
      </p:sp>
      <p:sp>
        <p:nvSpPr>
          <p:cNvPr id="137" name="任意多边形: 形状 60">
            <a:extLst>
              <a:ext uri="{FF2B5EF4-FFF2-40B4-BE49-F238E27FC236}">
                <a16:creationId xmlns:a16="http://schemas.microsoft.com/office/drawing/2014/main" id="{2D0809F4-C7C7-110B-A2F9-144071E7CA3C}"/>
              </a:ext>
            </a:extLst>
          </p:cNvPr>
          <p:cNvSpPr/>
          <p:nvPr/>
        </p:nvSpPr>
        <p:spPr>
          <a:xfrm rot="3735024">
            <a:off x="10118568" y="3058518"/>
            <a:ext cx="326909" cy="510554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rtlCol="0" anchor="ctr">
            <a:noAutofit/>
          </a:bodyPr>
          <a:lstStyle/>
          <a:p>
            <a:pPr algn="ctr"/>
            <a:endParaRPr lang="zh-CN" altLang="en-US" sz="1656">
              <a:latin typeface="+mn-ea"/>
            </a:endParaRPr>
          </a:p>
        </p:txBody>
      </p:sp>
      <p:sp>
        <p:nvSpPr>
          <p:cNvPr id="138" name="任意多边形: 形状 60">
            <a:extLst>
              <a:ext uri="{FF2B5EF4-FFF2-40B4-BE49-F238E27FC236}">
                <a16:creationId xmlns:a16="http://schemas.microsoft.com/office/drawing/2014/main" id="{3EB2F8EF-CADB-F5FC-A3DE-DCD8D2119D9D}"/>
              </a:ext>
            </a:extLst>
          </p:cNvPr>
          <p:cNvSpPr/>
          <p:nvPr/>
        </p:nvSpPr>
        <p:spPr>
          <a:xfrm rot="17864976" flipV="1">
            <a:off x="10118567" y="3956715"/>
            <a:ext cx="326909" cy="510554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rtlCol="0" anchor="ctr">
            <a:noAutofit/>
          </a:bodyPr>
          <a:lstStyle/>
          <a:p>
            <a:pPr algn="ctr"/>
            <a:endParaRPr lang="zh-CN" altLang="en-US" sz="1656">
              <a:latin typeface="+mn-ea"/>
            </a:endParaRPr>
          </a:p>
        </p:txBody>
      </p:sp>
      <p:sp>
        <p:nvSpPr>
          <p:cNvPr id="139" name="任意多边形: 形状 60">
            <a:extLst>
              <a:ext uri="{FF2B5EF4-FFF2-40B4-BE49-F238E27FC236}">
                <a16:creationId xmlns:a16="http://schemas.microsoft.com/office/drawing/2014/main" id="{C943766A-27E3-69E8-E1F8-775B47F12B28}"/>
              </a:ext>
            </a:extLst>
          </p:cNvPr>
          <p:cNvSpPr/>
          <p:nvPr/>
        </p:nvSpPr>
        <p:spPr>
          <a:xfrm rot="3735024" flipH="1" flipV="1">
            <a:off x="4632419" y="3982807"/>
            <a:ext cx="326909" cy="510554"/>
          </a:xfrm>
          <a:custGeom>
            <a:avLst/>
            <a:gdLst>
              <a:gd name="connsiteX0" fmla="*/ 202633 w 416172"/>
              <a:gd name="connsiteY0" fmla="*/ 0 h 485927"/>
              <a:gd name="connsiteX1" fmla="*/ 374083 w 416172"/>
              <a:gd name="connsiteY1" fmla="*/ 157551 h 485927"/>
              <a:gd name="connsiteX2" fmla="*/ 294275 w 416172"/>
              <a:gd name="connsiteY2" fmla="*/ 157551 h 485927"/>
              <a:gd name="connsiteX3" fmla="*/ 306015 w 416172"/>
              <a:gd name="connsiteY3" fmla="*/ 222549 h 485927"/>
              <a:gd name="connsiteX4" fmla="*/ 416172 w 416172"/>
              <a:gd name="connsiteY4" fmla="*/ 485927 h 485927"/>
              <a:gd name="connsiteX5" fmla="*/ 0 w 416172"/>
              <a:gd name="connsiteY5" fmla="*/ 485927 h 485927"/>
              <a:gd name="connsiteX6" fmla="*/ 112166 w 416172"/>
              <a:gd name="connsiteY6" fmla="*/ 219870 h 485927"/>
              <a:gd name="connsiteX7" fmla="*/ 122329 w 416172"/>
              <a:gd name="connsiteY7" fmla="*/ 157551 h 485927"/>
              <a:gd name="connsiteX8" fmla="*/ 31183 w 416172"/>
              <a:gd name="connsiteY8" fmla="*/ 157551 h 485927"/>
              <a:gd name="connsiteX9" fmla="*/ 202633 w 416172"/>
              <a:gd name="connsiteY9" fmla="*/ 0 h 48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16172" h="485927">
                <a:moveTo>
                  <a:pt x="202633" y="0"/>
                </a:moveTo>
                <a:cubicBezTo>
                  <a:pt x="238352" y="59661"/>
                  <a:pt x="269308" y="105034"/>
                  <a:pt x="374083" y="157551"/>
                </a:cubicBezTo>
                <a:lnTo>
                  <a:pt x="294275" y="157551"/>
                </a:lnTo>
                <a:lnTo>
                  <a:pt x="306015" y="222549"/>
                </a:lnTo>
                <a:cubicBezTo>
                  <a:pt x="326661" y="313020"/>
                  <a:pt x="361370" y="404832"/>
                  <a:pt x="416172" y="485927"/>
                </a:cubicBezTo>
                <a:lnTo>
                  <a:pt x="0" y="485927"/>
                </a:lnTo>
                <a:cubicBezTo>
                  <a:pt x="54801" y="401260"/>
                  <a:pt x="92191" y="308555"/>
                  <a:pt x="112166" y="219870"/>
                </a:cubicBezTo>
                <a:lnTo>
                  <a:pt x="122329" y="157551"/>
                </a:lnTo>
                <a:lnTo>
                  <a:pt x="31183" y="157551"/>
                </a:lnTo>
                <a:cubicBezTo>
                  <a:pt x="131195" y="107415"/>
                  <a:pt x="181202" y="45373"/>
                  <a:pt x="202633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4125" tIns="42062" rIns="84125" bIns="42062" rtlCol="0" anchor="ctr">
            <a:noAutofit/>
          </a:bodyPr>
          <a:lstStyle/>
          <a:p>
            <a:pPr algn="ctr"/>
            <a:endParaRPr lang="zh-CN" altLang="en-US" sz="1656">
              <a:latin typeface="+mn-ea"/>
            </a:endParaRPr>
          </a:p>
        </p:txBody>
      </p:sp>
      <p:grpSp>
        <p:nvGrpSpPr>
          <p:cNvPr id="141" name="组合 140">
            <a:extLst>
              <a:ext uri="{FF2B5EF4-FFF2-40B4-BE49-F238E27FC236}">
                <a16:creationId xmlns:a16="http://schemas.microsoft.com/office/drawing/2014/main" id="{44164E54-EA51-197C-540D-E96C5731F763}"/>
              </a:ext>
            </a:extLst>
          </p:cNvPr>
          <p:cNvGrpSpPr/>
          <p:nvPr/>
        </p:nvGrpSpPr>
        <p:grpSpPr>
          <a:xfrm>
            <a:off x="3403994" y="2454942"/>
            <a:ext cx="1067456" cy="1084278"/>
            <a:chOff x="3403994" y="2454942"/>
            <a:chExt cx="1067456" cy="1084278"/>
          </a:xfrm>
        </p:grpSpPr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BB981BF7-9CA7-2AE7-D70A-56FEC48BF552}"/>
                </a:ext>
              </a:extLst>
            </p:cNvPr>
            <p:cNvSpPr/>
            <p:nvPr/>
          </p:nvSpPr>
          <p:spPr>
            <a:xfrm>
              <a:off x="3403994" y="2454942"/>
              <a:ext cx="1067456" cy="1084278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2274" tIns="56136" rIns="112274" bIns="56136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TextBox 100">
              <a:extLst>
                <a:ext uri="{FF2B5EF4-FFF2-40B4-BE49-F238E27FC236}">
                  <a16:creationId xmlns:a16="http://schemas.microsoft.com/office/drawing/2014/main" id="{52BF681C-3C49-7393-B603-927E38FD7CB1}"/>
                </a:ext>
              </a:extLst>
            </p:cNvPr>
            <p:cNvSpPr txBox="1"/>
            <p:nvPr/>
          </p:nvSpPr>
          <p:spPr>
            <a:xfrm>
              <a:off x="3492250" y="2694176"/>
              <a:ext cx="890944" cy="605811"/>
            </a:xfrm>
            <a:prstGeom prst="rect">
              <a:avLst/>
            </a:prstGeom>
            <a:noFill/>
          </p:spPr>
          <p:txBody>
            <a:bodyPr wrap="square" lIns="112274" tIns="56136" rIns="112274" bIns="56136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团支部书记</a:t>
              </a:r>
            </a:p>
          </p:txBody>
        </p:sp>
      </p:grpSp>
      <p:grpSp>
        <p:nvGrpSpPr>
          <p:cNvPr id="142" name="组合 141">
            <a:extLst>
              <a:ext uri="{FF2B5EF4-FFF2-40B4-BE49-F238E27FC236}">
                <a16:creationId xmlns:a16="http://schemas.microsoft.com/office/drawing/2014/main" id="{4C221572-6189-7741-1587-EE8848B68157}"/>
              </a:ext>
            </a:extLst>
          </p:cNvPr>
          <p:cNvGrpSpPr/>
          <p:nvPr/>
        </p:nvGrpSpPr>
        <p:grpSpPr>
          <a:xfrm>
            <a:off x="3403994" y="3903986"/>
            <a:ext cx="1067456" cy="1084278"/>
            <a:chOff x="3403994" y="2454942"/>
            <a:chExt cx="1067456" cy="1084278"/>
          </a:xfrm>
        </p:grpSpPr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F54911E5-D468-083A-C61E-D87ECAE19F74}"/>
                </a:ext>
              </a:extLst>
            </p:cNvPr>
            <p:cNvSpPr/>
            <p:nvPr/>
          </p:nvSpPr>
          <p:spPr>
            <a:xfrm>
              <a:off x="3403994" y="2454942"/>
              <a:ext cx="1067456" cy="1084278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2274" tIns="56136" rIns="112274" bIns="56136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TextBox 100">
              <a:extLst>
                <a:ext uri="{FF2B5EF4-FFF2-40B4-BE49-F238E27FC236}">
                  <a16:creationId xmlns:a16="http://schemas.microsoft.com/office/drawing/2014/main" id="{180F28BC-ADC4-4912-41BC-69C02D9E8BD7}"/>
                </a:ext>
              </a:extLst>
            </p:cNvPr>
            <p:cNvSpPr txBox="1"/>
            <p:nvPr/>
          </p:nvSpPr>
          <p:spPr>
            <a:xfrm>
              <a:off x="3507997" y="2817286"/>
              <a:ext cx="890944" cy="359590"/>
            </a:xfrm>
            <a:prstGeom prst="rect">
              <a:avLst/>
            </a:prstGeom>
            <a:noFill/>
          </p:spPr>
          <p:txBody>
            <a:bodyPr wrap="square" lIns="112274" tIns="56136" rIns="112274" bIns="56136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AI 协会副会长</a:t>
              </a:r>
            </a:p>
          </p:txBody>
        </p:sp>
      </p:grp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E98B8B71-AB6E-4E73-1AE7-DF4E90A63FA9}"/>
              </a:ext>
            </a:extLst>
          </p:cNvPr>
          <p:cNvGrpSpPr/>
          <p:nvPr/>
        </p:nvGrpSpPr>
        <p:grpSpPr>
          <a:xfrm>
            <a:off x="10570865" y="2448314"/>
            <a:ext cx="1067456" cy="1084278"/>
            <a:chOff x="3403994" y="2454942"/>
            <a:chExt cx="1067456" cy="1084278"/>
          </a:xfrm>
        </p:grpSpPr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48A84017-4178-7448-CCAE-47DD1E60A345}"/>
                </a:ext>
              </a:extLst>
            </p:cNvPr>
            <p:cNvSpPr/>
            <p:nvPr/>
          </p:nvSpPr>
          <p:spPr>
            <a:xfrm>
              <a:off x="3403994" y="2454942"/>
              <a:ext cx="1067456" cy="1084278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2274" tIns="56136" rIns="112274" bIns="56136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TextBox 100">
              <a:extLst>
                <a:ext uri="{FF2B5EF4-FFF2-40B4-BE49-F238E27FC236}">
                  <a16:creationId xmlns:a16="http://schemas.microsoft.com/office/drawing/2014/main" id="{0BB61779-0FC6-1311-DD6C-1C7CB9307711}"/>
                </a:ext>
              </a:extLst>
            </p:cNvPr>
            <p:cNvSpPr txBox="1"/>
            <p:nvPr/>
          </p:nvSpPr>
          <p:spPr>
            <a:xfrm>
              <a:off x="3492250" y="2694176"/>
              <a:ext cx="890944" cy="605811"/>
            </a:xfrm>
            <a:prstGeom prst="rect">
              <a:avLst/>
            </a:prstGeom>
            <a:noFill/>
          </p:spPr>
          <p:txBody>
            <a:bodyPr wrap="square" lIns="112274" tIns="56136" rIns="112274" bIns="56136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机器人协会核心成员</a:t>
              </a:r>
            </a:p>
          </p:txBody>
        </p:sp>
      </p:grpSp>
      <p:grpSp>
        <p:nvGrpSpPr>
          <p:cNvPr id="148" name="组合 147">
            <a:extLst>
              <a:ext uri="{FF2B5EF4-FFF2-40B4-BE49-F238E27FC236}">
                <a16:creationId xmlns:a16="http://schemas.microsoft.com/office/drawing/2014/main" id="{841A8A76-C6D1-B849-FD1C-7B49F2DBDFF6}"/>
              </a:ext>
            </a:extLst>
          </p:cNvPr>
          <p:cNvGrpSpPr/>
          <p:nvPr/>
        </p:nvGrpSpPr>
        <p:grpSpPr>
          <a:xfrm>
            <a:off x="10570865" y="3957769"/>
            <a:ext cx="1067456" cy="1084278"/>
            <a:chOff x="3403994" y="2454942"/>
            <a:chExt cx="1067456" cy="1084278"/>
          </a:xfrm>
        </p:grpSpPr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E19C2A72-A007-F02E-578A-61F4457EB49F}"/>
                </a:ext>
              </a:extLst>
            </p:cNvPr>
            <p:cNvSpPr/>
            <p:nvPr/>
          </p:nvSpPr>
          <p:spPr>
            <a:xfrm>
              <a:off x="3403994" y="2454942"/>
              <a:ext cx="1067456" cy="1084278"/>
            </a:xfrm>
            <a:prstGeom prst="ellipse">
              <a:avLst/>
            </a:prstGeom>
            <a:gradFill flip="none" rotWithShape="1">
              <a:gsLst>
                <a:gs pos="0">
                  <a:schemeClr val="accent1"/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  <a:tileRect/>
            </a:gra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12274" tIns="56136" rIns="112274" bIns="56136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TextBox 100">
              <a:extLst>
                <a:ext uri="{FF2B5EF4-FFF2-40B4-BE49-F238E27FC236}">
                  <a16:creationId xmlns:a16="http://schemas.microsoft.com/office/drawing/2014/main" id="{6B1582CE-03BF-27DF-A2DF-DE2339745845}"/>
                </a:ext>
              </a:extLst>
            </p:cNvPr>
            <p:cNvSpPr txBox="1"/>
            <p:nvPr/>
          </p:nvSpPr>
          <p:spPr>
            <a:xfrm>
              <a:off x="3492250" y="2694176"/>
              <a:ext cx="890944" cy="605811"/>
            </a:xfrm>
            <a:prstGeom prst="rect">
              <a:avLst/>
            </a:prstGeom>
            <a:noFill/>
          </p:spPr>
          <p:txBody>
            <a:bodyPr wrap="square" lIns="112274" tIns="56136" rIns="112274" bIns="56136" rtlCol="0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中共党员</a:t>
              </a:r>
            </a:p>
          </p:txBody>
        </p:sp>
      </p:grpSp>
      <p:sp>
        <p:nvSpPr>
          <p:cNvPr id="153" name="图形 151">
            <a:extLst>
              <a:ext uri="{FF2B5EF4-FFF2-40B4-BE49-F238E27FC236}">
                <a16:creationId xmlns:a16="http://schemas.microsoft.com/office/drawing/2014/main" id="{50525C13-55B0-736D-C9B0-7D16F391771F}"/>
              </a:ext>
            </a:extLst>
          </p:cNvPr>
          <p:cNvSpPr/>
          <p:nvPr/>
        </p:nvSpPr>
        <p:spPr>
          <a:xfrm>
            <a:off x="6247294" y="3454595"/>
            <a:ext cx="615496" cy="615496"/>
          </a:xfrm>
          <a:custGeom>
            <a:avLst/>
            <a:gdLst>
              <a:gd name="connsiteX0" fmla="*/ 1279661 w 1543552"/>
              <a:gd name="connsiteY0" fmla="*/ 556208 h 1543552"/>
              <a:gd name="connsiteX1" fmla="*/ 1474998 w 1543552"/>
              <a:gd name="connsiteY1" fmla="*/ 358750 h 1543552"/>
              <a:gd name="connsiteX2" fmla="*/ 1279661 w 1543552"/>
              <a:gd name="connsiteY2" fmla="*/ 161348 h 1543552"/>
              <a:gd name="connsiteX3" fmla="*/ 1084325 w 1543552"/>
              <a:gd name="connsiteY3" fmla="*/ 358750 h 1543552"/>
              <a:gd name="connsiteX4" fmla="*/ 1279661 w 1543552"/>
              <a:gd name="connsiteY4" fmla="*/ 556189 h 1543552"/>
              <a:gd name="connsiteX5" fmla="*/ 261528 w 1543552"/>
              <a:gd name="connsiteY5" fmla="*/ 556208 h 1543552"/>
              <a:gd name="connsiteX6" fmla="*/ 456865 w 1543552"/>
              <a:gd name="connsiteY6" fmla="*/ 358769 h 1543552"/>
              <a:gd name="connsiteX7" fmla="*/ 261528 w 1543552"/>
              <a:gd name="connsiteY7" fmla="*/ 161348 h 1543552"/>
              <a:gd name="connsiteX8" fmla="*/ 66210 w 1543552"/>
              <a:gd name="connsiteY8" fmla="*/ 358750 h 1543552"/>
              <a:gd name="connsiteX9" fmla="*/ 261435 w 1543552"/>
              <a:gd name="connsiteY9" fmla="*/ 556189 h 1543552"/>
              <a:gd name="connsiteX10" fmla="*/ 371549 w 1543552"/>
              <a:gd name="connsiteY10" fmla="*/ 1134777 h 1543552"/>
              <a:gd name="connsiteX11" fmla="*/ 371549 w 1543552"/>
              <a:gd name="connsiteY11" fmla="*/ 795319 h 1543552"/>
              <a:gd name="connsiteX12" fmla="*/ 432029 w 1543552"/>
              <a:gd name="connsiteY12" fmla="*/ 617339 h 1543552"/>
              <a:gd name="connsiteX13" fmla="*/ 324762 w 1543552"/>
              <a:gd name="connsiteY13" fmla="*/ 583946 h 1543552"/>
              <a:gd name="connsiteX14" fmla="*/ 195486 w 1543552"/>
              <a:gd name="connsiteY14" fmla="*/ 583946 h 1543552"/>
              <a:gd name="connsiteX15" fmla="*/ 0 w 1543552"/>
              <a:gd name="connsiteY15" fmla="*/ 781385 h 1543552"/>
              <a:gd name="connsiteX16" fmla="*/ 0 w 1543552"/>
              <a:gd name="connsiteY16" fmla="*/ 995623 h 1543552"/>
              <a:gd name="connsiteX17" fmla="*/ 52332 w 1543552"/>
              <a:gd name="connsiteY17" fmla="*/ 1059675 h 1543552"/>
              <a:gd name="connsiteX18" fmla="*/ 85297 w 1543552"/>
              <a:gd name="connsiteY18" fmla="*/ 1065256 h 1543552"/>
              <a:gd name="connsiteX19" fmla="*/ 99027 w 1543552"/>
              <a:gd name="connsiteY19" fmla="*/ 1276573 h 1543552"/>
              <a:gd name="connsiteX20" fmla="*/ 164976 w 1543552"/>
              <a:gd name="connsiteY20" fmla="*/ 1337723 h 1543552"/>
              <a:gd name="connsiteX21" fmla="*/ 357560 w 1543552"/>
              <a:gd name="connsiteY21" fmla="*/ 1337723 h 1543552"/>
              <a:gd name="connsiteX22" fmla="*/ 423602 w 1543552"/>
              <a:gd name="connsiteY22" fmla="*/ 1276573 h 1543552"/>
              <a:gd name="connsiteX23" fmla="*/ 426244 w 1543552"/>
              <a:gd name="connsiteY23" fmla="*/ 1215386 h 1543552"/>
              <a:gd name="connsiteX24" fmla="*/ 371456 w 1543552"/>
              <a:gd name="connsiteY24" fmla="*/ 1134703 h 1543552"/>
              <a:gd name="connsiteX25" fmla="*/ 1345630 w 1543552"/>
              <a:gd name="connsiteY25" fmla="*/ 583983 h 1543552"/>
              <a:gd name="connsiteX26" fmla="*/ 1216261 w 1543552"/>
              <a:gd name="connsiteY26" fmla="*/ 583983 h 1543552"/>
              <a:gd name="connsiteX27" fmla="*/ 1108974 w 1543552"/>
              <a:gd name="connsiteY27" fmla="*/ 617376 h 1543552"/>
              <a:gd name="connsiteX28" fmla="*/ 1169566 w 1543552"/>
              <a:gd name="connsiteY28" fmla="*/ 795338 h 1543552"/>
              <a:gd name="connsiteX29" fmla="*/ 1169566 w 1543552"/>
              <a:gd name="connsiteY29" fmla="*/ 1134759 h 1543552"/>
              <a:gd name="connsiteX30" fmla="*/ 1114611 w 1543552"/>
              <a:gd name="connsiteY30" fmla="*/ 1218121 h 1543552"/>
              <a:gd name="connsiteX31" fmla="*/ 1117253 w 1543552"/>
              <a:gd name="connsiteY31" fmla="*/ 1279327 h 1543552"/>
              <a:gd name="connsiteX32" fmla="*/ 1183277 w 1543552"/>
              <a:gd name="connsiteY32" fmla="*/ 1340476 h 1543552"/>
              <a:gd name="connsiteX33" fmla="*/ 1378502 w 1543552"/>
              <a:gd name="connsiteY33" fmla="*/ 1340476 h 1543552"/>
              <a:gd name="connsiteX34" fmla="*/ 1444544 w 1543552"/>
              <a:gd name="connsiteY34" fmla="*/ 1279327 h 1543552"/>
              <a:gd name="connsiteX35" fmla="*/ 1458255 w 1543552"/>
              <a:gd name="connsiteY35" fmla="*/ 1068009 h 1543552"/>
              <a:gd name="connsiteX36" fmla="*/ 1491221 w 1543552"/>
              <a:gd name="connsiteY36" fmla="*/ 1062428 h 1543552"/>
              <a:gd name="connsiteX37" fmla="*/ 1543552 w 1543552"/>
              <a:gd name="connsiteY37" fmla="*/ 998358 h 1543552"/>
              <a:gd name="connsiteX38" fmla="*/ 1543552 w 1543552"/>
              <a:gd name="connsiteY38" fmla="*/ 784101 h 1543552"/>
              <a:gd name="connsiteX39" fmla="*/ 1345518 w 1543552"/>
              <a:gd name="connsiteY39" fmla="*/ 583964 h 1543552"/>
              <a:gd name="connsiteX40" fmla="*/ 855799 w 1543552"/>
              <a:gd name="connsiteY40" fmla="*/ 564486 h 1543552"/>
              <a:gd name="connsiteX41" fmla="*/ 682489 w 1543552"/>
              <a:gd name="connsiteY41" fmla="*/ 564486 h 1543552"/>
              <a:gd name="connsiteX42" fmla="*/ 437592 w 1543552"/>
              <a:gd name="connsiteY42" fmla="*/ 814797 h 1543552"/>
              <a:gd name="connsiteX43" fmla="*/ 437592 w 1543552"/>
              <a:gd name="connsiteY43" fmla="*/ 1098500 h 1543552"/>
              <a:gd name="connsiteX44" fmla="*/ 495263 w 1543552"/>
              <a:gd name="connsiteY44" fmla="*/ 1170850 h 1543552"/>
              <a:gd name="connsiteX45" fmla="*/ 547576 w 1543552"/>
              <a:gd name="connsiteY45" fmla="*/ 1182012 h 1543552"/>
              <a:gd name="connsiteX46" fmla="*/ 566831 w 1543552"/>
              <a:gd name="connsiteY46" fmla="*/ 1474087 h 1543552"/>
              <a:gd name="connsiteX47" fmla="*/ 641152 w 1543552"/>
              <a:gd name="connsiteY47" fmla="*/ 1543552 h 1543552"/>
              <a:gd name="connsiteX48" fmla="*/ 899741 w 1543552"/>
              <a:gd name="connsiteY48" fmla="*/ 1543552 h 1543552"/>
              <a:gd name="connsiteX49" fmla="*/ 974043 w 1543552"/>
              <a:gd name="connsiteY49" fmla="*/ 1474087 h 1543552"/>
              <a:gd name="connsiteX50" fmla="*/ 990656 w 1543552"/>
              <a:gd name="connsiteY50" fmla="*/ 1182012 h 1543552"/>
              <a:gd name="connsiteX51" fmla="*/ 1042894 w 1543552"/>
              <a:gd name="connsiteY51" fmla="*/ 1170850 h 1543552"/>
              <a:gd name="connsiteX52" fmla="*/ 1103579 w 1543552"/>
              <a:gd name="connsiteY52" fmla="*/ 1098500 h 1543552"/>
              <a:gd name="connsiteX53" fmla="*/ 1103579 w 1543552"/>
              <a:gd name="connsiteY53" fmla="*/ 814797 h 1543552"/>
              <a:gd name="connsiteX54" fmla="*/ 855762 w 1543552"/>
              <a:gd name="connsiteY54" fmla="*/ 564486 h 1543552"/>
              <a:gd name="connsiteX55" fmla="*/ 770502 w 1543552"/>
              <a:gd name="connsiteY55" fmla="*/ 500602 h 1543552"/>
              <a:gd name="connsiteX56" fmla="*/ 1018059 w 1543552"/>
              <a:gd name="connsiteY56" fmla="*/ 250292 h 1543552"/>
              <a:gd name="connsiteX57" fmla="*/ 770502 w 1543552"/>
              <a:gd name="connsiteY57" fmla="*/ 0 h 1543552"/>
              <a:gd name="connsiteX58" fmla="*/ 522963 w 1543552"/>
              <a:gd name="connsiteY58" fmla="*/ 250292 h 1543552"/>
              <a:gd name="connsiteX59" fmla="*/ 770502 w 1543552"/>
              <a:gd name="connsiteY59" fmla="*/ 500602 h 1543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1543552" h="1543552">
                <a:moveTo>
                  <a:pt x="1279661" y="556208"/>
                </a:moveTo>
                <a:cubicBezTo>
                  <a:pt x="1386855" y="556208"/>
                  <a:pt x="1474998" y="467209"/>
                  <a:pt x="1474998" y="358750"/>
                </a:cubicBezTo>
                <a:cubicBezTo>
                  <a:pt x="1474998" y="250292"/>
                  <a:pt x="1387022" y="161348"/>
                  <a:pt x="1279661" y="161348"/>
                </a:cubicBezTo>
                <a:cubicBezTo>
                  <a:pt x="1172301" y="161348"/>
                  <a:pt x="1084325" y="250292"/>
                  <a:pt x="1084325" y="358750"/>
                </a:cubicBezTo>
                <a:cubicBezTo>
                  <a:pt x="1084325" y="467209"/>
                  <a:pt x="1172338" y="556189"/>
                  <a:pt x="1279661" y="556189"/>
                </a:cubicBezTo>
                <a:close/>
                <a:moveTo>
                  <a:pt x="261528" y="556208"/>
                </a:moveTo>
                <a:cubicBezTo>
                  <a:pt x="368908" y="556208"/>
                  <a:pt x="456865" y="467209"/>
                  <a:pt x="456865" y="358769"/>
                </a:cubicBezTo>
                <a:cubicBezTo>
                  <a:pt x="456865" y="250329"/>
                  <a:pt x="368926" y="161348"/>
                  <a:pt x="261528" y="161348"/>
                </a:cubicBezTo>
                <a:cubicBezTo>
                  <a:pt x="154130" y="161348"/>
                  <a:pt x="66210" y="250292"/>
                  <a:pt x="66210" y="358750"/>
                </a:cubicBezTo>
                <a:cubicBezTo>
                  <a:pt x="66210" y="467209"/>
                  <a:pt x="154242" y="556189"/>
                  <a:pt x="261435" y="556189"/>
                </a:cubicBezTo>
                <a:close/>
                <a:moveTo>
                  <a:pt x="371549" y="1134777"/>
                </a:moveTo>
                <a:lnTo>
                  <a:pt x="371549" y="795319"/>
                </a:lnTo>
                <a:cubicBezTo>
                  <a:pt x="371284" y="730905"/>
                  <a:pt x="392573" y="668254"/>
                  <a:pt x="432029" y="617339"/>
                </a:cubicBezTo>
                <a:cubicBezTo>
                  <a:pt x="401780" y="597861"/>
                  <a:pt x="366080" y="583946"/>
                  <a:pt x="324762" y="583946"/>
                </a:cubicBezTo>
                <a:lnTo>
                  <a:pt x="195486" y="583946"/>
                </a:lnTo>
                <a:cubicBezTo>
                  <a:pt x="88032" y="583946"/>
                  <a:pt x="0" y="672945"/>
                  <a:pt x="0" y="781385"/>
                </a:cubicBezTo>
                <a:lnTo>
                  <a:pt x="0" y="995623"/>
                </a:lnTo>
                <a:cubicBezTo>
                  <a:pt x="0" y="1026319"/>
                  <a:pt x="21989" y="1054094"/>
                  <a:pt x="52332" y="1059675"/>
                </a:cubicBezTo>
                <a:lnTo>
                  <a:pt x="85297" y="1065256"/>
                </a:lnTo>
                <a:lnTo>
                  <a:pt x="99027" y="1276573"/>
                </a:lnTo>
                <a:cubicBezTo>
                  <a:pt x="101713" y="1311030"/>
                  <a:pt x="130415" y="1337643"/>
                  <a:pt x="164976" y="1337723"/>
                </a:cubicBezTo>
                <a:lnTo>
                  <a:pt x="357560" y="1337723"/>
                </a:lnTo>
                <a:cubicBezTo>
                  <a:pt x="392138" y="1337647"/>
                  <a:pt x="420870" y="1311044"/>
                  <a:pt x="423602" y="1276573"/>
                </a:cubicBezTo>
                <a:lnTo>
                  <a:pt x="426244" y="1215386"/>
                </a:lnTo>
                <a:cubicBezTo>
                  <a:pt x="396162" y="1204224"/>
                  <a:pt x="371456" y="1170738"/>
                  <a:pt x="371456" y="1134703"/>
                </a:cubicBezTo>
                <a:close/>
                <a:moveTo>
                  <a:pt x="1345630" y="583983"/>
                </a:moveTo>
                <a:lnTo>
                  <a:pt x="1216261" y="583983"/>
                </a:lnTo>
                <a:cubicBezTo>
                  <a:pt x="1177658" y="583983"/>
                  <a:pt x="1139224" y="595145"/>
                  <a:pt x="1108974" y="617376"/>
                </a:cubicBezTo>
                <a:cubicBezTo>
                  <a:pt x="1148441" y="668286"/>
                  <a:pt x="1169767" y="730922"/>
                  <a:pt x="1169566" y="795338"/>
                </a:cubicBezTo>
                <a:lnTo>
                  <a:pt x="1169566" y="1134759"/>
                </a:lnTo>
                <a:cubicBezTo>
                  <a:pt x="1169447" y="1171000"/>
                  <a:pt x="1147872" y="1203728"/>
                  <a:pt x="1114611" y="1218121"/>
                </a:cubicBezTo>
                <a:lnTo>
                  <a:pt x="1117253" y="1279327"/>
                </a:lnTo>
                <a:cubicBezTo>
                  <a:pt x="1119958" y="1313803"/>
                  <a:pt x="1148694" y="1340418"/>
                  <a:pt x="1183277" y="1340476"/>
                </a:cubicBezTo>
                <a:lnTo>
                  <a:pt x="1378502" y="1340476"/>
                </a:lnTo>
                <a:cubicBezTo>
                  <a:pt x="1413088" y="1340418"/>
                  <a:pt x="1441830" y="1313806"/>
                  <a:pt x="1444544" y="1279327"/>
                </a:cubicBezTo>
                <a:lnTo>
                  <a:pt x="1458255" y="1068009"/>
                </a:lnTo>
                <a:lnTo>
                  <a:pt x="1491221" y="1062428"/>
                </a:lnTo>
                <a:cubicBezTo>
                  <a:pt x="1521470" y="1056847"/>
                  <a:pt x="1543552" y="1029072"/>
                  <a:pt x="1543552" y="998358"/>
                </a:cubicBezTo>
                <a:lnTo>
                  <a:pt x="1543552" y="784101"/>
                </a:lnTo>
                <a:cubicBezTo>
                  <a:pt x="1540985" y="672964"/>
                  <a:pt x="1452786" y="583964"/>
                  <a:pt x="1345518" y="583964"/>
                </a:cubicBezTo>
                <a:close/>
                <a:moveTo>
                  <a:pt x="855799" y="564486"/>
                </a:moveTo>
                <a:lnTo>
                  <a:pt x="682489" y="564486"/>
                </a:lnTo>
                <a:cubicBezTo>
                  <a:pt x="547594" y="564486"/>
                  <a:pt x="437592" y="675829"/>
                  <a:pt x="437592" y="814797"/>
                </a:cubicBezTo>
                <a:lnTo>
                  <a:pt x="437592" y="1098500"/>
                </a:lnTo>
                <a:cubicBezTo>
                  <a:pt x="437592" y="1134591"/>
                  <a:pt x="462297" y="1165250"/>
                  <a:pt x="495263" y="1170850"/>
                </a:cubicBezTo>
                <a:lnTo>
                  <a:pt x="547576" y="1182012"/>
                </a:lnTo>
                <a:lnTo>
                  <a:pt x="566831" y="1474087"/>
                </a:lnTo>
                <a:cubicBezTo>
                  <a:pt x="569745" y="1513058"/>
                  <a:pt x="602072" y="1543274"/>
                  <a:pt x="641152" y="1543552"/>
                </a:cubicBezTo>
                <a:lnTo>
                  <a:pt x="899741" y="1543552"/>
                </a:lnTo>
                <a:cubicBezTo>
                  <a:pt x="938795" y="1543220"/>
                  <a:pt x="971086" y="1513030"/>
                  <a:pt x="974043" y="1474087"/>
                </a:cubicBezTo>
                <a:lnTo>
                  <a:pt x="990656" y="1182012"/>
                </a:lnTo>
                <a:lnTo>
                  <a:pt x="1042894" y="1170850"/>
                </a:lnTo>
                <a:cubicBezTo>
                  <a:pt x="1075953" y="1165269"/>
                  <a:pt x="1103579" y="1131782"/>
                  <a:pt x="1103579" y="1098500"/>
                </a:cubicBezTo>
                <a:lnTo>
                  <a:pt x="1103579" y="814797"/>
                </a:lnTo>
                <a:cubicBezTo>
                  <a:pt x="1103319" y="678563"/>
                  <a:pt x="993391" y="564486"/>
                  <a:pt x="855762" y="564486"/>
                </a:cubicBezTo>
                <a:close/>
                <a:moveTo>
                  <a:pt x="770502" y="500602"/>
                </a:moveTo>
                <a:cubicBezTo>
                  <a:pt x="905396" y="500602"/>
                  <a:pt x="1018059" y="389260"/>
                  <a:pt x="1018059" y="250292"/>
                </a:cubicBezTo>
                <a:cubicBezTo>
                  <a:pt x="1018059" y="114058"/>
                  <a:pt x="908131" y="2735"/>
                  <a:pt x="770502" y="0"/>
                </a:cubicBezTo>
                <a:cubicBezTo>
                  <a:pt x="635608" y="0"/>
                  <a:pt x="525680" y="111361"/>
                  <a:pt x="522963" y="250292"/>
                </a:cubicBezTo>
                <a:cubicBezTo>
                  <a:pt x="525680" y="389260"/>
                  <a:pt x="635608" y="500602"/>
                  <a:pt x="770502" y="500602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96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8D17F-2F28-4334-76A0-5200AA295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52C49ED-1C02-4B52-ADBF-A449A27404C1}"/>
              </a:ext>
            </a:extLst>
          </p:cNvPr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4ABE394-0653-4553-8078-2CE142EFEA89}"/>
              </a:ext>
            </a:extLst>
          </p:cNvPr>
          <p:cNvGrpSpPr/>
          <p:nvPr/>
        </p:nvGrpSpPr>
        <p:grpSpPr>
          <a:xfrm>
            <a:off x="-2" y="3527180"/>
            <a:ext cx="2703742" cy="921872"/>
            <a:chOff x="-2" y="1537960"/>
            <a:chExt cx="2703742" cy="92187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C368CFC-5C9B-D640-1CBB-5A6594B7B491}"/>
                </a:ext>
              </a:extLst>
            </p:cNvPr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>
              <a:extLst>
                <a:ext uri="{FF2B5EF4-FFF2-40B4-BE49-F238E27FC236}">
                  <a16:creationId xmlns:a16="http://schemas.microsoft.com/office/drawing/2014/main" id="{9C7301E5-E7DA-A0FB-7CF8-B4DE41937FAD}"/>
                </a:ext>
              </a:extLst>
            </p:cNvPr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C74E00AB-1C51-A7A3-0E27-77A6E025401D}"/>
              </a:ext>
            </a:extLst>
          </p:cNvPr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084C12-5427-87AD-BD34-C2F81D38D562}"/>
              </a:ext>
            </a:extLst>
          </p:cNvPr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B9F8F1-6087-1BC6-5794-6FD1ED7B72AF}"/>
              </a:ext>
            </a:extLst>
          </p:cNvPr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B8BF746-1AAA-8336-A399-6AB52C61C074}"/>
              </a:ext>
            </a:extLst>
          </p:cNvPr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F6CD5C-BE2F-0EEC-95E0-D3BC9CDC1EB9}"/>
              </a:ext>
            </a:extLst>
          </p:cNvPr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</a:p>
        </p:txBody>
      </p:sp>
      <p:sp>
        <p:nvSpPr>
          <p:cNvPr id="17" name="图形 15">
            <a:extLst>
              <a:ext uri="{FF2B5EF4-FFF2-40B4-BE49-F238E27FC236}">
                <a16:creationId xmlns:a16="http://schemas.microsoft.com/office/drawing/2014/main" id="{CC861B30-87C5-4420-BC31-A57A7A4BDCF1}"/>
              </a:ext>
            </a:extLst>
          </p:cNvPr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tx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BBAF7C2E-FBE7-C3BB-F015-08C661EDB36D}"/>
              </a:ext>
            </a:extLst>
          </p:cNvPr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  <a:solidFill>
            <a:schemeClr val="tx1"/>
          </a:solidFill>
        </p:grpSpPr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3AFC150B-5111-0A44-37F8-83349B8E857D}"/>
                </a:ext>
              </a:extLst>
            </p:cNvPr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308DCDA2-E01F-ADB9-B0D0-07DF15F448B1}"/>
                </a:ext>
              </a:extLst>
            </p:cNvPr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8C108EF8-85FB-85CD-8721-D3BF0EDBB989}"/>
                </a:ext>
              </a:extLst>
            </p:cNvPr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>
            <a:extLst>
              <a:ext uri="{FF2B5EF4-FFF2-40B4-BE49-F238E27FC236}">
                <a16:creationId xmlns:a16="http://schemas.microsoft.com/office/drawing/2014/main" id="{E1CD1923-5C5F-DEC9-C267-F72DB48DF814}"/>
              </a:ext>
            </a:extLst>
          </p:cNvPr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>
            <a:extLst>
              <a:ext uri="{FF2B5EF4-FFF2-40B4-BE49-F238E27FC236}">
                <a16:creationId xmlns:a16="http://schemas.microsoft.com/office/drawing/2014/main" id="{F8A34DE9-10A3-9930-76D3-90D2B7714858}"/>
              </a:ext>
            </a:extLst>
          </p:cNvPr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rgbClr val="000000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B381C49-09D9-F62E-5AD8-3A963C40B02A}"/>
              </a:ext>
            </a:extLst>
          </p:cNvPr>
          <p:cNvSpPr txBox="1"/>
          <p:nvPr/>
        </p:nvSpPr>
        <p:spPr>
          <a:xfrm>
            <a:off x="3930466" y="212442"/>
            <a:ext cx="4671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实习经历</a:t>
            </a:r>
            <a:r>
              <a:rPr kumimoji="1" lang="en-US" altLang="zh-CN" sz="2400" b="1" dirty="0"/>
              <a:t>/</a:t>
            </a:r>
            <a:r>
              <a:rPr kumimoji="1" lang="zh-CN" altLang="en-US" sz="2400" b="1" dirty="0"/>
              <a:t>社会实践</a:t>
            </a:r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80E60A48-6863-4BA3-7893-F6BE0774FA1A}"/>
              </a:ext>
            </a:extLst>
          </p:cNvPr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636D1FD9-7065-4318-F9D0-28CCE5F6FDBB}"/>
              </a:ext>
            </a:extLst>
          </p:cNvPr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FF9EEB1A-46BE-111C-8DC8-FBFCAA58476F}"/>
                </a:ext>
              </a:extLst>
            </p:cNvPr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>
                <a:extLst>
                  <a:ext uri="{FF2B5EF4-FFF2-40B4-BE49-F238E27FC236}">
                    <a16:creationId xmlns:a16="http://schemas.microsoft.com/office/drawing/2014/main" id="{F3730E52-BCE0-B4FB-B51B-4B2209E6988A}"/>
                  </a:ext>
                </a:extLst>
              </p:cNvPr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1BFC5853-59E9-14C3-7A90-E10C9B8673F4}"/>
                  </a:ext>
                </a:extLst>
              </p:cNvPr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299CBFA9-9BA7-F19D-88C1-0413194B0650}"/>
                </a:ext>
              </a:extLst>
            </p:cNvPr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69" name="任意形状 168">
            <a:extLst>
              <a:ext uri="{FF2B5EF4-FFF2-40B4-BE49-F238E27FC236}">
                <a16:creationId xmlns:a16="http://schemas.microsoft.com/office/drawing/2014/main" id="{6639AEC2-EF6E-E574-6BD8-B2C914763853}"/>
              </a:ext>
            </a:extLst>
          </p:cNvPr>
          <p:cNvSpPr/>
          <p:nvPr/>
        </p:nvSpPr>
        <p:spPr>
          <a:xfrm>
            <a:off x="3101171" y="1166463"/>
            <a:ext cx="2893232" cy="3442955"/>
          </a:xfrm>
          <a:custGeom>
            <a:avLst/>
            <a:gdLst>
              <a:gd name="connsiteX0" fmla="*/ 0 w 2893232"/>
              <a:gd name="connsiteY0" fmla="*/ 0 h 3442955"/>
              <a:gd name="connsiteX1" fmla="*/ 2893232 w 2893232"/>
              <a:gd name="connsiteY1" fmla="*/ 0 h 3442955"/>
              <a:gd name="connsiteX2" fmla="*/ 2893232 w 2893232"/>
              <a:gd name="connsiteY2" fmla="*/ 3233100 h 3442955"/>
              <a:gd name="connsiteX3" fmla="*/ 2575898 w 2893232"/>
              <a:gd name="connsiteY3" fmla="*/ 3243063 h 3442955"/>
              <a:gd name="connsiteX4" fmla="*/ 129440 w 2893232"/>
              <a:gd name="connsiteY4" fmla="*/ 3425817 h 3442955"/>
              <a:gd name="connsiteX5" fmla="*/ 0 w 2893232"/>
              <a:gd name="connsiteY5" fmla="*/ 3442955 h 3442955"/>
              <a:gd name="connsiteX6" fmla="*/ 0 w 2893232"/>
              <a:gd name="connsiteY6" fmla="*/ 0 h 3442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93232" h="3442955">
                <a:moveTo>
                  <a:pt x="0" y="0"/>
                </a:moveTo>
                <a:lnTo>
                  <a:pt x="2893232" y="0"/>
                </a:lnTo>
                <a:lnTo>
                  <a:pt x="2893232" y="3233100"/>
                </a:lnTo>
                <a:lnTo>
                  <a:pt x="2575898" y="3243063"/>
                </a:lnTo>
                <a:cubicBezTo>
                  <a:pt x="1626664" y="3279154"/>
                  <a:pt x="787093" y="3342834"/>
                  <a:pt x="129440" y="3425817"/>
                </a:cubicBezTo>
                <a:lnTo>
                  <a:pt x="0" y="3442955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68" name="任意形状 167">
            <a:extLst>
              <a:ext uri="{FF2B5EF4-FFF2-40B4-BE49-F238E27FC236}">
                <a16:creationId xmlns:a16="http://schemas.microsoft.com/office/drawing/2014/main" id="{EE3B7CDC-CF8E-A39A-0A31-8D70F79FD72A}"/>
              </a:ext>
            </a:extLst>
          </p:cNvPr>
          <p:cNvSpPr/>
          <p:nvPr/>
        </p:nvSpPr>
        <p:spPr>
          <a:xfrm>
            <a:off x="6121935" y="1166463"/>
            <a:ext cx="2765700" cy="3230117"/>
          </a:xfrm>
          <a:custGeom>
            <a:avLst/>
            <a:gdLst>
              <a:gd name="connsiteX0" fmla="*/ 0 w 2765700"/>
              <a:gd name="connsiteY0" fmla="*/ 0 h 3230117"/>
              <a:gd name="connsiteX1" fmla="*/ 2765700 w 2765700"/>
              <a:gd name="connsiteY1" fmla="*/ 0 h 3230117"/>
              <a:gd name="connsiteX2" fmla="*/ 2765700 w 2765700"/>
              <a:gd name="connsiteY2" fmla="*/ 3230117 h 3230117"/>
              <a:gd name="connsiteX3" fmla="*/ 2595919 w 2765700"/>
              <a:gd name="connsiteY3" fmla="*/ 3224786 h 3230117"/>
              <a:gd name="connsiteX4" fmla="*/ 1366588 w 2765700"/>
              <a:gd name="connsiteY4" fmla="*/ 3209687 h 3230117"/>
              <a:gd name="connsiteX5" fmla="*/ 137257 w 2765700"/>
              <a:gd name="connsiteY5" fmla="*/ 3224786 h 3230117"/>
              <a:gd name="connsiteX6" fmla="*/ 0 w 2765700"/>
              <a:gd name="connsiteY6" fmla="*/ 3229096 h 3230117"/>
              <a:gd name="connsiteX7" fmla="*/ 0 w 2765700"/>
              <a:gd name="connsiteY7" fmla="*/ 0 h 3230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765700" h="3230117">
                <a:moveTo>
                  <a:pt x="0" y="0"/>
                </a:moveTo>
                <a:lnTo>
                  <a:pt x="2765700" y="0"/>
                </a:lnTo>
                <a:lnTo>
                  <a:pt x="2765700" y="3230117"/>
                </a:lnTo>
                <a:lnTo>
                  <a:pt x="2595919" y="3224786"/>
                </a:lnTo>
                <a:cubicBezTo>
                  <a:pt x="2199835" y="3214897"/>
                  <a:pt x="1788517" y="3209687"/>
                  <a:pt x="1366588" y="3209687"/>
                </a:cubicBezTo>
                <a:cubicBezTo>
                  <a:pt x="944660" y="3209687"/>
                  <a:pt x="533341" y="3214897"/>
                  <a:pt x="137257" y="3224786"/>
                </a:cubicBezTo>
                <a:lnTo>
                  <a:pt x="0" y="3229096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67" name="任意形状 166">
            <a:extLst>
              <a:ext uri="{FF2B5EF4-FFF2-40B4-BE49-F238E27FC236}">
                <a16:creationId xmlns:a16="http://schemas.microsoft.com/office/drawing/2014/main" id="{CCFB0584-5452-96A1-83F5-883A92FD0C24}"/>
              </a:ext>
            </a:extLst>
          </p:cNvPr>
          <p:cNvSpPr/>
          <p:nvPr/>
        </p:nvSpPr>
        <p:spPr>
          <a:xfrm>
            <a:off x="9015167" y="1166463"/>
            <a:ext cx="2860706" cy="3442955"/>
          </a:xfrm>
          <a:custGeom>
            <a:avLst/>
            <a:gdLst>
              <a:gd name="connsiteX0" fmla="*/ 0 w 2860706"/>
              <a:gd name="connsiteY0" fmla="*/ 0 h 3442955"/>
              <a:gd name="connsiteX1" fmla="*/ 2860706 w 2860706"/>
              <a:gd name="connsiteY1" fmla="*/ 0 h 3442955"/>
              <a:gd name="connsiteX2" fmla="*/ 2860706 w 2860706"/>
              <a:gd name="connsiteY2" fmla="*/ 3442955 h 3442955"/>
              <a:gd name="connsiteX3" fmla="*/ 2731268 w 2860706"/>
              <a:gd name="connsiteY3" fmla="*/ 3425817 h 3442955"/>
              <a:gd name="connsiteX4" fmla="*/ 284810 w 2860706"/>
              <a:gd name="connsiteY4" fmla="*/ 3243063 h 3442955"/>
              <a:gd name="connsiteX5" fmla="*/ 0 w 2860706"/>
              <a:gd name="connsiteY5" fmla="*/ 3234121 h 3442955"/>
              <a:gd name="connsiteX6" fmla="*/ 0 w 2860706"/>
              <a:gd name="connsiteY6" fmla="*/ 0 h 34429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06" h="3442955">
                <a:moveTo>
                  <a:pt x="0" y="0"/>
                </a:moveTo>
                <a:lnTo>
                  <a:pt x="2860706" y="0"/>
                </a:lnTo>
                <a:lnTo>
                  <a:pt x="2860706" y="3442955"/>
                </a:lnTo>
                <a:lnTo>
                  <a:pt x="2731268" y="3425817"/>
                </a:lnTo>
                <a:cubicBezTo>
                  <a:pt x="2073615" y="3342834"/>
                  <a:pt x="1234045" y="3279154"/>
                  <a:pt x="284810" y="3243063"/>
                </a:cubicBezTo>
                <a:lnTo>
                  <a:pt x="0" y="3234121"/>
                </a:lnTo>
                <a:lnTo>
                  <a:pt x="0" y="0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82906565-CEE4-C9E4-256B-66626CEDD850}"/>
              </a:ext>
            </a:extLst>
          </p:cNvPr>
          <p:cNvSpPr txBox="1"/>
          <p:nvPr/>
        </p:nvSpPr>
        <p:spPr>
          <a:xfrm>
            <a:off x="3507959" y="4946836"/>
            <a:ext cx="1931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/>
              <a:t>东软医疗实习</a:t>
            </a: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93E9AB6C-A366-15EC-4736-DFAEE777E63C}"/>
              </a:ext>
            </a:extLst>
          </p:cNvPr>
          <p:cNvSpPr txBox="1"/>
          <p:nvPr/>
        </p:nvSpPr>
        <p:spPr>
          <a:xfrm>
            <a:off x="6501755" y="4812078"/>
            <a:ext cx="1931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/>
              <a:t>工作内容</a:t>
            </a: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E92B9039-EDE6-635D-A42F-E2CF8E6351B1}"/>
              </a:ext>
            </a:extLst>
          </p:cNvPr>
          <p:cNvSpPr txBox="1"/>
          <p:nvPr/>
        </p:nvSpPr>
        <p:spPr>
          <a:xfrm>
            <a:off x="9370828" y="4945601"/>
            <a:ext cx="19318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b="1" dirty="0"/>
              <a:t>个人收获</a:t>
            </a: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E4D96DC3-4A55-200D-FCB1-B5FA044BC77A}"/>
              </a:ext>
            </a:extLst>
          </p:cNvPr>
          <p:cNvSpPr txBox="1"/>
          <p:nvPr/>
        </p:nvSpPr>
        <p:spPr>
          <a:xfrm>
            <a:off x="6145269" y="5313098"/>
            <a:ext cx="28490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/>
              <a:t>2025.09 – 2025.11 全栈开发实习，参与武汉黄家湖医院 HIS 系统 Web 端与小程序端迭代开发</a:t>
            </a: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11096452-310F-CC7D-59D4-129A198E5279}"/>
              </a:ext>
            </a:extLst>
          </p:cNvPr>
          <p:cNvSpPr txBox="1"/>
          <p:nvPr/>
        </p:nvSpPr>
        <p:spPr>
          <a:xfrm>
            <a:off x="3080319" y="5639802"/>
            <a:ext cx="28303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/>
              <a:t>实现人脸识别登录、AI 智能客服等功能，完成图像采集处理与 AI 接口联调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3A1861C8-0106-A291-4993-463EE6342CAE}"/>
              </a:ext>
            </a:extLst>
          </p:cNvPr>
          <p:cNvSpPr txBox="1"/>
          <p:nvPr/>
        </p:nvSpPr>
        <p:spPr>
          <a:xfrm>
            <a:off x="9140231" y="5639801"/>
            <a:ext cx="27356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/>
              <a:t>积累真实业务场景下的开发与协作经验，提升系统可靠性与工程交付意识</a:t>
            </a:r>
          </a:p>
        </p:txBody>
      </p:sp>
      <p:sp>
        <p:nvSpPr>
          <p:cNvPr id="183" name="弧 182">
            <a:extLst>
              <a:ext uri="{FF2B5EF4-FFF2-40B4-BE49-F238E27FC236}">
                <a16:creationId xmlns:a16="http://schemas.microsoft.com/office/drawing/2014/main" id="{F80A32B2-799E-FC59-3327-0FEF62AF6F3B}"/>
              </a:ext>
            </a:extLst>
          </p:cNvPr>
          <p:cNvSpPr/>
          <p:nvPr/>
        </p:nvSpPr>
        <p:spPr>
          <a:xfrm>
            <a:off x="3507959" y="4609417"/>
            <a:ext cx="7794700" cy="336179"/>
          </a:xfrm>
          <a:prstGeom prst="arc">
            <a:avLst>
              <a:gd name="adj1" fmla="val 10849873"/>
              <a:gd name="adj2" fmla="val 21563128"/>
            </a:avLst>
          </a:prstGeom>
          <a:ln w="25400">
            <a:gradFill flip="none" rotWithShape="1">
              <a:gsLst>
                <a:gs pos="0">
                  <a:schemeClr val="accent1">
                    <a:alpha val="6000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60000"/>
                  </a:schemeClr>
                </a:gs>
              </a:gsLst>
              <a:lin ang="0" scaled="1"/>
              <a:tileRect/>
            </a:gradFill>
          </a:ln>
          <a:effectLst>
            <a:outerShdw blurRad="50800" dist="38100" dir="5400000" algn="t" rotWithShape="0">
              <a:schemeClr val="accent1">
                <a:alpha val="40000"/>
              </a:schemeClr>
            </a:outerShdw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53CAA31B-1722-8EDF-CAD6-AED0D2CAEE0D}"/>
              </a:ext>
            </a:extLst>
          </p:cNvPr>
          <p:cNvSpPr/>
          <p:nvPr/>
        </p:nvSpPr>
        <p:spPr>
          <a:xfrm>
            <a:off x="4369160" y="5412142"/>
            <a:ext cx="174567" cy="17456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04062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BA4D8-E0FE-E697-C70F-C647C6B7F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D506322C-8A2D-3FA8-56ED-B5089E7048B9}"/>
              </a:ext>
            </a:extLst>
          </p:cNvPr>
          <p:cNvSpPr txBox="1"/>
          <p:nvPr/>
        </p:nvSpPr>
        <p:spPr>
          <a:xfrm>
            <a:off x="5590154" y="1683692"/>
            <a:ext cx="49472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7200" b="1" dirty="0">
                <a:solidFill>
                  <a:schemeClr val="accent1"/>
                </a:solidFill>
                <a:latin typeface="+mn-ea"/>
              </a:rPr>
              <a:t>读研规划</a:t>
            </a:r>
            <a:endParaRPr kumimoji="1" lang="en-US" altLang="zh-CN" sz="7200" b="1" dirty="0">
              <a:solidFill>
                <a:schemeClr val="accent1"/>
              </a:solidFill>
              <a:latin typeface="+mn-ea"/>
            </a:endParaRPr>
          </a:p>
          <a:p>
            <a:r>
              <a:rPr kumimoji="1" lang="en" altLang="zh-CN" sz="36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Graduate Study Plan</a:t>
            </a:r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5BD85EB9-2760-5F6D-5E90-1295249DF30E}"/>
              </a:ext>
            </a:extLst>
          </p:cNvPr>
          <p:cNvGrpSpPr/>
          <p:nvPr/>
        </p:nvGrpSpPr>
        <p:grpSpPr>
          <a:xfrm flipH="1" flipV="1">
            <a:off x="11589615" y="6303377"/>
            <a:ext cx="451913" cy="440249"/>
            <a:chOff x="150471" y="92597"/>
            <a:chExt cx="451913" cy="440249"/>
          </a:xfrm>
        </p:grpSpPr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AE2E1919-C6F3-087B-F920-76E721F67D14}"/>
                </a:ext>
              </a:extLst>
            </p:cNvPr>
            <p:cNvSpPr/>
            <p:nvPr/>
          </p:nvSpPr>
          <p:spPr>
            <a:xfrm>
              <a:off x="150471" y="92597"/>
              <a:ext cx="127321" cy="1273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BF5A4BB4-4A92-126F-E210-F281A5A8F9C7}"/>
                </a:ext>
              </a:extLst>
            </p:cNvPr>
            <p:cNvSpPr/>
            <p:nvPr/>
          </p:nvSpPr>
          <p:spPr>
            <a:xfrm>
              <a:off x="312767" y="92597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9D8026C6-01AA-4776-704F-C0433A7764C6}"/>
                </a:ext>
              </a:extLst>
            </p:cNvPr>
            <p:cNvSpPr/>
            <p:nvPr/>
          </p:nvSpPr>
          <p:spPr>
            <a:xfrm>
              <a:off x="475063" y="92597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0F0BE777-B8E2-C4BA-BA9C-3F9D2ED6DEA7}"/>
                </a:ext>
              </a:extLst>
            </p:cNvPr>
            <p:cNvSpPr/>
            <p:nvPr/>
          </p:nvSpPr>
          <p:spPr>
            <a:xfrm>
              <a:off x="150471" y="249061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678A9729-AA22-E956-EAE2-630E441597BA}"/>
                </a:ext>
              </a:extLst>
            </p:cNvPr>
            <p:cNvSpPr/>
            <p:nvPr/>
          </p:nvSpPr>
          <p:spPr>
            <a:xfrm>
              <a:off x="312767" y="249061"/>
              <a:ext cx="127321" cy="127321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734C7E6F-9A18-2D40-3DBD-17C7B704BDB1}"/>
                </a:ext>
              </a:extLst>
            </p:cNvPr>
            <p:cNvSpPr/>
            <p:nvPr/>
          </p:nvSpPr>
          <p:spPr>
            <a:xfrm>
              <a:off x="475063" y="249061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5A283CEA-1CF0-8074-F65C-3A4069EEA923}"/>
                </a:ext>
              </a:extLst>
            </p:cNvPr>
            <p:cNvSpPr/>
            <p:nvPr/>
          </p:nvSpPr>
          <p:spPr>
            <a:xfrm>
              <a:off x="150471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6B3F3386-5E04-18B0-7CEB-C0D0512551D7}"/>
                </a:ext>
              </a:extLst>
            </p:cNvPr>
            <p:cNvSpPr/>
            <p:nvPr/>
          </p:nvSpPr>
          <p:spPr>
            <a:xfrm>
              <a:off x="312767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42D07666-C4BF-26D0-AAED-1853F1FD07C7}"/>
                </a:ext>
              </a:extLst>
            </p:cNvPr>
            <p:cNvSpPr/>
            <p:nvPr/>
          </p:nvSpPr>
          <p:spPr>
            <a:xfrm>
              <a:off x="475063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24" name="任意形状 23">
            <a:extLst>
              <a:ext uri="{FF2B5EF4-FFF2-40B4-BE49-F238E27FC236}">
                <a16:creationId xmlns:a16="http://schemas.microsoft.com/office/drawing/2014/main" id="{E63E1CE2-D91A-1B44-7D93-667448113E1A}"/>
              </a:ext>
            </a:extLst>
          </p:cNvPr>
          <p:cNvSpPr/>
          <p:nvPr/>
        </p:nvSpPr>
        <p:spPr>
          <a:xfrm>
            <a:off x="834154" y="9018"/>
            <a:ext cx="3955739" cy="6858000"/>
          </a:xfrm>
          <a:custGeom>
            <a:avLst/>
            <a:gdLst>
              <a:gd name="connsiteX0" fmla="*/ 0 w 3955739"/>
              <a:gd name="connsiteY0" fmla="*/ 0 h 6858000"/>
              <a:gd name="connsiteX1" fmla="*/ 2137745 w 3955739"/>
              <a:gd name="connsiteY1" fmla="*/ 0 h 6858000"/>
              <a:gd name="connsiteX2" fmla="*/ 2291807 w 3955739"/>
              <a:gd name="connsiteY2" fmla="*/ 109556 h 6858000"/>
              <a:gd name="connsiteX3" fmla="*/ 3955739 w 3955739"/>
              <a:gd name="connsiteY3" fmla="*/ 3429000 h 6858000"/>
              <a:gd name="connsiteX4" fmla="*/ 2291807 w 3955739"/>
              <a:gd name="connsiteY4" fmla="*/ 6748444 h 6858000"/>
              <a:gd name="connsiteX5" fmla="*/ 2137745 w 3955739"/>
              <a:gd name="connsiteY5" fmla="*/ 6858000 h 6858000"/>
              <a:gd name="connsiteX6" fmla="*/ 0 w 3955739"/>
              <a:gd name="connsiteY6" fmla="*/ 6858000 h 6858000"/>
              <a:gd name="connsiteX7" fmla="*/ 0 w 395573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5739" h="6858000">
                <a:moveTo>
                  <a:pt x="0" y="0"/>
                </a:moveTo>
                <a:lnTo>
                  <a:pt x="2137745" y="0"/>
                </a:lnTo>
                <a:lnTo>
                  <a:pt x="2291807" y="109556"/>
                </a:lnTo>
                <a:cubicBezTo>
                  <a:pt x="3301916" y="864971"/>
                  <a:pt x="3955739" y="2070631"/>
                  <a:pt x="3955739" y="3429000"/>
                </a:cubicBezTo>
                <a:cubicBezTo>
                  <a:pt x="3955739" y="4787369"/>
                  <a:pt x="3301916" y="5993029"/>
                  <a:pt x="2291807" y="6748444"/>
                </a:cubicBezTo>
                <a:lnTo>
                  <a:pt x="213774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0"/>
                </a:schemeClr>
              </a:gs>
              <a:gs pos="50000">
                <a:schemeClr val="accent1">
                  <a:lumMod val="20000"/>
                  <a:lumOff val="80000"/>
                  <a:alpha val="20000"/>
                </a:schemeClr>
              </a:gs>
              <a:gs pos="99000">
                <a:schemeClr val="accent1">
                  <a:lumMod val="20000"/>
                  <a:lumOff val="8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5" name="任意形状 14">
            <a:extLst>
              <a:ext uri="{FF2B5EF4-FFF2-40B4-BE49-F238E27FC236}">
                <a16:creationId xmlns:a16="http://schemas.microsoft.com/office/drawing/2014/main" id="{A066672B-A473-12D6-44AD-92D5E59343C5}"/>
              </a:ext>
            </a:extLst>
          </p:cNvPr>
          <p:cNvSpPr/>
          <p:nvPr/>
        </p:nvSpPr>
        <p:spPr>
          <a:xfrm>
            <a:off x="12922" y="0"/>
            <a:ext cx="3955739" cy="6858000"/>
          </a:xfrm>
          <a:custGeom>
            <a:avLst/>
            <a:gdLst>
              <a:gd name="connsiteX0" fmla="*/ 0 w 3955739"/>
              <a:gd name="connsiteY0" fmla="*/ 0 h 6858000"/>
              <a:gd name="connsiteX1" fmla="*/ 2137745 w 3955739"/>
              <a:gd name="connsiteY1" fmla="*/ 0 h 6858000"/>
              <a:gd name="connsiteX2" fmla="*/ 2291807 w 3955739"/>
              <a:gd name="connsiteY2" fmla="*/ 109556 h 6858000"/>
              <a:gd name="connsiteX3" fmla="*/ 3955739 w 3955739"/>
              <a:gd name="connsiteY3" fmla="*/ 3429000 h 6858000"/>
              <a:gd name="connsiteX4" fmla="*/ 2291807 w 3955739"/>
              <a:gd name="connsiteY4" fmla="*/ 6748444 h 6858000"/>
              <a:gd name="connsiteX5" fmla="*/ 2137745 w 3955739"/>
              <a:gd name="connsiteY5" fmla="*/ 6858000 h 6858000"/>
              <a:gd name="connsiteX6" fmla="*/ 0 w 3955739"/>
              <a:gd name="connsiteY6" fmla="*/ 6858000 h 6858000"/>
              <a:gd name="connsiteX7" fmla="*/ 0 w 3955739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55739" h="6858000">
                <a:moveTo>
                  <a:pt x="0" y="0"/>
                </a:moveTo>
                <a:lnTo>
                  <a:pt x="2137745" y="0"/>
                </a:lnTo>
                <a:lnTo>
                  <a:pt x="2291807" y="109556"/>
                </a:lnTo>
                <a:cubicBezTo>
                  <a:pt x="3301916" y="864971"/>
                  <a:pt x="3955739" y="2070631"/>
                  <a:pt x="3955739" y="3429000"/>
                </a:cubicBezTo>
                <a:cubicBezTo>
                  <a:pt x="3955739" y="4787369"/>
                  <a:pt x="3301916" y="5993029"/>
                  <a:pt x="2291807" y="6748444"/>
                </a:cubicBezTo>
                <a:lnTo>
                  <a:pt x="2137745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50000">
                <a:schemeClr val="accent1">
                  <a:alpha val="95000"/>
                </a:schemeClr>
              </a:gs>
              <a:gs pos="99000">
                <a:schemeClr val="accent1">
                  <a:alpha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8DD23EB1-B163-A246-4477-8B2633D23B43}"/>
              </a:ext>
            </a:extLst>
          </p:cNvPr>
          <p:cNvGrpSpPr/>
          <p:nvPr/>
        </p:nvGrpSpPr>
        <p:grpSpPr>
          <a:xfrm>
            <a:off x="619207" y="2185691"/>
            <a:ext cx="2733593" cy="2486619"/>
            <a:chOff x="619207" y="2304350"/>
            <a:chExt cx="2733593" cy="2486619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BAD0CAD7-2165-3A45-0C56-25054C9B50E5}"/>
                </a:ext>
              </a:extLst>
            </p:cNvPr>
            <p:cNvSpPr txBox="1"/>
            <p:nvPr/>
          </p:nvSpPr>
          <p:spPr>
            <a:xfrm>
              <a:off x="755548" y="2304350"/>
              <a:ext cx="2470485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3800" b="1" dirty="0">
                  <a:solidFill>
                    <a:schemeClr val="bg1"/>
                  </a:solidFill>
                </a:rPr>
                <a:t>04</a:t>
              </a:r>
              <a:endParaRPr kumimoji="1" lang="zh-CN" altLang="en-US" sz="138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E9196BC-B9B4-0748-69F5-8BC5C0E5AD01}"/>
                </a:ext>
              </a:extLst>
            </p:cNvPr>
            <p:cNvSpPr txBox="1"/>
            <p:nvPr/>
          </p:nvSpPr>
          <p:spPr>
            <a:xfrm>
              <a:off x="619207" y="4267749"/>
              <a:ext cx="273359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2800" dirty="0">
                  <a:solidFill>
                    <a:schemeClr val="bg1"/>
                  </a:solidFill>
                  <a:latin typeface="+mn-ea"/>
                </a:rPr>
                <a:t>PART</a:t>
              </a:r>
              <a:r>
                <a:rPr kumimoji="1" lang="zh-CN" altLang="en-US" sz="2800" dirty="0">
                  <a:solidFill>
                    <a:schemeClr val="bg1"/>
                  </a:solidFill>
                  <a:latin typeface="+mn-ea"/>
                </a:rPr>
                <a:t> </a:t>
              </a:r>
              <a:r>
                <a:rPr kumimoji="1" lang="en-US" altLang="zh-CN" sz="2800" dirty="0">
                  <a:solidFill>
                    <a:schemeClr val="bg1"/>
                  </a:solidFill>
                  <a:latin typeface="+mn-ea"/>
                </a:rPr>
                <a:t>FOUR</a:t>
              </a:r>
              <a:endParaRPr kumimoji="1" lang="zh-CN" altLang="en-US" sz="2800" dirty="0">
                <a:solidFill>
                  <a:schemeClr val="bg1"/>
                </a:solidFill>
                <a:latin typeface="+mn-ea"/>
              </a:endParaRPr>
            </a:p>
          </p:txBody>
        </p:sp>
      </p:grp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27B4D105-0F67-1620-6A04-A705987EB94E}"/>
              </a:ext>
            </a:extLst>
          </p:cNvPr>
          <p:cNvCxnSpPr/>
          <p:nvPr/>
        </p:nvCxnSpPr>
        <p:spPr>
          <a:xfrm>
            <a:off x="5834743" y="3773714"/>
            <a:ext cx="575487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13792224-8F1F-0B57-FEBE-7DCC6F04135D}"/>
              </a:ext>
            </a:extLst>
          </p:cNvPr>
          <p:cNvSpPr txBox="1"/>
          <p:nvPr/>
        </p:nvSpPr>
        <p:spPr>
          <a:xfrm>
            <a:off x="7431315" y="4149090"/>
            <a:ext cx="4610213" cy="1308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学术研究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职业发展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个人成长</a:t>
            </a:r>
          </a:p>
        </p:txBody>
      </p:sp>
    </p:spTree>
    <p:extLst>
      <p:ext uri="{BB962C8B-B14F-4D97-AF65-F5344CB8AC3E}">
        <p14:creationId xmlns:p14="http://schemas.microsoft.com/office/powerpoint/2010/main" val="1689965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01B00-DEC0-9FB9-79CC-F190EE515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EC8BB32-493A-2897-6B36-ACC2C387C8AB}"/>
              </a:ext>
            </a:extLst>
          </p:cNvPr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BBAB794-25DB-88B8-AC08-078E8EB57004}"/>
              </a:ext>
            </a:extLst>
          </p:cNvPr>
          <p:cNvGrpSpPr/>
          <p:nvPr/>
        </p:nvGrpSpPr>
        <p:grpSpPr>
          <a:xfrm>
            <a:off x="-2" y="4506895"/>
            <a:ext cx="2703742" cy="921872"/>
            <a:chOff x="-2" y="1537960"/>
            <a:chExt cx="2703742" cy="92187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BCACDFA-2542-CF46-CAFC-A0A784427382}"/>
                </a:ext>
              </a:extLst>
            </p:cNvPr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>
              <a:extLst>
                <a:ext uri="{FF2B5EF4-FFF2-40B4-BE49-F238E27FC236}">
                  <a16:creationId xmlns:a16="http://schemas.microsoft.com/office/drawing/2014/main" id="{9EA6E801-8CAD-23F8-802D-6CC2C30E1EE5}"/>
                </a:ext>
              </a:extLst>
            </p:cNvPr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6705BAC1-D599-2EA4-39FC-B5F75557413B}"/>
              </a:ext>
            </a:extLst>
          </p:cNvPr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21C2FD-D002-F02D-8A59-D68C73650D4F}"/>
              </a:ext>
            </a:extLst>
          </p:cNvPr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C399A9-FC59-0F1E-D33B-F560953AF0E4}"/>
              </a:ext>
            </a:extLst>
          </p:cNvPr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8429D14-0FCB-D56D-603D-EF203D24F4B2}"/>
              </a:ext>
            </a:extLst>
          </p:cNvPr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F6FCD3-98C3-17AB-FF57-A945B947C76B}"/>
              </a:ext>
            </a:extLst>
          </p:cNvPr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</a:p>
        </p:txBody>
      </p:sp>
      <p:sp>
        <p:nvSpPr>
          <p:cNvPr id="17" name="图形 15">
            <a:extLst>
              <a:ext uri="{FF2B5EF4-FFF2-40B4-BE49-F238E27FC236}">
                <a16:creationId xmlns:a16="http://schemas.microsoft.com/office/drawing/2014/main" id="{6242A296-156B-E6E8-6447-721AE687CA68}"/>
              </a:ext>
            </a:extLst>
          </p:cNvPr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tx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B9D306A-A93E-2CA1-2C95-AD77153D95D2}"/>
              </a:ext>
            </a:extLst>
          </p:cNvPr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  <a:solidFill>
            <a:schemeClr val="tx1"/>
          </a:solidFill>
        </p:grpSpPr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A00F5CF0-EC9A-2640-234E-02B86EEB2E9D}"/>
                </a:ext>
              </a:extLst>
            </p:cNvPr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E72AC1A6-3A27-E062-8A63-A9563DD4BFBA}"/>
                </a:ext>
              </a:extLst>
            </p:cNvPr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78623D3B-9AB1-9C25-9224-B9BF3567D587}"/>
                </a:ext>
              </a:extLst>
            </p:cNvPr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>
            <a:extLst>
              <a:ext uri="{FF2B5EF4-FFF2-40B4-BE49-F238E27FC236}">
                <a16:creationId xmlns:a16="http://schemas.microsoft.com/office/drawing/2014/main" id="{A419470F-17F2-99E9-A6F5-A346FCD6B965}"/>
              </a:ext>
            </a:extLst>
          </p:cNvPr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>
            <a:extLst>
              <a:ext uri="{FF2B5EF4-FFF2-40B4-BE49-F238E27FC236}">
                <a16:creationId xmlns:a16="http://schemas.microsoft.com/office/drawing/2014/main" id="{7111AA85-EE8E-7DC3-5BCA-EB63EB798A57}"/>
              </a:ext>
            </a:extLst>
          </p:cNvPr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88044C6-C511-155C-FD54-658CAFA690B7}"/>
              </a:ext>
            </a:extLst>
          </p:cNvPr>
          <p:cNvSpPr txBox="1"/>
          <p:nvPr/>
        </p:nvSpPr>
        <p:spPr>
          <a:xfrm>
            <a:off x="3930466" y="212442"/>
            <a:ext cx="4671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学术研究</a:t>
            </a:r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A9A9F32D-5C3D-4B21-F331-A9237AE1DFF7}"/>
              </a:ext>
            </a:extLst>
          </p:cNvPr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88C48740-F642-0DBA-7072-1DA181BDF491}"/>
              </a:ext>
            </a:extLst>
          </p:cNvPr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E240CFE-2B8E-988C-16C7-4F63B912A582}"/>
                </a:ext>
              </a:extLst>
            </p:cNvPr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>
                <a:extLst>
                  <a:ext uri="{FF2B5EF4-FFF2-40B4-BE49-F238E27FC236}">
                    <a16:creationId xmlns:a16="http://schemas.microsoft.com/office/drawing/2014/main" id="{98972EC5-97D9-2C9D-C742-85D54EFD9251}"/>
                  </a:ext>
                </a:extLst>
              </p:cNvPr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811CA5D9-FB07-842A-04AB-FE60F0FFF10A}"/>
                  </a:ext>
                </a:extLst>
              </p:cNvPr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98555AA7-B652-A24D-668E-45FE557C631B}"/>
                </a:ext>
              </a:extLst>
            </p:cNvPr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4B8BDD2-77B7-E54D-D558-BF53CDC92253}"/>
              </a:ext>
            </a:extLst>
          </p:cNvPr>
          <p:cNvGrpSpPr/>
          <p:nvPr/>
        </p:nvGrpSpPr>
        <p:grpSpPr>
          <a:xfrm>
            <a:off x="3122023" y="3070566"/>
            <a:ext cx="1105795" cy="1106194"/>
            <a:chOff x="608405" y="3573039"/>
            <a:chExt cx="1105795" cy="1106194"/>
          </a:xfrm>
        </p:grpSpPr>
        <p:sp>
          <p:nvSpPr>
            <p:cNvPr id="19" name="Rounded Rectangle 6">
              <a:extLst>
                <a:ext uri="{FF2B5EF4-FFF2-40B4-BE49-F238E27FC236}">
                  <a16:creationId xmlns:a16="http://schemas.microsoft.com/office/drawing/2014/main" id="{FE73E472-2870-2E1E-2131-D98596989784}"/>
                </a:ext>
              </a:extLst>
            </p:cNvPr>
            <p:cNvSpPr/>
            <p:nvPr/>
          </p:nvSpPr>
          <p:spPr>
            <a:xfrm>
              <a:off x="608405" y="3573039"/>
              <a:ext cx="1105795" cy="110619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  <a:effectLst>
              <a:outerShdw blurRad="50800" dist="38100" dir="2700000" algn="tl" rotWithShape="0">
                <a:schemeClr val="accent1">
                  <a:lumMod val="20000"/>
                  <a:lumOff val="8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28" tIns="45514" rIns="91028" bIns="45514" anchor="ctr"/>
            <a:lstStyle/>
            <a:p>
              <a:pPr algn="ctr" defTabSz="1212215"/>
              <a:endParaRPr lang="en-GB" sz="2385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0" name="Rounded Rectangle 5">
              <a:extLst>
                <a:ext uri="{FF2B5EF4-FFF2-40B4-BE49-F238E27FC236}">
                  <a16:creationId xmlns:a16="http://schemas.microsoft.com/office/drawing/2014/main" id="{091DC5C2-E140-3EE9-EE18-433208DCC75C}"/>
                </a:ext>
              </a:extLst>
            </p:cNvPr>
            <p:cNvSpPr/>
            <p:nvPr/>
          </p:nvSpPr>
          <p:spPr>
            <a:xfrm>
              <a:off x="692983" y="3657647"/>
              <a:ext cx="936640" cy="93697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212215"/>
              <a:endParaRPr lang="en-GB" sz="3135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D7E2FBE9-AE71-E8F1-7EDB-3845402479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518" y="3912909"/>
              <a:ext cx="434060" cy="456038"/>
            </a:xfrm>
            <a:custGeom>
              <a:avLst/>
              <a:gdLst>
                <a:gd name="T0" fmla="*/ 139 w 577"/>
                <a:gd name="T1" fmla="*/ 87 h 609"/>
                <a:gd name="T2" fmla="*/ 27 w 577"/>
                <a:gd name="T3" fmla="*/ 87 h 609"/>
                <a:gd name="T4" fmla="*/ 27 w 577"/>
                <a:gd name="T5" fmla="*/ 48 h 609"/>
                <a:gd name="T6" fmla="*/ 139 w 577"/>
                <a:gd name="T7" fmla="*/ 48 h 609"/>
                <a:gd name="T8" fmla="*/ 139 w 577"/>
                <a:gd name="T9" fmla="*/ 87 h 609"/>
                <a:gd name="T10" fmla="*/ 139 w 577"/>
                <a:gd name="T11" fmla="*/ 179 h 609"/>
                <a:gd name="T12" fmla="*/ 27 w 577"/>
                <a:gd name="T13" fmla="*/ 179 h 609"/>
                <a:gd name="T14" fmla="*/ 27 w 577"/>
                <a:gd name="T15" fmla="*/ 140 h 609"/>
                <a:gd name="T16" fmla="*/ 139 w 577"/>
                <a:gd name="T17" fmla="*/ 140 h 609"/>
                <a:gd name="T18" fmla="*/ 139 w 577"/>
                <a:gd name="T19" fmla="*/ 179 h 609"/>
                <a:gd name="T20" fmla="*/ 139 w 577"/>
                <a:gd name="T21" fmla="*/ 271 h 609"/>
                <a:gd name="T22" fmla="*/ 27 w 577"/>
                <a:gd name="T23" fmla="*/ 271 h 609"/>
                <a:gd name="T24" fmla="*/ 27 w 577"/>
                <a:gd name="T25" fmla="*/ 232 h 609"/>
                <a:gd name="T26" fmla="*/ 139 w 577"/>
                <a:gd name="T27" fmla="*/ 232 h 609"/>
                <a:gd name="T28" fmla="*/ 139 w 577"/>
                <a:gd name="T29" fmla="*/ 271 h 609"/>
                <a:gd name="T30" fmla="*/ 0 w 577"/>
                <a:gd name="T31" fmla="*/ 609 h 609"/>
                <a:gd name="T32" fmla="*/ 166 w 577"/>
                <a:gd name="T33" fmla="*/ 609 h 609"/>
                <a:gd name="T34" fmla="*/ 166 w 577"/>
                <a:gd name="T35" fmla="*/ 0 h 609"/>
                <a:gd name="T36" fmla="*/ 0 w 577"/>
                <a:gd name="T37" fmla="*/ 0 h 609"/>
                <a:gd name="T38" fmla="*/ 0 w 577"/>
                <a:gd name="T39" fmla="*/ 609 h 609"/>
                <a:gd name="T40" fmla="*/ 344 w 577"/>
                <a:gd name="T41" fmla="*/ 87 h 609"/>
                <a:gd name="T42" fmla="*/ 232 w 577"/>
                <a:gd name="T43" fmla="*/ 87 h 609"/>
                <a:gd name="T44" fmla="*/ 232 w 577"/>
                <a:gd name="T45" fmla="*/ 48 h 609"/>
                <a:gd name="T46" fmla="*/ 344 w 577"/>
                <a:gd name="T47" fmla="*/ 48 h 609"/>
                <a:gd name="T48" fmla="*/ 344 w 577"/>
                <a:gd name="T49" fmla="*/ 87 h 609"/>
                <a:gd name="T50" fmla="*/ 344 w 577"/>
                <a:gd name="T51" fmla="*/ 179 h 609"/>
                <a:gd name="T52" fmla="*/ 232 w 577"/>
                <a:gd name="T53" fmla="*/ 179 h 609"/>
                <a:gd name="T54" fmla="*/ 232 w 577"/>
                <a:gd name="T55" fmla="*/ 140 h 609"/>
                <a:gd name="T56" fmla="*/ 344 w 577"/>
                <a:gd name="T57" fmla="*/ 140 h 609"/>
                <a:gd name="T58" fmla="*/ 344 w 577"/>
                <a:gd name="T59" fmla="*/ 179 h 609"/>
                <a:gd name="T60" fmla="*/ 344 w 577"/>
                <a:gd name="T61" fmla="*/ 271 h 609"/>
                <a:gd name="T62" fmla="*/ 232 w 577"/>
                <a:gd name="T63" fmla="*/ 271 h 609"/>
                <a:gd name="T64" fmla="*/ 232 w 577"/>
                <a:gd name="T65" fmla="*/ 232 h 609"/>
                <a:gd name="T66" fmla="*/ 344 w 577"/>
                <a:gd name="T67" fmla="*/ 232 h 609"/>
                <a:gd name="T68" fmla="*/ 344 w 577"/>
                <a:gd name="T69" fmla="*/ 271 h 609"/>
                <a:gd name="T70" fmla="*/ 205 w 577"/>
                <a:gd name="T71" fmla="*/ 609 h 609"/>
                <a:gd name="T72" fmla="*/ 371 w 577"/>
                <a:gd name="T73" fmla="*/ 609 h 609"/>
                <a:gd name="T74" fmla="*/ 371 w 577"/>
                <a:gd name="T75" fmla="*/ 0 h 609"/>
                <a:gd name="T76" fmla="*/ 205 w 577"/>
                <a:gd name="T77" fmla="*/ 0 h 609"/>
                <a:gd name="T78" fmla="*/ 205 w 577"/>
                <a:gd name="T79" fmla="*/ 609 h 609"/>
                <a:gd name="T80" fmla="*/ 549 w 577"/>
                <a:gd name="T81" fmla="*/ 87 h 609"/>
                <a:gd name="T82" fmla="*/ 437 w 577"/>
                <a:gd name="T83" fmla="*/ 87 h 609"/>
                <a:gd name="T84" fmla="*/ 437 w 577"/>
                <a:gd name="T85" fmla="*/ 48 h 609"/>
                <a:gd name="T86" fmla="*/ 549 w 577"/>
                <a:gd name="T87" fmla="*/ 48 h 609"/>
                <a:gd name="T88" fmla="*/ 549 w 577"/>
                <a:gd name="T89" fmla="*/ 87 h 609"/>
                <a:gd name="T90" fmla="*/ 549 w 577"/>
                <a:gd name="T91" fmla="*/ 179 h 609"/>
                <a:gd name="T92" fmla="*/ 437 w 577"/>
                <a:gd name="T93" fmla="*/ 179 h 609"/>
                <a:gd name="T94" fmla="*/ 437 w 577"/>
                <a:gd name="T95" fmla="*/ 140 h 609"/>
                <a:gd name="T96" fmla="*/ 549 w 577"/>
                <a:gd name="T97" fmla="*/ 140 h 609"/>
                <a:gd name="T98" fmla="*/ 549 w 577"/>
                <a:gd name="T99" fmla="*/ 179 h 609"/>
                <a:gd name="T100" fmla="*/ 549 w 577"/>
                <a:gd name="T101" fmla="*/ 271 h 609"/>
                <a:gd name="T102" fmla="*/ 437 w 577"/>
                <a:gd name="T103" fmla="*/ 271 h 609"/>
                <a:gd name="T104" fmla="*/ 437 w 577"/>
                <a:gd name="T105" fmla="*/ 232 h 609"/>
                <a:gd name="T106" fmla="*/ 549 w 577"/>
                <a:gd name="T107" fmla="*/ 232 h 609"/>
                <a:gd name="T108" fmla="*/ 549 w 577"/>
                <a:gd name="T109" fmla="*/ 271 h 609"/>
                <a:gd name="T110" fmla="*/ 410 w 577"/>
                <a:gd name="T111" fmla="*/ 609 h 609"/>
                <a:gd name="T112" fmla="*/ 577 w 577"/>
                <a:gd name="T113" fmla="*/ 609 h 609"/>
                <a:gd name="T114" fmla="*/ 577 w 577"/>
                <a:gd name="T115" fmla="*/ 0 h 609"/>
                <a:gd name="T116" fmla="*/ 410 w 577"/>
                <a:gd name="T117" fmla="*/ 0 h 609"/>
                <a:gd name="T118" fmla="*/ 410 w 577"/>
                <a:gd name="T119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77" h="609">
                  <a:moveTo>
                    <a:pt x="139" y="87"/>
                  </a:moveTo>
                  <a:lnTo>
                    <a:pt x="27" y="87"/>
                  </a:lnTo>
                  <a:lnTo>
                    <a:pt x="27" y="48"/>
                  </a:lnTo>
                  <a:lnTo>
                    <a:pt x="139" y="48"/>
                  </a:lnTo>
                  <a:lnTo>
                    <a:pt x="139" y="87"/>
                  </a:lnTo>
                  <a:close/>
                  <a:moveTo>
                    <a:pt x="139" y="179"/>
                  </a:moveTo>
                  <a:lnTo>
                    <a:pt x="27" y="179"/>
                  </a:lnTo>
                  <a:lnTo>
                    <a:pt x="27" y="140"/>
                  </a:lnTo>
                  <a:lnTo>
                    <a:pt x="139" y="140"/>
                  </a:lnTo>
                  <a:lnTo>
                    <a:pt x="139" y="179"/>
                  </a:lnTo>
                  <a:close/>
                  <a:moveTo>
                    <a:pt x="139" y="271"/>
                  </a:moveTo>
                  <a:lnTo>
                    <a:pt x="27" y="271"/>
                  </a:lnTo>
                  <a:lnTo>
                    <a:pt x="27" y="232"/>
                  </a:lnTo>
                  <a:lnTo>
                    <a:pt x="139" y="232"/>
                  </a:lnTo>
                  <a:lnTo>
                    <a:pt x="139" y="271"/>
                  </a:lnTo>
                  <a:close/>
                  <a:moveTo>
                    <a:pt x="0" y="609"/>
                  </a:moveTo>
                  <a:lnTo>
                    <a:pt x="166" y="609"/>
                  </a:lnTo>
                  <a:lnTo>
                    <a:pt x="166" y="0"/>
                  </a:lnTo>
                  <a:lnTo>
                    <a:pt x="0" y="0"/>
                  </a:lnTo>
                  <a:lnTo>
                    <a:pt x="0" y="609"/>
                  </a:lnTo>
                  <a:close/>
                  <a:moveTo>
                    <a:pt x="344" y="87"/>
                  </a:moveTo>
                  <a:lnTo>
                    <a:pt x="232" y="87"/>
                  </a:lnTo>
                  <a:lnTo>
                    <a:pt x="232" y="48"/>
                  </a:lnTo>
                  <a:lnTo>
                    <a:pt x="344" y="48"/>
                  </a:lnTo>
                  <a:lnTo>
                    <a:pt x="344" y="87"/>
                  </a:lnTo>
                  <a:close/>
                  <a:moveTo>
                    <a:pt x="344" y="179"/>
                  </a:moveTo>
                  <a:lnTo>
                    <a:pt x="232" y="179"/>
                  </a:lnTo>
                  <a:lnTo>
                    <a:pt x="232" y="140"/>
                  </a:lnTo>
                  <a:lnTo>
                    <a:pt x="344" y="140"/>
                  </a:lnTo>
                  <a:lnTo>
                    <a:pt x="344" y="179"/>
                  </a:lnTo>
                  <a:close/>
                  <a:moveTo>
                    <a:pt x="344" y="271"/>
                  </a:moveTo>
                  <a:lnTo>
                    <a:pt x="232" y="271"/>
                  </a:lnTo>
                  <a:lnTo>
                    <a:pt x="232" y="232"/>
                  </a:lnTo>
                  <a:lnTo>
                    <a:pt x="344" y="232"/>
                  </a:lnTo>
                  <a:lnTo>
                    <a:pt x="344" y="271"/>
                  </a:lnTo>
                  <a:close/>
                  <a:moveTo>
                    <a:pt x="205" y="609"/>
                  </a:moveTo>
                  <a:lnTo>
                    <a:pt x="371" y="609"/>
                  </a:lnTo>
                  <a:lnTo>
                    <a:pt x="371" y="0"/>
                  </a:lnTo>
                  <a:lnTo>
                    <a:pt x="205" y="0"/>
                  </a:lnTo>
                  <a:lnTo>
                    <a:pt x="205" y="609"/>
                  </a:lnTo>
                  <a:close/>
                  <a:moveTo>
                    <a:pt x="549" y="87"/>
                  </a:moveTo>
                  <a:lnTo>
                    <a:pt x="437" y="87"/>
                  </a:lnTo>
                  <a:lnTo>
                    <a:pt x="437" y="48"/>
                  </a:lnTo>
                  <a:lnTo>
                    <a:pt x="549" y="48"/>
                  </a:lnTo>
                  <a:lnTo>
                    <a:pt x="549" y="87"/>
                  </a:lnTo>
                  <a:close/>
                  <a:moveTo>
                    <a:pt x="549" y="179"/>
                  </a:moveTo>
                  <a:lnTo>
                    <a:pt x="437" y="179"/>
                  </a:lnTo>
                  <a:lnTo>
                    <a:pt x="437" y="140"/>
                  </a:lnTo>
                  <a:lnTo>
                    <a:pt x="549" y="140"/>
                  </a:lnTo>
                  <a:lnTo>
                    <a:pt x="549" y="179"/>
                  </a:lnTo>
                  <a:close/>
                  <a:moveTo>
                    <a:pt x="549" y="271"/>
                  </a:moveTo>
                  <a:lnTo>
                    <a:pt x="437" y="271"/>
                  </a:lnTo>
                  <a:lnTo>
                    <a:pt x="437" y="232"/>
                  </a:lnTo>
                  <a:lnTo>
                    <a:pt x="549" y="232"/>
                  </a:lnTo>
                  <a:lnTo>
                    <a:pt x="549" y="271"/>
                  </a:lnTo>
                  <a:close/>
                  <a:moveTo>
                    <a:pt x="410" y="609"/>
                  </a:moveTo>
                  <a:lnTo>
                    <a:pt x="577" y="609"/>
                  </a:lnTo>
                  <a:lnTo>
                    <a:pt x="577" y="0"/>
                  </a:lnTo>
                  <a:lnTo>
                    <a:pt x="410" y="0"/>
                  </a:lnTo>
                  <a:lnTo>
                    <a:pt x="410" y="609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BBDF0F80-70DC-4993-41E5-735C13AEDA86}"/>
              </a:ext>
            </a:extLst>
          </p:cNvPr>
          <p:cNvGrpSpPr/>
          <p:nvPr/>
        </p:nvGrpSpPr>
        <p:grpSpPr>
          <a:xfrm>
            <a:off x="3122023" y="4865538"/>
            <a:ext cx="1105795" cy="1106194"/>
            <a:chOff x="608405" y="5368011"/>
            <a:chExt cx="1105795" cy="1106194"/>
          </a:xfrm>
        </p:grpSpPr>
        <p:sp>
          <p:nvSpPr>
            <p:cNvPr id="40" name="Rounded Rectangle 6">
              <a:extLst>
                <a:ext uri="{FF2B5EF4-FFF2-40B4-BE49-F238E27FC236}">
                  <a16:creationId xmlns:a16="http://schemas.microsoft.com/office/drawing/2014/main" id="{0EEDA6B5-95DA-233A-F93F-D8A3F2218CB0}"/>
                </a:ext>
              </a:extLst>
            </p:cNvPr>
            <p:cNvSpPr/>
            <p:nvPr/>
          </p:nvSpPr>
          <p:spPr>
            <a:xfrm>
              <a:off x="608405" y="5368011"/>
              <a:ext cx="1105795" cy="110619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  <a:effectLst>
              <a:outerShdw blurRad="190500" dist="88900" dir="2700000" algn="tl" rotWithShape="0">
                <a:schemeClr val="accent1">
                  <a:lumMod val="20000"/>
                  <a:lumOff val="80000"/>
                  <a:alpha val="3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28" tIns="45514" rIns="91028" bIns="45514" anchor="ctr"/>
            <a:lstStyle/>
            <a:p>
              <a:pPr algn="ctr" defTabSz="1212215"/>
              <a:endParaRPr lang="en-GB" sz="2385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1" name="Rounded Rectangle 6">
              <a:extLst>
                <a:ext uri="{FF2B5EF4-FFF2-40B4-BE49-F238E27FC236}">
                  <a16:creationId xmlns:a16="http://schemas.microsoft.com/office/drawing/2014/main" id="{E55C6E45-6F37-202F-7776-D99853E8A3A8}"/>
                </a:ext>
              </a:extLst>
            </p:cNvPr>
            <p:cNvSpPr/>
            <p:nvPr/>
          </p:nvSpPr>
          <p:spPr>
            <a:xfrm>
              <a:off x="693390" y="5452275"/>
              <a:ext cx="936640" cy="93697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212215"/>
              <a:endParaRPr lang="en-GB" sz="3135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39BDCAC7-ED84-1C88-8AE0-543B403080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1297" y="5689115"/>
              <a:ext cx="459701" cy="454207"/>
            </a:xfrm>
            <a:custGeom>
              <a:avLst/>
              <a:gdLst>
                <a:gd name="T0" fmla="*/ 553 w 612"/>
                <a:gd name="T1" fmla="*/ 521 h 605"/>
                <a:gd name="T2" fmla="*/ 490 w 612"/>
                <a:gd name="T3" fmla="*/ 521 h 605"/>
                <a:gd name="T4" fmla="*/ 590 w 612"/>
                <a:gd name="T5" fmla="*/ 58 h 605"/>
                <a:gd name="T6" fmla="*/ 508 w 612"/>
                <a:gd name="T7" fmla="*/ 0 h 605"/>
                <a:gd name="T8" fmla="*/ 288 w 612"/>
                <a:gd name="T9" fmla="*/ 196 h 605"/>
                <a:gd name="T10" fmla="*/ 256 w 612"/>
                <a:gd name="T11" fmla="*/ 241 h 605"/>
                <a:gd name="T12" fmla="*/ 229 w 612"/>
                <a:gd name="T13" fmla="*/ 254 h 605"/>
                <a:gd name="T14" fmla="*/ 232 w 612"/>
                <a:gd name="T15" fmla="*/ 338 h 605"/>
                <a:gd name="T16" fmla="*/ 55 w 612"/>
                <a:gd name="T17" fmla="*/ 492 h 605"/>
                <a:gd name="T18" fmla="*/ 35 w 612"/>
                <a:gd name="T19" fmla="*/ 605 h 605"/>
                <a:gd name="T20" fmla="*/ 127 w 612"/>
                <a:gd name="T21" fmla="*/ 513 h 605"/>
                <a:gd name="T22" fmla="*/ 271 w 612"/>
                <a:gd name="T23" fmla="*/ 377 h 605"/>
                <a:gd name="T24" fmla="*/ 352 w 612"/>
                <a:gd name="T25" fmla="*/ 377 h 605"/>
                <a:gd name="T26" fmla="*/ 375 w 612"/>
                <a:gd name="T27" fmla="*/ 326 h 605"/>
                <a:gd name="T28" fmla="*/ 410 w 612"/>
                <a:gd name="T29" fmla="*/ 319 h 605"/>
                <a:gd name="T30" fmla="*/ 590 w 612"/>
                <a:gd name="T31" fmla="*/ 58 h 605"/>
                <a:gd name="T32" fmla="*/ 239 w 612"/>
                <a:gd name="T33" fmla="*/ 197 h 605"/>
                <a:gd name="T34" fmla="*/ 246 w 612"/>
                <a:gd name="T35" fmla="*/ 190 h 605"/>
                <a:gd name="T36" fmla="*/ 266 w 612"/>
                <a:gd name="T37" fmla="*/ 171 h 605"/>
                <a:gd name="T38" fmla="*/ 131 w 612"/>
                <a:gd name="T39" fmla="*/ 1 h 605"/>
                <a:gd name="T40" fmla="*/ 171 w 612"/>
                <a:gd name="T41" fmla="*/ 97 h 605"/>
                <a:gd name="T42" fmla="*/ 13 w 612"/>
                <a:gd name="T43" fmla="*/ 118 h 605"/>
                <a:gd name="T44" fmla="*/ 141 w 612"/>
                <a:gd name="T45" fmla="*/ 272 h 605"/>
                <a:gd name="T46" fmla="*/ 185 w 612"/>
                <a:gd name="T47" fmla="*/ 263 h 605"/>
                <a:gd name="T48" fmla="*/ 221 w 612"/>
                <a:gd name="T49" fmla="*/ 215 h 605"/>
                <a:gd name="T50" fmla="*/ 409 w 612"/>
                <a:gd name="T51" fmla="*/ 368 h 605"/>
                <a:gd name="T52" fmla="*/ 376 w 612"/>
                <a:gd name="T53" fmla="*/ 401 h 605"/>
                <a:gd name="T54" fmla="*/ 451 w 612"/>
                <a:gd name="T55" fmla="*/ 529 h 605"/>
                <a:gd name="T56" fmla="*/ 529 w 612"/>
                <a:gd name="T57" fmla="*/ 605 h 605"/>
                <a:gd name="T58" fmla="*/ 597 w 612"/>
                <a:gd name="T59" fmla="*/ 502 h 605"/>
                <a:gd name="T60" fmla="*/ 427 w 612"/>
                <a:gd name="T61" fmla="*/ 350 h 605"/>
                <a:gd name="T62" fmla="*/ 401 w 612"/>
                <a:gd name="T63" fmla="*/ 352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12" h="605">
                  <a:moveTo>
                    <a:pt x="522" y="490"/>
                  </a:moveTo>
                  <a:cubicBezTo>
                    <a:pt x="539" y="490"/>
                    <a:pt x="553" y="504"/>
                    <a:pt x="553" y="521"/>
                  </a:cubicBezTo>
                  <a:cubicBezTo>
                    <a:pt x="553" y="539"/>
                    <a:pt x="539" y="553"/>
                    <a:pt x="522" y="553"/>
                  </a:cubicBezTo>
                  <a:cubicBezTo>
                    <a:pt x="504" y="553"/>
                    <a:pt x="490" y="539"/>
                    <a:pt x="490" y="521"/>
                  </a:cubicBezTo>
                  <a:cubicBezTo>
                    <a:pt x="490" y="504"/>
                    <a:pt x="504" y="490"/>
                    <a:pt x="522" y="490"/>
                  </a:cubicBezTo>
                  <a:close/>
                  <a:moveTo>
                    <a:pt x="590" y="58"/>
                  </a:moveTo>
                  <a:lnTo>
                    <a:pt x="548" y="17"/>
                  </a:lnTo>
                  <a:cubicBezTo>
                    <a:pt x="537" y="5"/>
                    <a:pt x="522" y="0"/>
                    <a:pt x="508" y="0"/>
                  </a:cubicBezTo>
                  <a:cubicBezTo>
                    <a:pt x="493" y="0"/>
                    <a:pt x="478" y="5"/>
                    <a:pt x="467" y="17"/>
                  </a:cubicBezTo>
                  <a:lnTo>
                    <a:pt x="288" y="196"/>
                  </a:lnTo>
                  <a:cubicBezTo>
                    <a:pt x="293" y="207"/>
                    <a:pt x="289" y="223"/>
                    <a:pt x="281" y="231"/>
                  </a:cubicBezTo>
                  <a:cubicBezTo>
                    <a:pt x="275" y="237"/>
                    <a:pt x="265" y="241"/>
                    <a:pt x="256" y="241"/>
                  </a:cubicBezTo>
                  <a:cubicBezTo>
                    <a:pt x="252" y="241"/>
                    <a:pt x="249" y="240"/>
                    <a:pt x="245" y="239"/>
                  </a:cubicBezTo>
                  <a:lnTo>
                    <a:pt x="229" y="254"/>
                  </a:lnTo>
                  <a:cubicBezTo>
                    <a:pt x="207" y="277"/>
                    <a:pt x="207" y="313"/>
                    <a:pt x="229" y="335"/>
                  </a:cubicBezTo>
                  <a:lnTo>
                    <a:pt x="232" y="338"/>
                  </a:lnTo>
                  <a:lnTo>
                    <a:pt x="92" y="478"/>
                  </a:lnTo>
                  <a:lnTo>
                    <a:pt x="55" y="492"/>
                  </a:lnTo>
                  <a:lnTo>
                    <a:pt x="0" y="570"/>
                  </a:lnTo>
                  <a:lnTo>
                    <a:pt x="35" y="605"/>
                  </a:lnTo>
                  <a:lnTo>
                    <a:pt x="113" y="551"/>
                  </a:lnTo>
                  <a:lnTo>
                    <a:pt x="127" y="513"/>
                  </a:lnTo>
                  <a:lnTo>
                    <a:pt x="267" y="373"/>
                  </a:lnTo>
                  <a:lnTo>
                    <a:pt x="271" y="377"/>
                  </a:lnTo>
                  <a:cubicBezTo>
                    <a:pt x="283" y="388"/>
                    <a:pt x="297" y="394"/>
                    <a:pt x="312" y="394"/>
                  </a:cubicBezTo>
                  <a:cubicBezTo>
                    <a:pt x="326" y="394"/>
                    <a:pt x="341" y="388"/>
                    <a:pt x="352" y="377"/>
                  </a:cubicBezTo>
                  <a:lnTo>
                    <a:pt x="368" y="361"/>
                  </a:lnTo>
                  <a:cubicBezTo>
                    <a:pt x="363" y="351"/>
                    <a:pt x="367" y="335"/>
                    <a:pt x="375" y="326"/>
                  </a:cubicBezTo>
                  <a:cubicBezTo>
                    <a:pt x="381" y="320"/>
                    <a:pt x="391" y="317"/>
                    <a:pt x="399" y="317"/>
                  </a:cubicBezTo>
                  <a:cubicBezTo>
                    <a:pt x="403" y="317"/>
                    <a:pt x="407" y="317"/>
                    <a:pt x="410" y="319"/>
                  </a:cubicBezTo>
                  <a:lnTo>
                    <a:pt x="590" y="139"/>
                  </a:lnTo>
                  <a:cubicBezTo>
                    <a:pt x="612" y="117"/>
                    <a:pt x="612" y="81"/>
                    <a:pt x="590" y="58"/>
                  </a:cubicBezTo>
                  <a:close/>
                  <a:moveTo>
                    <a:pt x="221" y="215"/>
                  </a:moveTo>
                  <a:lnTo>
                    <a:pt x="239" y="197"/>
                  </a:lnTo>
                  <a:lnTo>
                    <a:pt x="255" y="206"/>
                  </a:lnTo>
                  <a:lnTo>
                    <a:pt x="246" y="190"/>
                  </a:lnTo>
                  <a:lnTo>
                    <a:pt x="264" y="172"/>
                  </a:lnTo>
                  <a:lnTo>
                    <a:pt x="266" y="171"/>
                  </a:lnTo>
                  <a:cubicBezTo>
                    <a:pt x="270" y="160"/>
                    <a:pt x="272" y="151"/>
                    <a:pt x="272" y="141"/>
                  </a:cubicBezTo>
                  <a:cubicBezTo>
                    <a:pt x="272" y="69"/>
                    <a:pt x="203" y="0"/>
                    <a:pt x="131" y="1"/>
                  </a:cubicBezTo>
                  <a:cubicBezTo>
                    <a:pt x="131" y="1"/>
                    <a:pt x="123" y="9"/>
                    <a:pt x="118" y="13"/>
                  </a:cubicBezTo>
                  <a:cubicBezTo>
                    <a:pt x="176" y="71"/>
                    <a:pt x="171" y="61"/>
                    <a:pt x="171" y="97"/>
                  </a:cubicBezTo>
                  <a:cubicBezTo>
                    <a:pt x="171" y="126"/>
                    <a:pt x="125" y="171"/>
                    <a:pt x="97" y="171"/>
                  </a:cubicBezTo>
                  <a:cubicBezTo>
                    <a:pt x="61" y="171"/>
                    <a:pt x="72" y="177"/>
                    <a:pt x="13" y="118"/>
                  </a:cubicBezTo>
                  <a:cubicBezTo>
                    <a:pt x="9" y="123"/>
                    <a:pt x="1" y="131"/>
                    <a:pt x="1" y="131"/>
                  </a:cubicBezTo>
                  <a:cubicBezTo>
                    <a:pt x="2" y="203"/>
                    <a:pt x="70" y="272"/>
                    <a:pt x="141" y="272"/>
                  </a:cubicBezTo>
                  <a:cubicBezTo>
                    <a:pt x="154" y="272"/>
                    <a:pt x="168" y="267"/>
                    <a:pt x="182" y="261"/>
                  </a:cubicBezTo>
                  <a:lnTo>
                    <a:pt x="185" y="263"/>
                  </a:lnTo>
                  <a:cubicBezTo>
                    <a:pt x="189" y="251"/>
                    <a:pt x="196" y="240"/>
                    <a:pt x="206" y="230"/>
                  </a:cubicBezTo>
                  <a:lnTo>
                    <a:pt x="221" y="215"/>
                  </a:lnTo>
                  <a:close/>
                  <a:moveTo>
                    <a:pt x="401" y="352"/>
                  </a:moveTo>
                  <a:lnTo>
                    <a:pt x="409" y="368"/>
                  </a:lnTo>
                  <a:lnTo>
                    <a:pt x="392" y="385"/>
                  </a:lnTo>
                  <a:lnTo>
                    <a:pt x="376" y="401"/>
                  </a:lnTo>
                  <a:cubicBezTo>
                    <a:pt x="367" y="410"/>
                    <a:pt x="356" y="417"/>
                    <a:pt x="343" y="422"/>
                  </a:cubicBezTo>
                  <a:lnTo>
                    <a:pt x="451" y="529"/>
                  </a:lnTo>
                  <a:lnTo>
                    <a:pt x="502" y="597"/>
                  </a:lnTo>
                  <a:lnTo>
                    <a:pt x="529" y="605"/>
                  </a:lnTo>
                  <a:lnTo>
                    <a:pt x="604" y="529"/>
                  </a:lnTo>
                  <a:lnTo>
                    <a:pt x="597" y="502"/>
                  </a:lnTo>
                  <a:lnTo>
                    <a:pt x="529" y="451"/>
                  </a:lnTo>
                  <a:lnTo>
                    <a:pt x="427" y="350"/>
                  </a:lnTo>
                  <a:lnTo>
                    <a:pt x="417" y="360"/>
                  </a:lnTo>
                  <a:lnTo>
                    <a:pt x="401" y="352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9CA9EAB-8610-7446-E3D3-668C3012FE22}"/>
              </a:ext>
            </a:extLst>
          </p:cNvPr>
          <p:cNvGrpSpPr/>
          <p:nvPr/>
        </p:nvGrpSpPr>
        <p:grpSpPr>
          <a:xfrm>
            <a:off x="3139666" y="1327104"/>
            <a:ext cx="1105795" cy="1106194"/>
            <a:chOff x="626048" y="1829577"/>
            <a:chExt cx="1105795" cy="1106194"/>
          </a:xfrm>
          <a:effectLst>
            <a:outerShdw blurRad="50800" dist="50800" dir="5400000" algn="ctr" rotWithShape="0">
              <a:schemeClr val="accent1">
                <a:lumMod val="20000"/>
                <a:lumOff val="80000"/>
              </a:schemeClr>
            </a:outerShdw>
          </a:effectLst>
        </p:grpSpPr>
        <p:sp>
          <p:nvSpPr>
            <p:cNvPr id="44" name="Rounded Rectangle 6">
              <a:extLst>
                <a:ext uri="{FF2B5EF4-FFF2-40B4-BE49-F238E27FC236}">
                  <a16:creationId xmlns:a16="http://schemas.microsoft.com/office/drawing/2014/main" id="{877FC6E4-9878-661A-AC65-198B6CD3E134}"/>
                </a:ext>
              </a:extLst>
            </p:cNvPr>
            <p:cNvSpPr/>
            <p:nvPr/>
          </p:nvSpPr>
          <p:spPr>
            <a:xfrm>
              <a:off x="626048" y="1829577"/>
              <a:ext cx="1105795" cy="110619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noFill/>
            </a:ln>
            <a:effectLst>
              <a:outerShdw blurRad="127000" dist="38100" dir="2700000" algn="tl" rotWithShape="0">
                <a:schemeClr val="accent1">
                  <a:lumMod val="20000"/>
                  <a:lumOff val="8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28" tIns="45514" rIns="91028" bIns="45514" anchor="ctr"/>
            <a:lstStyle/>
            <a:p>
              <a:pPr algn="ctr" defTabSz="1212215"/>
              <a:endParaRPr lang="en-GB" sz="2385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5" name="Rounded Rectangle 4">
              <a:extLst>
                <a:ext uri="{FF2B5EF4-FFF2-40B4-BE49-F238E27FC236}">
                  <a16:creationId xmlns:a16="http://schemas.microsoft.com/office/drawing/2014/main" id="{1EC212FC-8E24-FDF0-CEA3-D2845FD9E5CE}"/>
                </a:ext>
              </a:extLst>
            </p:cNvPr>
            <p:cNvSpPr/>
            <p:nvPr/>
          </p:nvSpPr>
          <p:spPr>
            <a:xfrm>
              <a:off x="710626" y="1914185"/>
              <a:ext cx="936640" cy="936979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ctr"/>
            <a:lstStyle/>
            <a:p>
              <a:pPr algn="ctr" defTabSz="1212215"/>
              <a:endParaRPr lang="en-GB" sz="3135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46" name="Freeform 48">
              <a:extLst>
                <a:ext uri="{FF2B5EF4-FFF2-40B4-BE49-F238E27FC236}">
                  <a16:creationId xmlns:a16="http://schemas.microsoft.com/office/drawing/2014/main" id="{6F549930-1C86-BD15-3E17-8C0534428A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9995" y="2127924"/>
              <a:ext cx="470690" cy="450544"/>
            </a:xfrm>
            <a:custGeom>
              <a:avLst/>
              <a:gdLst>
                <a:gd name="T0" fmla="*/ 419 w 628"/>
                <a:gd name="T1" fmla="*/ 232 h 600"/>
                <a:gd name="T2" fmla="*/ 411 w 628"/>
                <a:gd name="T3" fmla="*/ 249 h 600"/>
                <a:gd name="T4" fmla="*/ 408 w 628"/>
                <a:gd name="T5" fmla="*/ 261 h 600"/>
                <a:gd name="T6" fmla="*/ 409 w 628"/>
                <a:gd name="T7" fmla="*/ 283 h 600"/>
                <a:gd name="T8" fmla="*/ 417 w 628"/>
                <a:gd name="T9" fmla="*/ 304 h 600"/>
                <a:gd name="T10" fmla="*/ 424 w 628"/>
                <a:gd name="T11" fmla="*/ 315 h 600"/>
                <a:gd name="T12" fmla="*/ 441 w 628"/>
                <a:gd name="T13" fmla="*/ 330 h 600"/>
                <a:gd name="T14" fmla="*/ 453 w 628"/>
                <a:gd name="T15" fmla="*/ 335 h 600"/>
                <a:gd name="T16" fmla="*/ 478 w 628"/>
                <a:gd name="T17" fmla="*/ 200 h 600"/>
                <a:gd name="T18" fmla="*/ 449 w 628"/>
                <a:gd name="T19" fmla="*/ 206 h 600"/>
                <a:gd name="T20" fmla="*/ 433 w 628"/>
                <a:gd name="T21" fmla="*/ 216 h 600"/>
                <a:gd name="T22" fmla="*/ 425 w 628"/>
                <a:gd name="T23" fmla="*/ 224 h 600"/>
                <a:gd name="T24" fmla="*/ 384 w 628"/>
                <a:gd name="T25" fmla="*/ 70 h 600"/>
                <a:gd name="T26" fmla="*/ 314 w 628"/>
                <a:gd name="T27" fmla="*/ 140 h 600"/>
                <a:gd name="T28" fmla="*/ 379 w 628"/>
                <a:gd name="T29" fmla="*/ 283 h 600"/>
                <a:gd name="T30" fmla="*/ 379 w 628"/>
                <a:gd name="T31" fmla="*/ 254 h 600"/>
                <a:gd name="T32" fmla="*/ 359 w 628"/>
                <a:gd name="T33" fmla="*/ 154 h 600"/>
                <a:gd name="T34" fmla="*/ 250 w 628"/>
                <a:gd name="T35" fmla="*/ 270 h 600"/>
                <a:gd name="T36" fmla="*/ 314 w 628"/>
                <a:gd name="T37" fmla="*/ 396 h 600"/>
                <a:gd name="T38" fmla="*/ 282 w 628"/>
                <a:gd name="T39" fmla="*/ 400 h 600"/>
                <a:gd name="T40" fmla="*/ 267 w 628"/>
                <a:gd name="T41" fmla="*/ 382 h 600"/>
                <a:gd name="T42" fmla="*/ 257 w 628"/>
                <a:gd name="T43" fmla="*/ 374 h 600"/>
                <a:gd name="T44" fmla="*/ 214 w 628"/>
                <a:gd name="T45" fmla="*/ 356 h 600"/>
                <a:gd name="T46" fmla="*/ 195 w 628"/>
                <a:gd name="T47" fmla="*/ 354 h 600"/>
                <a:gd name="T48" fmla="*/ 0 w 628"/>
                <a:gd name="T49" fmla="*/ 600 h 600"/>
                <a:gd name="T50" fmla="*/ 83 w 628"/>
                <a:gd name="T51" fmla="*/ 454 h 600"/>
                <a:gd name="T52" fmla="*/ 216 w 628"/>
                <a:gd name="T53" fmla="*/ 454 h 600"/>
                <a:gd name="T54" fmla="*/ 301 w 628"/>
                <a:gd name="T55" fmla="*/ 600 h 600"/>
                <a:gd name="T56" fmla="*/ 282 w 628"/>
                <a:gd name="T57" fmla="*/ 400 h 600"/>
                <a:gd name="T58" fmla="*/ 433 w 628"/>
                <a:gd name="T59" fmla="*/ 354 h 600"/>
                <a:gd name="T60" fmla="*/ 413 w 628"/>
                <a:gd name="T61" fmla="*/ 356 h 600"/>
                <a:gd name="T62" fmla="*/ 361 w 628"/>
                <a:gd name="T63" fmla="*/ 382 h 600"/>
                <a:gd name="T64" fmla="*/ 353 w 628"/>
                <a:gd name="T65" fmla="*/ 391 h 600"/>
                <a:gd name="T66" fmla="*/ 389 w 628"/>
                <a:gd name="T67" fmla="*/ 600 h 600"/>
                <a:gd name="T68" fmla="*/ 410 w 628"/>
                <a:gd name="T69" fmla="*/ 600 h 600"/>
                <a:gd name="T70" fmla="*/ 564 w 628"/>
                <a:gd name="T71" fmla="*/ 454 h 600"/>
                <a:gd name="T72" fmla="*/ 628 w 628"/>
                <a:gd name="T73" fmla="*/ 460 h 600"/>
                <a:gd name="T74" fmla="*/ 151 w 628"/>
                <a:gd name="T75" fmla="*/ 340 h 600"/>
                <a:gd name="T76" fmla="*/ 186 w 628"/>
                <a:gd name="T77" fmla="*/ 330 h 600"/>
                <a:gd name="T78" fmla="*/ 196 w 628"/>
                <a:gd name="T79" fmla="*/ 323 h 600"/>
                <a:gd name="T80" fmla="*/ 216 w 628"/>
                <a:gd name="T81" fmla="*/ 295 h 600"/>
                <a:gd name="T82" fmla="*/ 219 w 628"/>
                <a:gd name="T83" fmla="*/ 281 h 600"/>
                <a:gd name="T84" fmla="*/ 219 w 628"/>
                <a:gd name="T85" fmla="*/ 258 h 600"/>
                <a:gd name="T86" fmla="*/ 214 w 628"/>
                <a:gd name="T87" fmla="*/ 241 h 600"/>
                <a:gd name="T88" fmla="*/ 208 w 628"/>
                <a:gd name="T89" fmla="*/ 231 h 600"/>
                <a:gd name="T90" fmla="*/ 195 w 628"/>
                <a:gd name="T91" fmla="*/ 217 h 600"/>
                <a:gd name="T92" fmla="*/ 186 w 628"/>
                <a:gd name="T93" fmla="*/ 210 h 600"/>
                <a:gd name="T94" fmla="*/ 151 w 628"/>
                <a:gd name="T95" fmla="*/ 200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28" h="600">
                  <a:moveTo>
                    <a:pt x="425" y="224"/>
                  </a:moveTo>
                  <a:cubicBezTo>
                    <a:pt x="423" y="226"/>
                    <a:pt x="421" y="229"/>
                    <a:pt x="420" y="231"/>
                  </a:cubicBezTo>
                  <a:cubicBezTo>
                    <a:pt x="419" y="231"/>
                    <a:pt x="419" y="232"/>
                    <a:pt x="419" y="232"/>
                  </a:cubicBezTo>
                  <a:cubicBezTo>
                    <a:pt x="418" y="234"/>
                    <a:pt x="416" y="236"/>
                    <a:pt x="415" y="239"/>
                  </a:cubicBezTo>
                  <a:cubicBezTo>
                    <a:pt x="415" y="240"/>
                    <a:pt x="414" y="240"/>
                    <a:pt x="414" y="241"/>
                  </a:cubicBezTo>
                  <a:cubicBezTo>
                    <a:pt x="413" y="244"/>
                    <a:pt x="412" y="246"/>
                    <a:pt x="411" y="249"/>
                  </a:cubicBezTo>
                  <a:cubicBezTo>
                    <a:pt x="411" y="249"/>
                    <a:pt x="411" y="250"/>
                    <a:pt x="411" y="250"/>
                  </a:cubicBezTo>
                  <a:cubicBezTo>
                    <a:pt x="410" y="253"/>
                    <a:pt x="409" y="255"/>
                    <a:pt x="409" y="258"/>
                  </a:cubicBezTo>
                  <a:cubicBezTo>
                    <a:pt x="409" y="259"/>
                    <a:pt x="409" y="260"/>
                    <a:pt x="408" y="261"/>
                  </a:cubicBezTo>
                  <a:cubicBezTo>
                    <a:pt x="408" y="264"/>
                    <a:pt x="408" y="267"/>
                    <a:pt x="408" y="270"/>
                  </a:cubicBezTo>
                  <a:cubicBezTo>
                    <a:pt x="408" y="274"/>
                    <a:pt x="408" y="278"/>
                    <a:pt x="409" y="281"/>
                  </a:cubicBezTo>
                  <a:cubicBezTo>
                    <a:pt x="409" y="282"/>
                    <a:pt x="409" y="283"/>
                    <a:pt x="409" y="283"/>
                  </a:cubicBezTo>
                  <a:cubicBezTo>
                    <a:pt x="410" y="287"/>
                    <a:pt x="411" y="290"/>
                    <a:pt x="412" y="293"/>
                  </a:cubicBezTo>
                  <a:cubicBezTo>
                    <a:pt x="412" y="294"/>
                    <a:pt x="412" y="294"/>
                    <a:pt x="412" y="295"/>
                  </a:cubicBezTo>
                  <a:cubicBezTo>
                    <a:pt x="414" y="298"/>
                    <a:pt x="415" y="301"/>
                    <a:pt x="417" y="304"/>
                  </a:cubicBezTo>
                  <a:cubicBezTo>
                    <a:pt x="417" y="305"/>
                    <a:pt x="417" y="305"/>
                    <a:pt x="418" y="306"/>
                  </a:cubicBezTo>
                  <a:cubicBezTo>
                    <a:pt x="420" y="309"/>
                    <a:pt x="422" y="312"/>
                    <a:pt x="424" y="315"/>
                  </a:cubicBezTo>
                  <a:cubicBezTo>
                    <a:pt x="424" y="315"/>
                    <a:pt x="424" y="315"/>
                    <a:pt x="424" y="315"/>
                  </a:cubicBezTo>
                  <a:cubicBezTo>
                    <a:pt x="427" y="318"/>
                    <a:pt x="429" y="320"/>
                    <a:pt x="432" y="323"/>
                  </a:cubicBezTo>
                  <a:cubicBezTo>
                    <a:pt x="432" y="323"/>
                    <a:pt x="432" y="323"/>
                    <a:pt x="432" y="323"/>
                  </a:cubicBezTo>
                  <a:cubicBezTo>
                    <a:pt x="435" y="326"/>
                    <a:pt x="438" y="328"/>
                    <a:pt x="441" y="330"/>
                  </a:cubicBezTo>
                  <a:cubicBezTo>
                    <a:pt x="442" y="330"/>
                    <a:pt x="442" y="330"/>
                    <a:pt x="442" y="330"/>
                  </a:cubicBezTo>
                  <a:cubicBezTo>
                    <a:pt x="446" y="332"/>
                    <a:pt x="449" y="334"/>
                    <a:pt x="452" y="335"/>
                  </a:cubicBezTo>
                  <a:cubicBezTo>
                    <a:pt x="453" y="335"/>
                    <a:pt x="453" y="335"/>
                    <a:pt x="453" y="335"/>
                  </a:cubicBezTo>
                  <a:cubicBezTo>
                    <a:pt x="461" y="338"/>
                    <a:pt x="469" y="340"/>
                    <a:pt x="478" y="340"/>
                  </a:cubicBezTo>
                  <a:cubicBezTo>
                    <a:pt x="516" y="340"/>
                    <a:pt x="547" y="309"/>
                    <a:pt x="547" y="270"/>
                  </a:cubicBezTo>
                  <a:cubicBezTo>
                    <a:pt x="547" y="231"/>
                    <a:pt x="516" y="200"/>
                    <a:pt x="478" y="200"/>
                  </a:cubicBezTo>
                  <a:cubicBezTo>
                    <a:pt x="468" y="200"/>
                    <a:pt x="458" y="202"/>
                    <a:pt x="450" y="206"/>
                  </a:cubicBezTo>
                  <a:cubicBezTo>
                    <a:pt x="450" y="206"/>
                    <a:pt x="450" y="206"/>
                    <a:pt x="450" y="206"/>
                  </a:cubicBezTo>
                  <a:cubicBezTo>
                    <a:pt x="449" y="206"/>
                    <a:pt x="449" y="206"/>
                    <a:pt x="449" y="206"/>
                  </a:cubicBezTo>
                  <a:cubicBezTo>
                    <a:pt x="446" y="208"/>
                    <a:pt x="444" y="209"/>
                    <a:pt x="442" y="210"/>
                  </a:cubicBezTo>
                  <a:cubicBezTo>
                    <a:pt x="441" y="210"/>
                    <a:pt x="441" y="211"/>
                    <a:pt x="440" y="211"/>
                  </a:cubicBezTo>
                  <a:cubicBezTo>
                    <a:pt x="438" y="213"/>
                    <a:pt x="435" y="215"/>
                    <a:pt x="433" y="216"/>
                  </a:cubicBezTo>
                  <a:cubicBezTo>
                    <a:pt x="433" y="217"/>
                    <a:pt x="432" y="217"/>
                    <a:pt x="432" y="217"/>
                  </a:cubicBezTo>
                  <a:cubicBezTo>
                    <a:pt x="430" y="219"/>
                    <a:pt x="428" y="221"/>
                    <a:pt x="426" y="223"/>
                  </a:cubicBezTo>
                  <a:cubicBezTo>
                    <a:pt x="426" y="223"/>
                    <a:pt x="425" y="224"/>
                    <a:pt x="425" y="224"/>
                  </a:cubicBezTo>
                  <a:close/>
                  <a:moveTo>
                    <a:pt x="314" y="140"/>
                  </a:moveTo>
                  <a:lnTo>
                    <a:pt x="314" y="140"/>
                  </a:lnTo>
                  <a:cubicBezTo>
                    <a:pt x="353" y="140"/>
                    <a:pt x="384" y="108"/>
                    <a:pt x="384" y="70"/>
                  </a:cubicBezTo>
                  <a:cubicBezTo>
                    <a:pt x="384" y="31"/>
                    <a:pt x="353" y="0"/>
                    <a:pt x="314" y="0"/>
                  </a:cubicBezTo>
                  <a:cubicBezTo>
                    <a:pt x="275" y="0"/>
                    <a:pt x="244" y="31"/>
                    <a:pt x="244" y="70"/>
                  </a:cubicBezTo>
                  <a:cubicBezTo>
                    <a:pt x="244" y="108"/>
                    <a:pt x="275" y="140"/>
                    <a:pt x="314" y="140"/>
                  </a:cubicBezTo>
                  <a:close/>
                  <a:moveTo>
                    <a:pt x="379" y="336"/>
                  </a:moveTo>
                  <a:lnTo>
                    <a:pt x="379" y="336"/>
                  </a:lnTo>
                  <a:lnTo>
                    <a:pt x="379" y="283"/>
                  </a:lnTo>
                  <a:cubicBezTo>
                    <a:pt x="379" y="279"/>
                    <a:pt x="378" y="274"/>
                    <a:pt x="378" y="270"/>
                  </a:cubicBezTo>
                  <a:cubicBezTo>
                    <a:pt x="378" y="266"/>
                    <a:pt x="379" y="262"/>
                    <a:pt x="379" y="257"/>
                  </a:cubicBezTo>
                  <a:lnTo>
                    <a:pt x="379" y="254"/>
                  </a:lnTo>
                  <a:lnTo>
                    <a:pt x="380" y="254"/>
                  </a:lnTo>
                  <a:cubicBezTo>
                    <a:pt x="385" y="223"/>
                    <a:pt x="404" y="197"/>
                    <a:pt x="431" y="183"/>
                  </a:cubicBezTo>
                  <a:cubicBezTo>
                    <a:pt x="412" y="165"/>
                    <a:pt x="387" y="154"/>
                    <a:pt x="359" y="154"/>
                  </a:cubicBezTo>
                  <a:lnTo>
                    <a:pt x="269" y="154"/>
                  </a:lnTo>
                  <a:cubicBezTo>
                    <a:pt x="241" y="154"/>
                    <a:pt x="216" y="165"/>
                    <a:pt x="197" y="183"/>
                  </a:cubicBezTo>
                  <a:cubicBezTo>
                    <a:pt x="228" y="199"/>
                    <a:pt x="250" y="232"/>
                    <a:pt x="250" y="270"/>
                  </a:cubicBezTo>
                  <a:cubicBezTo>
                    <a:pt x="250" y="278"/>
                    <a:pt x="249" y="285"/>
                    <a:pt x="247" y="293"/>
                  </a:cubicBezTo>
                  <a:lnTo>
                    <a:pt x="247" y="335"/>
                  </a:lnTo>
                  <a:cubicBezTo>
                    <a:pt x="276" y="347"/>
                    <a:pt x="299" y="369"/>
                    <a:pt x="314" y="396"/>
                  </a:cubicBezTo>
                  <a:cubicBezTo>
                    <a:pt x="328" y="369"/>
                    <a:pt x="352" y="348"/>
                    <a:pt x="379" y="336"/>
                  </a:cubicBezTo>
                  <a:close/>
                  <a:moveTo>
                    <a:pt x="282" y="400"/>
                  </a:moveTo>
                  <a:lnTo>
                    <a:pt x="282" y="400"/>
                  </a:lnTo>
                  <a:cubicBezTo>
                    <a:pt x="280" y="397"/>
                    <a:pt x="278" y="394"/>
                    <a:pt x="275" y="391"/>
                  </a:cubicBezTo>
                  <a:cubicBezTo>
                    <a:pt x="275" y="390"/>
                    <a:pt x="274" y="390"/>
                    <a:pt x="274" y="390"/>
                  </a:cubicBezTo>
                  <a:cubicBezTo>
                    <a:pt x="272" y="387"/>
                    <a:pt x="270" y="385"/>
                    <a:pt x="267" y="382"/>
                  </a:cubicBezTo>
                  <a:cubicBezTo>
                    <a:pt x="267" y="382"/>
                    <a:pt x="266" y="382"/>
                    <a:pt x="266" y="381"/>
                  </a:cubicBezTo>
                  <a:cubicBezTo>
                    <a:pt x="263" y="379"/>
                    <a:pt x="261" y="377"/>
                    <a:pt x="258" y="375"/>
                  </a:cubicBezTo>
                  <a:cubicBezTo>
                    <a:pt x="257" y="374"/>
                    <a:pt x="257" y="374"/>
                    <a:pt x="257" y="374"/>
                  </a:cubicBezTo>
                  <a:cubicBezTo>
                    <a:pt x="247" y="367"/>
                    <a:pt x="237" y="362"/>
                    <a:pt x="225" y="359"/>
                  </a:cubicBezTo>
                  <a:cubicBezTo>
                    <a:pt x="223" y="358"/>
                    <a:pt x="220" y="357"/>
                    <a:pt x="218" y="357"/>
                  </a:cubicBezTo>
                  <a:cubicBezTo>
                    <a:pt x="217" y="356"/>
                    <a:pt x="215" y="356"/>
                    <a:pt x="214" y="356"/>
                  </a:cubicBezTo>
                  <a:cubicBezTo>
                    <a:pt x="212" y="356"/>
                    <a:pt x="210" y="355"/>
                    <a:pt x="208" y="355"/>
                  </a:cubicBezTo>
                  <a:cubicBezTo>
                    <a:pt x="207" y="355"/>
                    <a:pt x="206" y="355"/>
                    <a:pt x="205" y="355"/>
                  </a:cubicBezTo>
                  <a:cubicBezTo>
                    <a:pt x="202" y="354"/>
                    <a:pt x="199" y="354"/>
                    <a:pt x="195" y="354"/>
                  </a:cubicBezTo>
                  <a:lnTo>
                    <a:pt x="105" y="354"/>
                  </a:lnTo>
                  <a:cubicBezTo>
                    <a:pt x="47" y="354"/>
                    <a:pt x="0" y="401"/>
                    <a:pt x="0" y="460"/>
                  </a:cubicBezTo>
                  <a:lnTo>
                    <a:pt x="0" y="600"/>
                  </a:lnTo>
                  <a:lnTo>
                    <a:pt x="62" y="600"/>
                  </a:lnTo>
                  <a:lnTo>
                    <a:pt x="62" y="454"/>
                  </a:lnTo>
                  <a:lnTo>
                    <a:pt x="83" y="454"/>
                  </a:lnTo>
                  <a:lnTo>
                    <a:pt x="83" y="600"/>
                  </a:lnTo>
                  <a:lnTo>
                    <a:pt x="216" y="600"/>
                  </a:lnTo>
                  <a:lnTo>
                    <a:pt x="216" y="454"/>
                  </a:lnTo>
                  <a:lnTo>
                    <a:pt x="237" y="454"/>
                  </a:lnTo>
                  <a:lnTo>
                    <a:pt x="237" y="600"/>
                  </a:lnTo>
                  <a:lnTo>
                    <a:pt x="301" y="600"/>
                  </a:lnTo>
                  <a:lnTo>
                    <a:pt x="301" y="460"/>
                  </a:lnTo>
                  <a:cubicBezTo>
                    <a:pt x="301" y="437"/>
                    <a:pt x="294" y="417"/>
                    <a:pt x="282" y="400"/>
                  </a:cubicBezTo>
                  <a:cubicBezTo>
                    <a:pt x="282" y="400"/>
                    <a:pt x="282" y="400"/>
                    <a:pt x="282" y="400"/>
                  </a:cubicBezTo>
                  <a:close/>
                  <a:moveTo>
                    <a:pt x="523" y="354"/>
                  </a:moveTo>
                  <a:lnTo>
                    <a:pt x="523" y="354"/>
                  </a:lnTo>
                  <a:lnTo>
                    <a:pt x="433" y="354"/>
                  </a:lnTo>
                  <a:cubicBezTo>
                    <a:pt x="429" y="354"/>
                    <a:pt x="426" y="354"/>
                    <a:pt x="423" y="355"/>
                  </a:cubicBezTo>
                  <a:cubicBezTo>
                    <a:pt x="422" y="355"/>
                    <a:pt x="421" y="355"/>
                    <a:pt x="420" y="355"/>
                  </a:cubicBezTo>
                  <a:cubicBezTo>
                    <a:pt x="418" y="355"/>
                    <a:pt x="415" y="356"/>
                    <a:pt x="413" y="356"/>
                  </a:cubicBezTo>
                  <a:cubicBezTo>
                    <a:pt x="412" y="356"/>
                    <a:pt x="411" y="356"/>
                    <a:pt x="410" y="357"/>
                  </a:cubicBezTo>
                  <a:cubicBezTo>
                    <a:pt x="408" y="357"/>
                    <a:pt x="405" y="358"/>
                    <a:pt x="403" y="358"/>
                  </a:cubicBezTo>
                  <a:cubicBezTo>
                    <a:pt x="387" y="363"/>
                    <a:pt x="373" y="371"/>
                    <a:pt x="361" y="382"/>
                  </a:cubicBezTo>
                  <a:cubicBezTo>
                    <a:pt x="361" y="382"/>
                    <a:pt x="361" y="382"/>
                    <a:pt x="361" y="383"/>
                  </a:cubicBezTo>
                  <a:cubicBezTo>
                    <a:pt x="358" y="385"/>
                    <a:pt x="356" y="388"/>
                    <a:pt x="353" y="390"/>
                  </a:cubicBezTo>
                  <a:cubicBezTo>
                    <a:pt x="353" y="390"/>
                    <a:pt x="353" y="391"/>
                    <a:pt x="353" y="391"/>
                  </a:cubicBezTo>
                  <a:cubicBezTo>
                    <a:pt x="337" y="409"/>
                    <a:pt x="327" y="433"/>
                    <a:pt x="327" y="460"/>
                  </a:cubicBezTo>
                  <a:lnTo>
                    <a:pt x="327" y="600"/>
                  </a:lnTo>
                  <a:lnTo>
                    <a:pt x="389" y="600"/>
                  </a:lnTo>
                  <a:lnTo>
                    <a:pt x="389" y="454"/>
                  </a:lnTo>
                  <a:lnTo>
                    <a:pt x="410" y="454"/>
                  </a:lnTo>
                  <a:lnTo>
                    <a:pt x="410" y="600"/>
                  </a:lnTo>
                  <a:lnTo>
                    <a:pt x="543" y="600"/>
                  </a:lnTo>
                  <a:lnTo>
                    <a:pt x="543" y="454"/>
                  </a:lnTo>
                  <a:lnTo>
                    <a:pt x="564" y="454"/>
                  </a:lnTo>
                  <a:lnTo>
                    <a:pt x="564" y="600"/>
                  </a:lnTo>
                  <a:lnTo>
                    <a:pt x="628" y="600"/>
                  </a:lnTo>
                  <a:lnTo>
                    <a:pt x="628" y="460"/>
                  </a:lnTo>
                  <a:cubicBezTo>
                    <a:pt x="628" y="401"/>
                    <a:pt x="581" y="354"/>
                    <a:pt x="523" y="354"/>
                  </a:cubicBezTo>
                  <a:close/>
                  <a:moveTo>
                    <a:pt x="151" y="340"/>
                  </a:moveTo>
                  <a:lnTo>
                    <a:pt x="151" y="340"/>
                  </a:lnTo>
                  <a:cubicBezTo>
                    <a:pt x="159" y="340"/>
                    <a:pt x="167" y="338"/>
                    <a:pt x="175" y="335"/>
                  </a:cubicBezTo>
                  <a:cubicBezTo>
                    <a:pt x="175" y="335"/>
                    <a:pt x="175" y="335"/>
                    <a:pt x="176" y="335"/>
                  </a:cubicBezTo>
                  <a:cubicBezTo>
                    <a:pt x="179" y="334"/>
                    <a:pt x="183" y="332"/>
                    <a:pt x="186" y="330"/>
                  </a:cubicBezTo>
                  <a:cubicBezTo>
                    <a:pt x="186" y="330"/>
                    <a:pt x="186" y="330"/>
                    <a:pt x="186" y="330"/>
                  </a:cubicBezTo>
                  <a:cubicBezTo>
                    <a:pt x="190" y="328"/>
                    <a:pt x="193" y="326"/>
                    <a:pt x="196" y="323"/>
                  </a:cubicBezTo>
                  <a:cubicBezTo>
                    <a:pt x="196" y="323"/>
                    <a:pt x="196" y="323"/>
                    <a:pt x="196" y="323"/>
                  </a:cubicBezTo>
                  <a:cubicBezTo>
                    <a:pt x="202" y="318"/>
                    <a:pt x="206" y="312"/>
                    <a:pt x="210" y="306"/>
                  </a:cubicBezTo>
                  <a:cubicBezTo>
                    <a:pt x="211" y="305"/>
                    <a:pt x="211" y="305"/>
                    <a:pt x="211" y="304"/>
                  </a:cubicBezTo>
                  <a:cubicBezTo>
                    <a:pt x="213" y="301"/>
                    <a:pt x="214" y="298"/>
                    <a:pt x="216" y="295"/>
                  </a:cubicBezTo>
                  <a:cubicBezTo>
                    <a:pt x="216" y="294"/>
                    <a:pt x="216" y="294"/>
                    <a:pt x="216" y="293"/>
                  </a:cubicBezTo>
                  <a:cubicBezTo>
                    <a:pt x="217" y="290"/>
                    <a:pt x="218" y="287"/>
                    <a:pt x="219" y="283"/>
                  </a:cubicBezTo>
                  <a:cubicBezTo>
                    <a:pt x="219" y="282"/>
                    <a:pt x="219" y="282"/>
                    <a:pt x="219" y="281"/>
                  </a:cubicBezTo>
                  <a:cubicBezTo>
                    <a:pt x="220" y="278"/>
                    <a:pt x="220" y="274"/>
                    <a:pt x="220" y="270"/>
                  </a:cubicBezTo>
                  <a:cubicBezTo>
                    <a:pt x="220" y="267"/>
                    <a:pt x="220" y="264"/>
                    <a:pt x="220" y="261"/>
                  </a:cubicBezTo>
                  <a:cubicBezTo>
                    <a:pt x="219" y="260"/>
                    <a:pt x="219" y="259"/>
                    <a:pt x="219" y="258"/>
                  </a:cubicBezTo>
                  <a:cubicBezTo>
                    <a:pt x="219" y="255"/>
                    <a:pt x="218" y="252"/>
                    <a:pt x="217" y="250"/>
                  </a:cubicBezTo>
                  <a:cubicBezTo>
                    <a:pt x="217" y="249"/>
                    <a:pt x="217" y="249"/>
                    <a:pt x="217" y="249"/>
                  </a:cubicBezTo>
                  <a:cubicBezTo>
                    <a:pt x="216" y="246"/>
                    <a:pt x="215" y="244"/>
                    <a:pt x="214" y="241"/>
                  </a:cubicBezTo>
                  <a:cubicBezTo>
                    <a:pt x="214" y="240"/>
                    <a:pt x="213" y="240"/>
                    <a:pt x="213" y="239"/>
                  </a:cubicBezTo>
                  <a:cubicBezTo>
                    <a:pt x="212" y="236"/>
                    <a:pt x="210" y="234"/>
                    <a:pt x="209" y="231"/>
                  </a:cubicBezTo>
                  <a:lnTo>
                    <a:pt x="208" y="231"/>
                  </a:lnTo>
                  <a:cubicBezTo>
                    <a:pt x="207" y="229"/>
                    <a:pt x="205" y="226"/>
                    <a:pt x="203" y="224"/>
                  </a:cubicBezTo>
                  <a:cubicBezTo>
                    <a:pt x="203" y="224"/>
                    <a:pt x="202" y="223"/>
                    <a:pt x="202" y="223"/>
                  </a:cubicBezTo>
                  <a:cubicBezTo>
                    <a:pt x="200" y="221"/>
                    <a:pt x="198" y="219"/>
                    <a:pt x="195" y="217"/>
                  </a:cubicBezTo>
                  <a:cubicBezTo>
                    <a:pt x="195" y="217"/>
                    <a:pt x="195" y="217"/>
                    <a:pt x="195" y="216"/>
                  </a:cubicBezTo>
                  <a:cubicBezTo>
                    <a:pt x="193" y="215"/>
                    <a:pt x="190" y="213"/>
                    <a:pt x="188" y="211"/>
                  </a:cubicBezTo>
                  <a:cubicBezTo>
                    <a:pt x="187" y="211"/>
                    <a:pt x="187" y="210"/>
                    <a:pt x="186" y="210"/>
                  </a:cubicBezTo>
                  <a:cubicBezTo>
                    <a:pt x="184" y="209"/>
                    <a:pt x="181" y="207"/>
                    <a:pt x="179" y="206"/>
                  </a:cubicBezTo>
                  <a:cubicBezTo>
                    <a:pt x="179" y="206"/>
                    <a:pt x="178" y="206"/>
                    <a:pt x="178" y="206"/>
                  </a:cubicBezTo>
                  <a:cubicBezTo>
                    <a:pt x="170" y="202"/>
                    <a:pt x="160" y="200"/>
                    <a:pt x="151" y="200"/>
                  </a:cubicBezTo>
                  <a:cubicBezTo>
                    <a:pt x="112" y="200"/>
                    <a:pt x="81" y="231"/>
                    <a:pt x="81" y="270"/>
                  </a:cubicBezTo>
                  <a:cubicBezTo>
                    <a:pt x="81" y="309"/>
                    <a:pt x="112" y="340"/>
                    <a:pt x="151" y="34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9" name="矩形 47">
            <a:extLst>
              <a:ext uri="{FF2B5EF4-FFF2-40B4-BE49-F238E27FC236}">
                <a16:creationId xmlns:a16="http://schemas.microsoft.com/office/drawing/2014/main" id="{55439893-F3C8-49C8-B006-584ED32CA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2434" y="1732610"/>
            <a:ext cx="7241153" cy="845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系统补足机器学习理论、最优化方法与数理统计基础，重点强化深度学习底层原理，保持成绩排名稳步提升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DDDCDBB3-98AC-A8D1-A8F7-097A44972DC4}"/>
              </a:ext>
            </a:extLst>
          </p:cNvPr>
          <p:cNvSpPr/>
          <p:nvPr/>
        </p:nvSpPr>
        <p:spPr>
          <a:xfrm>
            <a:off x="4542434" y="1207550"/>
            <a:ext cx="2265363" cy="467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课程学习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29CA655D-86DC-8269-973F-028673AAC38D}"/>
              </a:ext>
            </a:extLst>
          </p:cNvPr>
          <p:cNvSpPr/>
          <p:nvPr/>
        </p:nvSpPr>
        <p:spPr>
          <a:xfrm>
            <a:off x="4542434" y="2994050"/>
            <a:ext cx="2265363" cy="467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文献阅读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879DF398-BE3C-5217-BE97-D1736547AB5B}"/>
              </a:ext>
            </a:extLst>
          </p:cNvPr>
          <p:cNvSpPr/>
          <p:nvPr/>
        </p:nvSpPr>
        <p:spPr>
          <a:xfrm>
            <a:off x="4542434" y="4765503"/>
            <a:ext cx="2265363" cy="4677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科研项目</a:t>
            </a:r>
          </a:p>
        </p:txBody>
      </p:sp>
      <p:sp>
        <p:nvSpPr>
          <p:cNvPr id="68" name="矩形 47">
            <a:extLst>
              <a:ext uri="{FF2B5EF4-FFF2-40B4-BE49-F238E27FC236}">
                <a16:creationId xmlns:a16="http://schemas.microsoft.com/office/drawing/2014/main" id="{DF36732D-5B47-D1FF-678E-37347E5DD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2434" y="3589641"/>
            <a:ext cx="7241153" cy="845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跟进大模型推理优化、AI Agent 工作流、多模态学习方向的前沿论文，养成精读与综述习惯，建立个人文献体系</a:t>
            </a:r>
          </a:p>
        </p:txBody>
      </p:sp>
      <p:sp>
        <p:nvSpPr>
          <p:cNvPr id="69" name="矩形 47">
            <a:extLst>
              <a:ext uri="{FF2B5EF4-FFF2-40B4-BE49-F238E27FC236}">
                <a16:creationId xmlns:a16="http://schemas.microsoft.com/office/drawing/2014/main" id="{222FC3F2-7EF5-95A0-6319-0D9B2738A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2434" y="5421684"/>
            <a:ext cx="7241153" cy="845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融入课题组后从数据处理与实验复现入手，逐步承担研究子任务，结合工程能力支撑课题落地，力争产出学术成果</a:t>
            </a:r>
          </a:p>
        </p:txBody>
      </p:sp>
    </p:spTree>
    <p:extLst>
      <p:ext uri="{BB962C8B-B14F-4D97-AF65-F5344CB8AC3E}">
        <p14:creationId xmlns:p14="http://schemas.microsoft.com/office/powerpoint/2010/main" val="621449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8" grpId="0"/>
      <p:bldP spid="6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3338D-CA24-A6A5-953E-1D810FA33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BA145A6-32BB-CB6A-CF28-547300EA2124}"/>
              </a:ext>
            </a:extLst>
          </p:cNvPr>
          <p:cNvSpPr/>
          <p:nvPr/>
        </p:nvSpPr>
        <p:spPr>
          <a:xfrm>
            <a:off x="295275" y="0"/>
            <a:ext cx="2408466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6D353A5-BD39-8164-02CE-993DE9570A76}"/>
              </a:ext>
            </a:extLst>
          </p:cNvPr>
          <p:cNvGrpSpPr/>
          <p:nvPr/>
        </p:nvGrpSpPr>
        <p:grpSpPr>
          <a:xfrm>
            <a:off x="-2" y="4506895"/>
            <a:ext cx="2703742" cy="921872"/>
            <a:chOff x="-2" y="1537960"/>
            <a:chExt cx="2703742" cy="921872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D7AA5BAB-F24F-CE37-8874-C06B5512D125}"/>
                </a:ext>
              </a:extLst>
            </p:cNvPr>
            <p:cNvSpPr/>
            <p:nvPr/>
          </p:nvSpPr>
          <p:spPr>
            <a:xfrm>
              <a:off x="-1" y="1537960"/>
              <a:ext cx="2703741" cy="76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直角三角形 10">
              <a:extLst>
                <a:ext uri="{FF2B5EF4-FFF2-40B4-BE49-F238E27FC236}">
                  <a16:creationId xmlns:a16="http://schemas.microsoft.com/office/drawing/2014/main" id="{495579D9-7E67-E576-80DC-B7C41E924B96}"/>
                </a:ext>
              </a:extLst>
            </p:cNvPr>
            <p:cNvSpPr/>
            <p:nvPr/>
          </p:nvSpPr>
          <p:spPr>
            <a:xfrm rot="10800000">
              <a:off x="-2" y="2299960"/>
              <a:ext cx="295276" cy="159872"/>
            </a:xfrm>
            <a:prstGeom prst="rtTriangl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CF362CC-200A-E268-DA91-46291903FD1D}"/>
              </a:ext>
            </a:extLst>
          </p:cNvPr>
          <p:cNvSpPr txBox="1"/>
          <p:nvPr/>
        </p:nvSpPr>
        <p:spPr>
          <a:xfrm>
            <a:off x="868489" y="2671457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科研经历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3CC398-695B-9FF1-D158-A81333853726}"/>
              </a:ext>
            </a:extLst>
          </p:cNvPr>
          <p:cNvSpPr txBox="1"/>
          <p:nvPr/>
        </p:nvSpPr>
        <p:spPr>
          <a:xfrm>
            <a:off x="868489" y="3664438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实践经历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C335E8-97B5-7F32-67FC-257640CEEECD}"/>
              </a:ext>
            </a:extLst>
          </p:cNvPr>
          <p:cNvSpPr txBox="1"/>
          <p:nvPr/>
        </p:nvSpPr>
        <p:spPr>
          <a:xfrm>
            <a:off x="868489" y="4657419"/>
            <a:ext cx="1835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读研规划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CCC383D-0205-5A67-4A05-5533167EA92F}"/>
              </a:ext>
            </a:extLst>
          </p:cNvPr>
          <p:cNvSpPr txBox="1"/>
          <p:nvPr/>
        </p:nvSpPr>
        <p:spPr>
          <a:xfrm>
            <a:off x="610281" y="335466"/>
            <a:ext cx="17784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698602-0FF3-F7DB-E85F-572B6D704023}"/>
              </a:ext>
            </a:extLst>
          </p:cNvPr>
          <p:cNvSpPr txBox="1"/>
          <p:nvPr/>
        </p:nvSpPr>
        <p:spPr>
          <a:xfrm>
            <a:off x="874941" y="1671102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个人介绍</a:t>
            </a:r>
          </a:p>
        </p:txBody>
      </p:sp>
      <p:sp>
        <p:nvSpPr>
          <p:cNvPr id="17" name="图形 15">
            <a:extLst>
              <a:ext uri="{FF2B5EF4-FFF2-40B4-BE49-F238E27FC236}">
                <a16:creationId xmlns:a16="http://schemas.microsoft.com/office/drawing/2014/main" id="{87F97866-6ADA-7573-9AFC-82B610E8032F}"/>
              </a:ext>
            </a:extLst>
          </p:cNvPr>
          <p:cNvSpPr/>
          <p:nvPr/>
        </p:nvSpPr>
        <p:spPr>
          <a:xfrm>
            <a:off x="408413" y="1755073"/>
            <a:ext cx="399214" cy="293722"/>
          </a:xfrm>
          <a:custGeom>
            <a:avLst/>
            <a:gdLst>
              <a:gd name="connsiteX0" fmla="*/ 1047750 w 1838324"/>
              <a:gd name="connsiteY0" fmla="*/ 371475 h 1352550"/>
              <a:gd name="connsiteX1" fmla="*/ 914400 w 1838324"/>
              <a:gd name="connsiteY1" fmla="*/ 657225 h 1352550"/>
              <a:gd name="connsiteX2" fmla="*/ 1314450 w 1838324"/>
              <a:gd name="connsiteY2" fmla="*/ 1219200 h 1352550"/>
              <a:gd name="connsiteX3" fmla="*/ 1314450 w 1838324"/>
              <a:gd name="connsiteY3" fmla="*/ 1285875 h 1352550"/>
              <a:gd name="connsiteX4" fmla="*/ 1238250 w 1838324"/>
              <a:gd name="connsiteY4" fmla="*/ 1352550 h 1352550"/>
              <a:gd name="connsiteX5" fmla="*/ 76200 w 1838324"/>
              <a:gd name="connsiteY5" fmla="*/ 1352550 h 1352550"/>
              <a:gd name="connsiteX6" fmla="*/ 0 w 1838324"/>
              <a:gd name="connsiteY6" fmla="*/ 1285875 h 1352550"/>
              <a:gd name="connsiteX7" fmla="*/ 0 w 1838324"/>
              <a:gd name="connsiteY7" fmla="*/ 1219200 h 1352550"/>
              <a:gd name="connsiteX8" fmla="*/ 400050 w 1838324"/>
              <a:gd name="connsiteY8" fmla="*/ 657225 h 1352550"/>
              <a:gd name="connsiteX9" fmla="*/ 257175 w 1838324"/>
              <a:gd name="connsiteY9" fmla="*/ 371475 h 1352550"/>
              <a:gd name="connsiteX10" fmla="*/ 647700 w 1838324"/>
              <a:gd name="connsiteY10" fmla="*/ 0 h 1352550"/>
              <a:gd name="connsiteX11" fmla="*/ 1047750 w 1838324"/>
              <a:gd name="connsiteY11" fmla="*/ 371475 h 1352550"/>
              <a:gd name="connsiteX12" fmla="*/ 400050 w 1838324"/>
              <a:gd name="connsiteY12" fmla="*/ 371475 h 1352550"/>
              <a:gd name="connsiteX13" fmla="*/ 657225 w 1838324"/>
              <a:gd name="connsiteY13" fmla="*/ 600075 h 1352550"/>
              <a:gd name="connsiteX14" fmla="*/ 895350 w 1838324"/>
              <a:gd name="connsiteY14" fmla="*/ 371475 h 1352550"/>
              <a:gd name="connsiteX15" fmla="*/ 647700 w 1838324"/>
              <a:gd name="connsiteY15" fmla="*/ 142875 h 1352550"/>
              <a:gd name="connsiteX16" fmla="*/ 400050 w 1838324"/>
              <a:gd name="connsiteY16" fmla="*/ 371475 h 1352550"/>
              <a:gd name="connsiteX17" fmla="*/ 647700 w 1838324"/>
              <a:gd name="connsiteY17" fmla="*/ 733425 h 1352550"/>
              <a:gd name="connsiteX18" fmla="*/ 142875 w 1838324"/>
              <a:gd name="connsiteY18" fmla="*/ 1209675 h 1352550"/>
              <a:gd name="connsiteX19" fmla="*/ 1162050 w 1838324"/>
              <a:gd name="connsiteY19" fmla="*/ 1209675 h 1352550"/>
              <a:gd name="connsiteX20" fmla="*/ 657225 w 1838324"/>
              <a:gd name="connsiteY20" fmla="*/ 733425 h 1352550"/>
              <a:gd name="connsiteX21" fmla="*/ 647700 w 1838324"/>
              <a:gd name="connsiteY21" fmla="*/ 733425 h 1352550"/>
              <a:gd name="connsiteX22" fmla="*/ 1228725 w 1838324"/>
              <a:gd name="connsiteY22" fmla="*/ 247650 h 1352550"/>
              <a:gd name="connsiteX23" fmla="*/ 1828800 w 1838324"/>
              <a:gd name="connsiteY23" fmla="*/ 247650 h 1352550"/>
              <a:gd name="connsiteX24" fmla="*/ 1828800 w 1838324"/>
              <a:gd name="connsiteY24" fmla="*/ 390525 h 1352550"/>
              <a:gd name="connsiteX25" fmla="*/ 1228725 w 1838324"/>
              <a:gd name="connsiteY25" fmla="*/ 390525 h 1352550"/>
              <a:gd name="connsiteX26" fmla="*/ 1228725 w 1838324"/>
              <a:gd name="connsiteY26" fmla="*/ 247650 h 1352550"/>
              <a:gd name="connsiteX27" fmla="*/ 1428750 w 1838324"/>
              <a:gd name="connsiteY27" fmla="*/ 847725 h 1352550"/>
              <a:gd name="connsiteX28" fmla="*/ 1838325 w 1838324"/>
              <a:gd name="connsiteY28" fmla="*/ 847725 h 1352550"/>
              <a:gd name="connsiteX29" fmla="*/ 1838325 w 1838324"/>
              <a:gd name="connsiteY29" fmla="*/ 990600 h 1352550"/>
              <a:gd name="connsiteX30" fmla="*/ 1428750 w 1838324"/>
              <a:gd name="connsiteY30" fmla="*/ 990600 h 1352550"/>
              <a:gd name="connsiteX31" fmla="*/ 1428750 w 1838324"/>
              <a:gd name="connsiteY31" fmla="*/ 847725 h 1352550"/>
              <a:gd name="connsiteX32" fmla="*/ 1828800 w 1838324"/>
              <a:gd name="connsiteY32" fmla="*/ 542925 h 1352550"/>
              <a:gd name="connsiteX33" fmla="*/ 1228725 w 1838324"/>
              <a:gd name="connsiteY33" fmla="*/ 542925 h 1352550"/>
              <a:gd name="connsiteX34" fmla="*/ 1228725 w 1838324"/>
              <a:gd name="connsiteY34" fmla="*/ 685800 h 1352550"/>
              <a:gd name="connsiteX35" fmla="*/ 1828800 w 1838324"/>
              <a:gd name="connsiteY35" fmla="*/ 685800 h 1352550"/>
              <a:gd name="connsiteX36" fmla="*/ 1828800 w 1838324"/>
              <a:gd name="connsiteY36" fmla="*/ 542925 h 1352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838324" h="1352550">
                <a:moveTo>
                  <a:pt x="1047750" y="371475"/>
                </a:moveTo>
                <a:cubicBezTo>
                  <a:pt x="1047750" y="485775"/>
                  <a:pt x="1000125" y="590550"/>
                  <a:pt x="914400" y="657225"/>
                </a:cubicBezTo>
                <a:cubicBezTo>
                  <a:pt x="1152525" y="752475"/>
                  <a:pt x="1314450" y="971550"/>
                  <a:pt x="1314450" y="1219200"/>
                </a:cubicBezTo>
                <a:lnTo>
                  <a:pt x="1314450" y="1285875"/>
                </a:lnTo>
                <a:cubicBezTo>
                  <a:pt x="1314450" y="1323975"/>
                  <a:pt x="1276350" y="1352550"/>
                  <a:pt x="1238250" y="1352550"/>
                </a:cubicBezTo>
                <a:lnTo>
                  <a:pt x="76200" y="1352550"/>
                </a:lnTo>
                <a:cubicBezTo>
                  <a:pt x="38100" y="1352550"/>
                  <a:pt x="0" y="1323975"/>
                  <a:pt x="0" y="1285875"/>
                </a:cubicBezTo>
                <a:lnTo>
                  <a:pt x="0" y="1219200"/>
                </a:lnTo>
                <a:cubicBezTo>
                  <a:pt x="0" y="971550"/>
                  <a:pt x="152400" y="752475"/>
                  <a:pt x="400050" y="657225"/>
                </a:cubicBezTo>
                <a:cubicBezTo>
                  <a:pt x="304800" y="581025"/>
                  <a:pt x="257175" y="485775"/>
                  <a:pt x="257175" y="371475"/>
                </a:cubicBezTo>
                <a:cubicBezTo>
                  <a:pt x="257175" y="171450"/>
                  <a:pt x="419100" y="0"/>
                  <a:pt x="647700" y="0"/>
                </a:cubicBezTo>
                <a:cubicBezTo>
                  <a:pt x="876300" y="0"/>
                  <a:pt x="1047750" y="171450"/>
                  <a:pt x="1047750" y="371475"/>
                </a:cubicBezTo>
                <a:close/>
                <a:moveTo>
                  <a:pt x="400050" y="371475"/>
                </a:moveTo>
                <a:cubicBezTo>
                  <a:pt x="400050" y="495300"/>
                  <a:pt x="514350" y="600075"/>
                  <a:pt x="657225" y="600075"/>
                </a:cubicBezTo>
                <a:cubicBezTo>
                  <a:pt x="790575" y="600075"/>
                  <a:pt x="904875" y="495300"/>
                  <a:pt x="895350" y="371475"/>
                </a:cubicBezTo>
                <a:cubicBezTo>
                  <a:pt x="895350" y="247650"/>
                  <a:pt x="781050" y="142875"/>
                  <a:pt x="647700" y="142875"/>
                </a:cubicBezTo>
                <a:cubicBezTo>
                  <a:pt x="514350" y="142875"/>
                  <a:pt x="400050" y="247650"/>
                  <a:pt x="400050" y="371475"/>
                </a:cubicBezTo>
                <a:close/>
                <a:moveTo>
                  <a:pt x="647700" y="733425"/>
                </a:moveTo>
                <a:cubicBezTo>
                  <a:pt x="371475" y="752475"/>
                  <a:pt x="152400" y="962025"/>
                  <a:pt x="142875" y="1209675"/>
                </a:cubicBezTo>
                <a:lnTo>
                  <a:pt x="1162050" y="1209675"/>
                </a:lnTo>
                <a:cubicBezTo>
                  <a:pt x="1152525" y="952500"/>
                  <a:pt x="933450" y="733425"/>
                  <a:pt x="657225" y="733425"/>
                </a:cubicBezTo>
                <a:lnTo>
                  <a:pt x="647700" y="733425"/>
                </a:lnTo>
                <a:close/>
                <a:moveTo>
                  <a:pt x="1228725" y="247650"/>
                </a:moveTo>
                <a:lnTo>
                  <a:pt x="1828800" y="247650"/>
                </a:lnTo>
                <a:lnTo>
                  <a:pt x="1828800" y="390525"/>
                </a:lnTo>
                <a:lnTo>
                  <a:pt x="1228725" y="390525"/>
                </a:lnTo>
                <a:lnTo>
                  <a:pt x="1228725" y="247650"/>
                </a:lnTo>
                <a:close/>
                <a:moveTo>
                  <a:pt x="1428750" y="847725"/>
                </a:moveTo>
                <a:lnTo>
                  <a:pt x="1838325" y="847725"/>
                </a:lnTo>
                <a:lnTo>
                  <a:pt x="1838325" y="990600"/>
                </a:lnTo>
                <a:lnTo>
                  <a:pt x="1428750" y="990600"/>
                </a:lnTo>
                <a:lnTo>
                  <a:pt x="1428750" y="847725"/>
                </a:lnTo>
                <a:close/>
                <a:moveTo>
                  <a:pt x="1828800" y="542925"/>
                </a:moveTo>
                <a:lnTo>
                  <a:pt x="1228725" y="542925"/>
                </a:lnTo>
                <a:lnTo>
                  <a:pt x="1228725" y="685800"/>
                </a:lnTo>
                <a:lnTo>
                  <a:pt x="1828800" y="685800"/>
                </a:lnTo>
                <a:lnTo>
                  <a:pt x="1828800" y="542925"/>
                </a:lnTo>
                <a:close/>
              </a:path>
            </a:pathLst>
          </a:custGeom>
          <a:solidFill>
            <a:schemeClr val="tx1"/>
          </a:solidFill>
          <a:ln w="1860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7EA9AB1-D8B0-4EAB-EDC3-FEE978335C7F}"/>
              </a:ext>
            </a:extLst>
          </p:cNvPr>
          <p:cNvGrpSpPr/>
          <p:nvPr/>
        </p:nvGrpSpPr>
        <p:grpSpPr>
          <a:xfrm>
            <a:off x="453869" y="2724294"/>
            <a:ext cx="308303" cy="355990"/>
            <a:chOff x="5271091" y="2476500"/>
            <a:chExt cx="1649816" cy="1905000"/>
          </a:xfrm>
          <a:solidFill>
            <a:schemeClr val="tx1"/>
          </a:solidFill>
        </p:grpSpPr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865D99BA-2E9B-3E77-1820-F82D36D03E17}"/>
                </a:ext>
              </a:extLst>
            </p:cNvPr>
            <p:cNvSpPr/>
            <p:nvPr/>
          </p:nvSpPr>
          <p:spPr>
            <a:xfrm>
              <a:off x="5271091" y="2476500"/>
              <a:ext cx="1649816" cy="1905000"/>
            </a:xfrm>
            <a:custGeom>
              <a:avLst/>
              <a:gdLst>
                <a:gd name="connsiteX0" fmla="*/ 824908 w 1649816"/>
                <a:gd name="connsiteY0" fmla="*/ 0 h 1905000"/>
                <a:gd name="connsiteX1" fmla="*/ 1649817 w 1649816"/>
                <a:gd name="connsiteY1" fmla="*/ 476250 h 1905000"/>
                <a:gd name="connsiteX2" fmla="*/ 1649817 w 1649816"/>
                <a:gd name="connsiteY2" fmla="*/ 1428750 h 1905000"/>
                <a:gd name="connsiteX3" fmla="*/ 824908 w 1649816"/>
                <a:gd name="connsiteY3" fmla="*/ 1905000 h 1905000"/>
                <a:gd name="connsiteX4" fmla="*/ 0 w 1649816"/>
                <a:gd name="connsiteY4" fmla="*/ 1428750 h 1905000"/>
                <a:gd name="connsiteX5" fmla="*/ 0 w 1649816"/>
                <a:gd name="connsiteY5" fmla="*/ 476250 h 1905000"/>
                <a:gd name="connsiteX6" fmla="*/ 824908 w 1649816"/>
                <a:gd name="connsiteY6" fmla="*/ 0 h 1905000"/>
                <a:gd name="connsiteX7" fmla="*/ 824908 w 1649816"/>
                <a:gd name="connsiteY7" fmla="*/ 199982 h 1905000"/>
                <a:gd name="connsiteX8" fmla="*/ 173182 w 1649816"/>
                <a:gd name="connsiteY8" fmla="*/ 576219 h 1905000"/>
                <a:gd name="connsiteX9" fmla="*/ 173182 w 1649816"/>
                <a:gd name="connsiteY9" fmla="*/ 1328738 h 1905000"/>
                <a:gd name="connsiteX10" fmla="*/ 824908 w 1649816"/>
                <a:gd name="connsiteY10" fmla="*/ 1704975 h 1905000"/>
                <a:gd name="connsiteX11" fmla="*/ 1476592 w 1649816"/>
                <a:gd name="connsiteY11" fmla="*/ 1328738 h 1905000"/>
                <a:gd name="connsiteX12" fmla="*/ 1476592 w 1649816"/>
                <a:gd name="connsiteY12" fmla="*/ 576219 h 1905000"/>
                <a:gd name="connsiteX13" fmla="*/ 824908 w 1649816"/>
                <a:gd name="connsiteY13" fmla="*/ 199982 h 190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49816" h="1905000">
                  <a:moveTo>
                    <a:pt x="824908" y="0"/>
                  </a:moveTo>
                  <a:lnTo>
                    <a:pt x="1649817" y="476250"/>
                  </a:lnTo>
                  <a:lnTo>
                    <a:pt x="1649817" y="1428750"/>
                  </a:lnTo>
                  <a:lnTo>
                    <a:pt x="824908" y="1905000"/>
                  </a:lnTo>
                  <a:lnTo>
                    <a:pt x="0" y="1428750"/>
                  </a:lnTo>
                  <a:lnTo>
                    <a:pt x="0" y="476250"/>
                  </a:lnTo>
                  <a:lnTo>
                    <a:pt x="824908" y="0"/>
                  </a:lnTo>
                  <a:close/>
                  <a:moveTo>
                    <a:pt x="824908" y="199982"/>
                  </a:moveTo>
                  <a:lnTo>
                    <a:pt x="173182" y="576219"/>
                  </a:lnTo>
                  <a:lnTo>
                    <a:pt x="173182" y="1328738"/>
                  </a:lnTo>
                  <a:lnTo>
                    <a:pt x="824908" y="1704975"/>
                  </a:lnTo>
                  <a:lnTo>
                    <a:pt x="1476592" y="1328738"/>
                  </a:lnTo>
                  <a:lnTo>
                    <a:pt x="1476592" y="576219"/>
                  </a:lnTo>
                  <a:lnTo>
                    <a:pt x="824908" y="19998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046AE2FA-C61D-8770-8D8D-98B59BC134C5}"/>
                </a:ext>
              </a:extLst>
            </p:cNvPr>
            <p:cNvSpPr/>
            <p:nvPr/>
          </p:nvSpPr>
          <p:spPr>
            <a:xfrm>
              <a:off x="5576454" y="3158100"/>
              <a:ext cx="849586" cy="573967"/>
            </a:xfrm>
            <a:custGeom>
              <a:avLst/>
              <a:gdLst>
                <a:gd name="connsiteX0" fmla="*/ 346364 w 849586"/>
                <a:gd name="connsiteY0" fmla="*/ 54422 h 573967"/>
                <a:gd name="connsiteX1" fmla="*/ 346364 w 849586"/>
                <a:gd name="connsiteY1" fmla="*/ 227604 h 573967"/>
                <a:gd name="connsiteX2" fmla="*/ 0 w 849586"/>
                <a:gd name="connsiteY2" fmla="*/ 227604 h 573967"/>
                <a:gd name="connsiteX3" fmla="*/ 0 w 849586"/>
                <a:gd name="connsiteY3" fmla="*/ 54422 h 573967"/>
                <a:gd name="connsiteX4" fmla="*/ 606136 w 849586"/>
                <a:gd name="connsiteY4" fmla="*/ 400786 h 573967"/>
                <a:gd name="connsiteX5" fmla="*/ 606136 w 849586"/>
                <a:gd name="connsiteY5" fmla="*/ 573968 h 573967"/>
                <a:gd name="connsiteX6" fmla="*/ 0 w 849586"/>
                <a:gd name="connsiteY6" fmla="*/ 573968 h 573967"/>
                <a:gd name="connsiteX7" fmla="*/ 0 w 849586"/>
                <a:gd name="connsiteY7" fmla="*/ 400786 h 573967"/>
                <a:gd name="connsiteX8" fmla="*/ 574054 w 849586"/>
                <a:gd name="connsiteY8" fmla="*/ 0 h 573967"/>
                <a:gd name="connsiteX9" fmla="*/ 849587 w 849586"/>
                <a:gd name="connsiteY9" fmla="*/ 275532 h 573967"/>
                <a:gd name="connsiteX10" fmla="*/ 727147 w 849586"/>
                <a:gd name="connsiteY10" fmla="*/ 397972 h 573967"/>
                <a:gd name="connsiteX11" fmla="*/ 451615 w 849586"/>
                <a:gd name="connsiteY11" fmla="*/ 122440 h 57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9586" h="573967">
                  <a:moveTo>
                    <a:pt x="346364" y="54422"/>
                  </a:moveTo>
                  <a:lnTo>
                    <a:pt x="346364" y="227604"/>
                  </a:lnTo>
                  <a:lnTo>
                    <a:pt x="0" y="227604"/>
                  </a:lnTo>
                  <a:lnTo>
                    <a:pt x="0" y="54422"/>
                  </a:lnTo>
                  <a:close/>
                  <a:moveTo>
                    <a:pt x="606136" y="400786"/>
                  </a:moveTo>
                  <a:lnTo>
                    <a:pt x="606136" y="573968"/>
                  </a:lnTo>
                  <a:lnTo>
                    <a:pt x="0" y="573968"/>
                  </a:lnTo>
                  <a:lnTo>
                    <a:pt x="0" y="400786"/>
                  </a:lnTo>
                  <a:close/>
                  <a:moveTo>
                    <a:pt x="574054" y="0"/>
                  </a:moveTo>
                  <a:lnTo>
                    <a:pt x="849587" y="275532"/>
                  </a:lnTo>
                  <a:lnTo>
                    <a:pt x="727147" y="397972"/>
                  </a:lnTo>
                  <a:lnTo>
                    <a:pt x="451615" y="122440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A9AD71E9-2CE1-24F8-01B3-23EF0842994B}"/>
                </a:ext>
              </a:extLst>
            </p:cNvPr>
            <p:cNvSpPr/>
            <p:nvPr/>
          </p:nvSpPr>
          <p:spPr>
            <a:xfrm>
              <a:off x="6181118" y="3066270"/>
              <a:ext cx="489844" cy="489801"/>
            </a:xfrm>
            <a:custGeom>
              <a:avLst/>
              <a:gdLst>
                <a:gd name="connsiteX0" fmla="*/ 367362 w 489844"/>
                <a:gd name="connsiteY0" fmla="*/ 0 h 489801"/>
                <a:gd name="connsiteX1" fmla="*/ 489845 w 489844"/>
                <a:gd name="connsiteY1" fmla="*/ 122440 h 489801"/>
                <a:gd name="connsiteX2" fmla="*/ 122483 w 489844"/>
                <a:gd name="connsiteY2" fmla="*/ 489802 h 489801"/>
                <a:gd name="connsiteX3" fmla="*/ 0 w 489844"/>
                <a:gd name="connsiteY3" fmla="*/ 367362 h 4898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9844" h="489801">
                  <a:moveTo>
                    <a:pt x="367362" y="0"/>
                  </a:moveTo>
                  <a:lnTo>
                    <a:pt x="489845" y="122440"/>
                  </a:lnTo>
                  <a:lnTo>
                    <a:pt x="122483" y="489802"/>
                  </a:lnTo>
                  <a:lnTo>
                    <a:pt x="0" y="367362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7" name="图形 25">
            <a:extLst>
              <a:ext uri="{FF2B5EF4-FFF2-40B4-BE49-F238E27FC236}">
                <a16:creationId xmlns:a16="http://schemas.microsoft.com/office/drawing/2014/main" id="{B6B7E8EE-EB36-F52B-ABCC-841DC20C4A75}"/>
              </a:ext>
            </a:extLst>
          </p:cNvPr>
          <p:cNvSpPr/>
          <p:nvPr/>
        </p:nvSpPr>
        <p:spPr>
          <a:xfrm>
            <a:off x="434123" y="3726437"/>
            <a:ext cx="347794" cy="337666"/>
          </a:xfrm>
          <a:custGeom>
            <a:avLst/>
            <a:gdLst>
              <a:gd name="connsiteX0" fmla="*/ 1591932 w 1611774"/>
              <a:gd name="connsiteY0" fmla="*/ 673060 h 1564838"/>
              <a:gd name="connsiteX1" fmla="*/ 1603600 w 1611774"/>
              <a:gd name="connsiteY1" fmla="*/ 763548 h 1564838"/>
              <a:gd name="connsiteX2" fmla="*/ 1523352 w 1611774"/>
              <a:gd name="connsiteY2" fmla="*/ 807601 h 1564838"/>
              <a:gd name="connsiteX3" fmla="*/ 715989 w 1611774"/>
              <a:gd name="connsiteY3" fmla="*/ 807601 h 1564838"/>
              <a:gd name="connsiteX4" fmla="*/ 715989 w 1611774"/>
              <a:gd name="connsiteY4" fmla="*/ 1235869 h 1564838"/>
              <a:gd name="connsiteX5" fmla="*/ 659910 w 1611774"/>
              <a:gd name="connsiteY5" fmla="*/ 1291947 h 1564838"/>
              <a:gd name="connsiteX6" fmla="*/ 603832 w 1611774"/>
              <a:gd name="connsiteY6" fmla="*/ 1235869 h 1564838"/>
              <a:gd name="connsiteX7" fmla="*/ 603832 w 1611774"/>
              <a:gd name="connsiteY7" fmla="*/ 111919 h 1564838"/>
              <a:gd name="connsiteX8" fmla="*/ 716108 w 1611774"/>
              <a:gd name="connsiteY8" fmla="*/ 0 h 1564838"/>
              <a:gd name="connsiteX9" fmla="*/ 1523352 w 1611774"/>
              <a:gd name="connsiteY9" fmla="*/ 0 h 1564838"/>
              <a:gd name="connsiteX10" fmla="*/ 1603124 w 1611774"/>
              <a:gd name="connsiteY10" fmla="*/ 44053 h 1564838"/>
              <a:gd name="connsiteX11" fmla="*/ 1592051 w 1611774"/>
              <a:gd name="connsiteY11" fmla="*/ 134541 h 1564838"/>
              <a:gd name="connsiteX12" fmla="*/ 1397384 w 1611774"/>
              <a:gd name="connsiteY12" fmla="*/ 403979 h 1564838"/>
              <a:gd name="connsiteX13" fmla="*/ 1592051 w 1611774"/>
              <a:gd name="connsiteY13" fmla="*/ 673060 h 1564838"/>
              <a:gd name="connsiteX14" fmla="*/ 1149734 w 1611774"/>
              <a:gd name="connsiteY14" fmla="*/ 1088589 h 1564838"/>
              <a:gd name="connsiteX15" fmla="*/ 1012097 w 1611774"/>
              <a:gd name="connsiteY15" fmla="*/ 1088589 h 1564838"/>
              <a:gd name="connsiteX16" fmla="*/ 952566 w 1611774"/>
              <a:gd name="connsiteY16" fmla="*/ 1029057 h 1564838"/>
              <a:gd name="connsiteX17" fmla="*/ 1012097 w 1611774"/>
              <a:gd name="connsiteY17" fmla="*/ 969526 h 1564838"/>
              <a:gd name="connsiteX18" fmla="*/ 1299633 w 1611774"/>
              <a:gd name="connsiteY18" fmla="*/ 969526 h 1564838"/>
              <a:gd name="connsiteX19" fmla="*/ 1349878 w 1611774"/>
              <a:gd name="connsiteY19" fmla="*/ 1005245 h 1564838"/>
              <a:gd name="connsiteX20" fmla="*/ 1541568 w 1611774"/>
              <a:gd name="connsiteY20" fmla="*/ 1481257 h 1564838"/>
              <a:gd name="connsiteX21" fmla="*/ 1537401 w 1611774"/>
              <a:gd name="connsiteY21" fmla="*/ 1537811 h 1564838"/>
              <a:gd name="connsiteX22" fmla="*/ 1491324 w 1611774"/>
              <a:gd name="connsiteY22" fmla="*/ 1564839 h 1564838"/>
              <a:gd name="connsiteX23" fmla="*/ 54835 w 1611774"/>
              <a:gd name="connsiteY23" fmla="*/ 1564839 h 1564838"/>
              <a:gd name="connsiteX24" fmla="*/ 8400 w 1611774"/>
              <a:gd name="connsiteY24" fmla="*/ 1536740 h 1564838"/>
              <a:gd name="connsiteX25" fmla="*/ 5424 w 1611774"/>
              <a:gd name="connsiteY25" fmla="*/ 1479233 h 1564838"/>
              <a:gd name="connsiteX26" fmla="*/ 217355 w 1611774"/>
              <a:gd name="connsiteY26" fmla="*/ 1003221 h 1564838"/>
              <a:gd name="connsiteX27" fmla="*/ 266766 w 1611774"/>
              <a:gd name="connsiteY27" fmla="*/ 969526 h 1564838"/>
              <a:gd name="connsiteX28" fmla="*/ 389996 w 1611774"/>
              <a:gd name="connsiteY28" fmla="*/ 969526 h 1564838"/>
              <a:gd name="connsiteX29" fmla="*/ 444884 w 1611774"/>
              <a:gd name="connsiteY29" fmla="*/ 1029057 h 1564838"/>
              <a:gd name="connsiteX30" fmla="*/ 389996 w 1611774"/>
              <a:gd name="connsiteY30" fmla="*/ 1088708 h 1564838"/>
              <a:gd name="connsiteX31" fmla="*/ 301294 w 1611774"/>
              <a:gd name="connsiteY31" fmla="*/ 1088708 h 1564838"/>
              <a:gd name="connsiteX32" fmla="*/ 142584 w 1611774"/>
              <a:gd name="connsiteY32" fmla="*/ 1445419 h 1564838"/>
              <a:gd name="connsiteX33" fmla="*/ 1407147 w 1611774"/>
              <a:gd name="connsiteY33" fmla="*/ 1445419 h 1564838"/>
              <a:gd name="connsiteX34" fmla="*/ 1263676 w 1611774"/>
              <a:gd name="connsiteY34" fmla="*/ 1088589 h 1564838"/>
              <a:gd name="connsiteX35" fmla="*/ 1156996 w 1611774"/>
              <a:gd name="connsiteY35" fmla="*/ 1088589 h 1564838"/>
              <a:gd name="connsiteX36" fmla="*/ 1149734 w 1611774"/>
              <a:gd name="connsiteY36" fmla="*/ 1088469 h 1564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1611774" h="1564838">
                <a:moveTo>
                  <a:pt x="1591932" y="673060"/>
                </a:moveTo>
                <a:cubicBezTo>
                  <a:pt x="1613482" y="702826"/>
                  <a:pt x="1617649" y="735806"/>
                  <a:pt x="1603600" y="763548"/>
                </a:cubicBezTo>
                <a:cubicBezTo>
                  <a:pt x="1589312" y="791528"/>
                  <a:pt x="1560023" y="807601"/>
                  <a:pt x="1523352" y="807601"/>
                </a:cubicBezTo>
                <a:lnTo>
                  <a:pt x="715989" y="807601"/>
                </a:lnTo>
                <a:lnTo>
                  <a:pt x="715989" y="1235869"/>
                </a:lnTo>
                <a:cubicBezTo>
                  <a:pt x="715989" y="1266840"/>
                  <a:pt x="690882" y="1291947"/>
                  <a:pt x="659910" y="1291947"/>
                </a:cubicBezTo>
                <a:cubicBezTo>
                  <a:pt x="628939" y="1291947"/>
                  <a:pt x="603832" y="1266840"/>
                  <a:pt x="603832" y="1235869"/>
                </a:cubicBezTo>
                <a:lnTo>
                  <a:pt x="603832" y="111919"/>
                </a:lnTo>
                <a:cubicBezTo>
                  <a:pt x="603963" y="50023"/>
                  <a:pt x="654212" y="-66"/>
                  <a:pt x="716108" y="0"/>
                </a:cubicBezTo>
                <a:lnTo>
                  <a:pt x="1523352" y="0"/>
                </a:lnTo>
                <a:cubicBezTo>
                  <a:pt x="1559904" y="0"/>
                  <a:pt x="1588955" y="16193"/>
                  <a:pt x="1603124" y="44053"/>
                </a:cubicBezTo>
                <a:cubicBezTo>
                  <a:pt x="1617411" y="72152"/>
                  <a:pt x="1613363" y="105132"/>
                  <a:pt x="1592051" y="134541"/>
                </a:cubicBezTo>
                <a:lnTo>
                  <a:pt x="1397384" y="403979"/>
                </a:lnTo>
                <a:lnTo>
                  <a:pt x="1592051" y="673060"/>
                </a:lnTo>
                <a:close/>
                <a:moveTo>
                  <a:pt x="1149734" y="1088589"/>
                </a:moveTo>
                <a:lnTo>
                  <a:pt x="1012097" y="1088589"/>
                </a:lnTo>
                <a:cubicBezTo>
                  <a:pt x="979219" y="1088589"/>
                  <a:pt x="952566" y="1061936"/>
                  <a:pt x="952566" y="1029057"/>
                </a:cubicBezTo>
                <a:cubicBezTo>
                  <a:pt x="952566" y="996179"/>
                  <a:pt x="979219" y="969526"/>
                  <a:pt x="1012097" y="969526"/>
                </a:cubicBezTo>
                <a:lnTo>
                  <a:pt x="1299633" y="969526"/>
                </a:lnTo>
                <a:cubicBezTo>
                  <a:pt x="1321422" y="969526"/>
                  <a:pt x="1341067" y="983575"/>
                  <a:pt x="1349878" y="1005245"/>
                </a:cubicBezTo>
                <a:lnTo>
                  <a:pt x="1541568" y="1481257"/>
                </a:lnTo>
                <a:cubicBezTo>
                  <a:pt x="1549072" y="1499727"/>
                  <a:pt x="1547531" y="1520641"/>
                  <a:pt x="1537401" y="1537811"/>
                </a:cubicBezTo>
                <a:cubicBezTo>
                  <a:pt x="1527895" y="1554328"/>
                  <a:pt x="1510379" y="1564602"/>
                  <a:pt x="1491324" y="1564839"/>
                </a:cubicBezTo>
                <a:lnTo>
                  <a:pt x="54835" y="1564839"/>
                </a:lnTo>
                <a:cubicBezTo>
                  <a:pt x="35435" y="1564485"/>
                  <a:pt x="17714" y="1553761"/>
                  <a:pt x="8400" y="1536740"/>
                </a:cubicBezTo>
                <a:cubicBezTo>
                  <a:pt x="-1638" y="1519122"/>
                  <a:pt x="-2742" y="1497792"/>
                  <a:pt x="5424" y="1479233"/>
                </a:cubicBezTo>
                <a:lnTo>
                  <a:pt x="217355" y="1003221"/>
                </a:lnTo>
                <a:cubicBezTo>
                  <a:pt x="225698" y="983194"/>
                  <a:pt x="245076" y="969980"/>
                  <a:pt x="266766" y="969526"/>
                </a:cubicBezTo>
                <a:lnTo>
                  <a:pt x="389996" y="969526"/>
                </a:lnTo>
                <a:cubicBezTo>
                  <a:pt x="420357" y="969526"/>
                  <a:pt x="444884" y="996196"/>
                  <a:pt x="444884" y="1029057"/>
                </a:cubicBezTo>
                <a:cubicBezTo>
                  <a:pt x="444884" y="1062038"/>
                  <a:pt x="420357" y="1088708"/>
                  <a:pt x="389996" y="1088708"/>
                </a:cubicBezTo>
                <a:lnTo>
                  <a:pt x="301294" y="1088708"/>
                </a:lnTo>
                <a:lnTo>
                  <a:pt x="142584" y="1445419"/>
                </a:lnTo>
                <a:lnTo>
                  <a:pt x="1407147" y="1445419"/>
                </a:lnTo>
                <a:lnTo>
                  <a:pt x="1263676" y="1088589"/>
                </a:lnTo>
                <a:lnTo>
                  <a:pt x="1156996" y="1088589"/>
                </a:lnTo>
                <a:cubicBezTo>
                  <a:pt x="1154615" y="1088708"/>
                  <a:pt x="1152115" y="1088589"/>
                  <a:pt x="1149734" y="1088469"/>
                </a:cubicBez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30" name="图形 28">
            <a:extLst>
              <a:ext uri="{FF2B5EF4-FFF2-40B4-BE49-F238E27FC236}">
                <a16:creationId xmlns:a16="http://schemas.microsoft.com/office/drawing/2014/main" id="{E5D47379-8B0B-E6AF-BE1D-3CC7B456401C}"/>
              </a:ext>
            </a:extLst>
          </p:cNvPr>
          <p:cNvSpPr/>
          <p:nvPr/>
        </p:nvSpPr>
        <p:spPr>
          <a:xfrm>
            <a:off x="411134" y="4740660"/>
            <a:ext cx="393772" cy="295182"/>
          </a:xfrm>
          <a:custGeom>
            <a:avLst/>
            <a:gdLst>
              <a:gd name="connsiteX0" fmla="*/ 1863090 w 1905952"/>
              <a:gd name="connsiteY0" fmla="*/ 0 h 1428750"/>
              <a:gd name="connsiteX1" fmla="*/ 41910 w 1905952"/>
              <a:gd name="connsiteY1" fmla="*/ 3810 h 1428750"/>
              <a:gd name="connsiteX2" fmla="*/ 0 w 1905952"/>
              <a:gd name="connsiteY2" fmla="*/ 45720 h 1428750"/>
              <a:gd name="connsiteX3" fmla="*/ 41910 w 1905952"/>
              <a:gd name="connsiteY3" fmla="*/ 87630 h 1428750"/>
              <a:gd name="connsiteX4" fmla="*/ 124778 w 1905952"/>
              <a:gd name="connsiteY4" fmla="*/ 87630 h 1428750"/>
              <a:gd name="connsiteX5" fmla="*/ 124778 w 1905952"/>
              <a:gd name="connsiteY5" fmla="*/ 498158 h 1428750"/>
              <a:gd name="connsiteX6" fmla="*/ 87630 w 1905952"/>
              <a:gd name="connsiteY6" fmla="*/ 565785 h 1428750"/>
              <a:gd name="connsiteX7" fmla="*/ 166688 w 1905952"/>
              <a:gd name="connsiteY7" fmla="*/ 645795 h 1428750"/>
              <a:gd name="connsiteX8" fmla="*/ 245745 w 1905952"/>
              <a:gd name="connsiteY8" fmla="*/ 565785 h 1428750"/>
              <a:gd name="connsiteX9" fmla="*/ 208598 w 1905952"/>
              <a:gd name="connsiteY9" fmla="*/ 498158 h 1428750"/>
              <a:gd name="connsiteX10" fmla="*/ 208598 w 1905952"/>
              <a:gd name="connsiteY10" fmla="*/ 87630 h 1428750"/>
              <a:gd name="connsiteX11" fmla="*/ 374333 w 1905952"/>
              <a:gd name="connsiteY11" fmla="*/ 87630 h 1428750"/>
              <a:gd name="connsiteX12" fmla="*/ 374333 w 1905952"/>
              <a:gd name="connsiteY12" fmla="*/ 419100 h 1428750"/>
              <a:gd name="connsiteX13" fmla="*/ 457200 w 1905952"/>
              <a:gd name="connsiteY13" fmla="*/ 502920 h 1428750"/>
              <a:gd name="connsiteX14" fmla="*/ 1411605 w 1905952"/>
              <a:gd name="connsiteY14" fmla="*/ 502920 h 1428750"/>
              <a:gd name="connsiteX15" fmla="*/ 1490663 w 1905952"/>
              <a:gd name="connsiteY15" fmla="*/ 419100 h 1428750"/>
              <a:gd name="connsiteX16" fmla="*/ 1490663 w 1905952"/>
              <a:gd name="connsiteY16" fmla="*/ 84772 h 1428750"/>
              <a:gd name="connsiteX17" fmla="*/ 1864043 w 1905952"/>
              <a:gd name="connsiteY17" fmla="*/ 83820 h 1428750"/>
              <a:gd name="connsiteX18" fmla="*/ 1905952 w 1905952"/>
              <a:gd name="connsiteY18" fmla="*/ 41910 h 1428750"/>
              <a:gd name="connsiteX19" fmla="*/ 1863090 w 1905952"/>
              <a:gd name="connsiteY19" fmla="*/ 0 h 1428750"/>
              <a:gd name="connsiteX20" fmla="*/ 461010 w 1905952"/>
              <a:gd name="connsiteY20" fmla="*/ 779145 h 1428750"/>
              <a:gd name="connsiteX21" fmla="*/ 660083 w 1905952"/>
              <a:gd name="connsiteY21" fmla="*/ 967740 h 1428750"/>
              <a:gd name="connsiteX22" fmla="*/ 1784985 w 1905952"/>
              <a:gd name="connsiteY22" fmla="*/ 967740 h 1428750"/>
              <a:gd name="connsiteX23" fmla="*/ 1784985 w 1905952"/>
              <a:gd name="connsiteY23" fmla="*/ 883920 h 1428750"/>
              <a:gd name="connsiteX24" fmla="*/ 1702118 w 1905952"/>
              <a:gd name="connsiteY24" fmla="*/ 883920 h 1428750"/>
              <a:gd name="connsiteX25" fmla="*/ 1702118 w 1905952"/>
              <a:gd name="connsiteY25" fmla="*/ 674370 h 1428750"/>
              <a:gd name="connsiteX26" fmla="*/ 1784985 w 1905952"/>
              <a:gd name="connsiteY26" fmla="*/ 674370 h 1428750"/>
              <a:gd name="connsiteX27" fmla="*/ 1784985 w 1905952"/>
              <a:gd name="connsiteY27" fmla="*/ 590550 h 1428750"/>
              <a:gd name="connsiteX28" fmla="*/ 660083 w 1905952"/>
              <a:gd name="connsiteY28" fmla="*/ 590550 h 1428750"/>
              <a:gd name="connsiteX29" fmla="*/ 461010 w 1905952"/>
              <a:gd name="connsiteY29" fmla="*/ 779145 h 1428750"/>
              <a:gd name="connsiteX30" fmla="*/ 1618298 w 1905952"/>
              <a:gd name="connsiteY30" fmla="*/ 883920 h 1428750"/>
              <a:gd name="connsiteX31" fmla="*/ 660083 w 1905952"/>
              <a:gd name="connsiteY31" fmla="*/ 883920 h 1428750"/>
              <a:gd name="connsiteX32" fmla="*/ 543878 w 1905952"/>
              <a:gd name="connsiteY32" fmla="*/ 779145 h 1428750"/>
              <a:gd name="connsiteX33" fmla="*/ 660083 w 1905952"/>
              <a:gd name="connsiteY33" fmla="*/ 674370 h 1428750"/>
              <a:gd name="connsiteX34" fmla="*/ 1619250 w 1905952"/>
              <a:gd name="connsiteY34" fmla="*/ 674370 h 1428750"/>
              <a:gd name="connsiteX35" fmla="*/ 1619250 w 1905952"/>
              <a:gd name="connsiteY35" fmla="*/ 883920 h 1428750"/>
              <a:gd name="connsiteX36" fmla="*/ 124778 w 1905952"/>
              <a:gd name="connsiteY36" fmla="*/ 1240155 h 1428750"/>
              <a:gd name="connsiteX37" fmla="*/ 323850 w 1905952"/>
              <a:gd name="connsiteY37" fmla="*/ 1428750 h 1428750"/>
              <a:gd name="connsiteX38" fmla="*/ 1618298 w 1905952"/>
              <a:gd name="connsiteY38" fmla="*/ 1428750 h 1428750"/>
              <a:gd name="connsiteX39" fmla="*/ 1618298 w 1905952"/>
              <a:gd name="connsiteY39" fmla="*/ 1344930 h 1428750"/>
              <a:gd name="connsiteX40" fmla="*/ 1535430 w 1905952"/>
              <a:gd name="connsiteY40" fmla="*/ 1344930 h 1428750"/>
              <a:gd name="connsiteX41" fmla="*/ 1535430 w 1905952"/>
              <a:gd name="connsiteY41" fmla="*/ 1135380 h 1428750"/>
              <a:gd name="connsiteX42" fmla="*/ 1618298 w 1905952"/>
              <a:gd name="connsiteY42" fmla="*/ 1135380 h 1428750"/>
              <a:gd name="connsiteX43" fmla="*/ 1618298 w 1905952"/>
              <a:gd name="connsiteY43" fmla="*/ 1051560 h 1428750"/>
              <a:gd name="connsiteX44" fmla="*/ 323850 w 1905952"/>
              <a:gd name="connsiteY44" fmla="*/ 1051560 h 1428750"/>
              <a:gd name="connsiteX45" fmla="*/ 124778 w 1905952"/>
              <a:gd name="connsiteY45" fmla="*/ 1240155 h 1428750"/>
              <a:gd name="connsiteX46" fmla="*/ 1452563 w 1905952"/>
              <a:gd name="connsiteY46" fmla="*/ 1344930 h 1428750"/>
              <a:gd name="connsiteX47" fmla="*/ 323850 w 1905952"/>
              <a:gd name="connsiteY47" fmla="*/ 1344930 h 1428750"/>
              <a:gd name="connsiteX48" fmla="*/ 281940 w 1905952"/>
              <a:gd name="connsiteY48" fmla="*/ 1338263 h 1428750"/>
              <a:gd name="connsiteX49" fmla="*/ 281940 w 1905952"/>
              <a:gd name="connsiteY49" fmla="*/ 1143000 h 1428750"/>
              <a:gd name="connsiteX50" fmla="*/ 323850 w 1905952"/>
              <a:gd name="connsiteY50" fmla="*/ 1135380 h 1428750"/>
              <a:gd name="connsiteX51" fmla="*/ 1452563 w 1905952"/>
              <a:gd name="connsiteY51" fmla="*/ 1135380 h 1428750"/>
              <a:gd name="connsiteX52" fmla="*/ 1452563 w 1905952"/>
              <a:gd name="connsiteY52" fmla="*/ 1344930 h 142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1905952" h="1428750">
                <a:moveTo>
                  <a:pt x="1863090" y="0"/>
                </a:moveTo>
                <a:lnTo>
                  <a:pt x="41910" y="3810"/>
                </a:lnTo>
                <a:cubicBezTo>
                  <a:pt x="17145" y="3810"/>
                  <a:pt x="0" y="20955"/>
                  <a:pt x="0" y="45720"/>
                </a:cubicBezTo>
                <a:cubicBezTo>
                  <a:pt x="0" y="70485"/>
                  <a:pt x="16193" y="87630"/>
                  <a:pt x="41910" y="87630"/>
                </a:cubicBezTo>
                <a:lnTo>
                  <a:pt x="124778" y="87630"/>
                </a:lnTo>
                <a:lnTo>
                  <a:pt x="124778" y="498158"/>
                </a:lnTo>
                <a:cubicBezTo>
                  <a:pt x="101918" y="512445"/>
                  <a:pt x="87630" y="537210"/>
                  <a:pt x="87630" y="565785"/>
                </a:cubicBezTo>
                <a:cubicBezTo>
                  <a:pt x="87630" y="609600"/>
                  <a:pt x="122872" y="645795"/>
                  <a:pt x="166688" y="645795"/>
                </a:cubicBezTo>
                <a:cubicBezTo>
                  <a:pt x="210503" y="645795"/>
                  <a:pt x="245745" y="610553"/>
                  <a:pt x="245745" y="565785"/>
                </a:cubicBezTo>
                <a:cubicBezTo>
                  <a:pt x="245745" y="537210"/>
                  <a:pt x="230505" y="512445"/>
                  <a:pt x="208598" y="498158"/>
                </a:cubicBezTo>
                <a:lnTo>
                  <a:pt x="208598" y="87630"/>
                </a:lnTo>
                <a:lnTo>
                  <a:pt x="374333" y="87630"/>
                </a:lnTo>
                <a:lnTo>
                  <a:pt x="374333" y="419100"/>
                </a:lnTo>
                <a:cubicBezTo>
                  <a:pt x="374333" y="464820"/>
                  <a:pt x="411480" y="502920"/>
                  <a:pt x="457200" y="502920"/>
                </a:cubicBezTo>
                <a:lnTo>
                  <a:pt x="1411605" y="502920"/>
                </a:lnTo>
                <a:cubicBezTo>
                  <a:pt x="1457325" y="502920"/>
                  <a:pt x="1494473" y="464820"/>
                  <a:pt x="1490663" y="419100"/>
                </a:cubicBezTo>
                <a:lnTo>
                  <a:pt x="1490663" y="84772"/>
                </a:lnTo>
                <a:lnTo>
                  <a:pt x="1864043" y="83820"/>
                </a:lnTo>
                <a:cubicBezTo>
                  <a:pt x="1888808" y="83820"/>
                  <a:pt x="1905952" y="66675"/>
                  <a:pt x="1905952" y="41910"/>
                </a:cubicBezTo>
                <a:cubicBezTo>
                  <a:pt x="1905000" y="17145"/>
                  <a:pt x="1888808" y="0"/>
                  <a:pt x="1863090" y="0"/>
                </a:cubicBezTo>
                <a:close/>
                <a:moveTo>
                  <a:pt x="461010" y="779145"/>
                </a:moveTo>
                <a:cubicBezTo>
                  <a:pt x="461010" y="883920"/>
                  <a:pt x="552450" y="967740"/>
                  <a:pt x="660083" y="967740"/>
                </a:cubicBezTo>
                <a:lnTo>
                  <a:pt x="1784985" y="967740"/>
                </a:lnTo>
                <a:lnTo>
                  <a:pt x="1784985" y="883920"/>
                </a:lnTo>
                <a:lnTo>
                  <a:pt x="1702118" y="883920"/>
                </a:lnTo>
                <a:lnTo>
                  <a:pt x="1702118" y="674370"/>
                </a:lnTo>
                <a:lnTo>
                  <a:pt x="1784985" y="674370"/>
                </a:lnTo>
                <a:lnTo>
                  <a:pt x="1784985" y="590550"/>
                </a:lnTo>
                <a:lnTo>
                  <a:pt x="660083" y="590550"/>
                </a:lnTo>
                <a:cubicBezTo>
                  <a:pt x="547688" y="590550"/>
                  <a:pt x="461010" y="674370"/>
                  <a:pt x="461010" y="779145"/>
                </a:cubicBezTo>
                <a:close/>
                <a:moveTo>
                  <a:pt x="1618298" y="883920"/>
                </a:moveTo>
                <a:lnTo>
                  <a:pt x="660083" y="883920"/>
                </a:lnTo>
                <a:cubicBezTo>
                  <a:pt x="593408" y="883920"/>
                  <a:pt x="543878" y="838200"/>
                  <a:pt x="543878" y="779145"/>
                </a:cubicBezTo>
                <a:cubicBezTo>
                  <a:pt x="543878" y="720090"/>
                  <a:pt x="598170" y="674370"/>
                  <a:pt x="660083" y="674370"/>
                </a:cubicBezTo>
                <a:lnTo>
                  <a:pt x="1619250" y="674370"/>
                </a:lnTo>
                <a:lnTo>
                  <a:pt x="1619250" y="883920"/>
                </a:lnTo>
                <a:close/>
                <a:moveTo>
                  <a:pt x="124778" y="1240155"/>
                </a:moveTo>
                <a:cubicBezTo>
                  <a:pt x="124778" y="1344930"/>
                  <a:pt x="216218" y="1428750"/>
                  <a:pt x="323850" y="1428750"/>
                </a:cubicBezTo>
                <a:lnTo>
                  <a:pt x="1618298" y="1428750"/>
                </a:lnTo>
                <a:lnTo>
                  <a:pt x="1618298" y="1344930"/>
                </a:lnTo>
                <a:lnTo>
                  <a:pt x="1535430" y="1344930"/>
                </a:lnTo>
                <a:lnTo>
                  <a:pt x="1535430" y="1135380"/>
                </a:lnTo>
                <a:lnTo>
                  <a:pt x="1618298" y="1135380"/>
                </a:lnTo>
                <a:lnTo>
                  <a:pt x="1618298" y="1051560"/>
                </a:lnTo>
                <a:lnTo>
                  <a:pt x="323850" y="1051560"/>
                </a:lnTo>
                <a:cubicBezTo>
                  <a:pt x="211455" y="1051560"/>
                  <a:pt x="124778" y="1135380"/>
                  <a:pt x="124778" y="1240155"/>
                </a:cubicBezTo>
                <a:close/>
                <a:moveTo>
                  <a:pt x="1452563" y="1344930"/>
                </a:moveTo>
                <a:lnTo>
                  <a:pt x="323850" y="1344930"/>
                </a:lnTo>
                <a:cubicBezTo>
                  <a:pt x="308610" y="1344930"/>
                  <a:pt x="295275" y="1342073"/>
                  <a:pt x="281940" y="1338263"/>
                </a:cubicBezTo>
                <a:lnTo>
                  <a:pt x="281940" y="1143000"/>
                </a:lnTo>
                <a:cubicBezTo>
                  <a:pt x="295275" y="1138238"/>
                  <a:pt x="308610" y="1135380"/>
                  <a:pt x="323850" y="1135380"/>
                </a:cubicBezTo>
                <a:lnTo>
                  <a:pt x="1452563" y="1135380"/>
                </a:lnTo>
                <a:lnTo>
                  <a:pt x="1452563" y="1344930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025CD38-92E9-DC79-057E-A7739B811411}"/>
              </a:ext>
            </a:extLst>
          </p:cNvPr>
          <p:cNvSpPr txBox="1"/>
          <p:nvPr/>
        </p:nvSpPr>
        <p:spPr>
          <a:xfrm>
            <a:off x="3930466" y="212442"/>
            <a:ext cx="4671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职业发展</a:t>
            </a:r>
            <a:r>
              <a:rPr kumimoji="1" lang="en-US" altLang="zh-CN" sz="2400" b="1" dirty="0"/>
              <a:t>/</a:t>
            </a:r>
            <a:r>
              <a:rPr kumimoji="1" lang="zh-CN" altLang="en-US" sz="2400" b="1" dirty="0"/>
              <a:t>个人成长</a:t>
            </a:r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3302384C-6021-3549-ED94-CF31EF55CC5A}"/>
              </a:ext>
            </a:extLst>
          </p:cNvPr>
          <p:cNvCxnSpPr/>
          <p:nvPr/>
        </p:nvCxnSpPr>
        <p:spPr>
          <a:xfrm>
            <a:off x="3323771" y="750964"/>
            <a:ext cx="8329504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AC633AA-BA39-B2DB-B56B-B76639CB9382}"/>
              </a:ext>
            </a:extLst>
          </p:cNvPr>
          <p:cNvGrpSpPr/>
          <p:nvPr/>
        </p:nvGrpSpPr>
        <p:grpSpPr>
          <a:xfrm>
            <a:off x="3122023" y="268839"/>
            <a:ext cx="701764" cy="328412"/>
            <a:chOff x="3122023" y="268839"/>
            <a:chExt cx="701764" cy="328412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CAF6253C-3038-5315-2AF3-D452E54B1CAC}"/>
                </a:ext>
              </a:extLst>
            </p:cNvPr>
            <p:cNvGrpSpPr/>
            <p:nvPr/>
          </p:nvGrpSpPr>
          <p:grpSpPr>
            <a:xfrm>
              <a:off x="3122023" y="268839"/>
              <a:ext cx="701764" cy="328412"/>
              <a:chOff x="3122023" y="268839"/>
              <a:chExt cx="701764" cy="328412"/>
            </a:xfrm>
          </p:grpSpPr>
          <p:sp>
            <p:nvSpPr>
              <p:cNvPr id="33" name="五边形 32">
                <a:extLst>
                  <a:ext uri="{FF2B5EF4-FFF2-40B4-BE49-F238E27FC236}">
                    <a16:creationId xmlns:a16="http://schemas.microsoft.com/office/drawing/2014/main" id="{33ACB4D0-A840-150B-6D90-D0E31CC86298}"/>
                  </a:ext>
                </a:extLst>
              </p:cNvPr>
              <p:cNvSpPr/>
              <p:nvPr/>
            </p:nvSpPr>
            <p:spPr>
              <a:xfrm>
                <a:off x="3228703" y="268839"/>
                <a:ext cx="595084" cy="328412"/>
              </a:xfrm>
              <a:prstGeom prst="homePlat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2" name="五边形 31">
                <a:extLst>
                  <a:ext uri="{FF2B5EF4-FFF2-40B4-BE49-F238E27FC236}">
                    <a16:creationId xmlns:a16="http://schemas.microsoft.com/office/drawing/2014/main" id="{90A6EF6D-2B59-30FD-8780-CE27D6CC25F7}"/>
                  </a:ext>
                </a:extLst>
              </p:cNvPr>
              <p:cNvSpPr/>
              <p:nvPr/>
            </p:nvSpPr>
            <p:spPr>
              <a:xfrm>
                <a:off x="3122023" y="268839"/>
                <a:ext cx="595084" cy="328412"/>
              </a:xfrm>
              <a:prstGeom prst="homePlat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75139B34-E42F-59E0-6876-7507C87236BD}"/>
                </a:ext>
              </a:extLst>
            </p:cNvPr>
            <p:cNvSpPr/>
            <p:nvPr/>
          </p:nvSpPr>
          <p:spPr>
            <a:xfrm>
              <a:off x="3228703" y="268839"/>
              <a:ext cx="45719" cy="328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09CD761C-8F99-50D9-800D-9ED1B06E10DC}"/>
              </a:ext>
            </a:extLst>
          </p:cNvPr>
          <p:cNvSpPr txBox="1"/>
          <p:nvPr/>
        </p:nvSpPr>
        <p:spPr>
          <a:xfrm>
            <a:off x="7297681" y="1051575"/>
            <a:ext cx="2079915" cy="453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36405A"/>
                </a:solidFill>
                <a:cs typeface="+mn-ea"/>
                <a:sym typeface="+mn-lt"/>
              </a:rPr>
              <a:t>短期 · 研一</a:t>
            </a:r>
            <a:endParaRPr lang="en-US" altLang="zh-CN" sz="2000" b="1" dirty="0">
              <a:solidFill>
                <a:srgbClr val="36405A"/>
              </a:solidFill>
              <a:cs typeface="+mn-ea"/>
              <a:sym typeface="+mn-lt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C40F1DBB-9A36-9E4F-F629-63591D64286E}"/>
              </a:ext>
            </a:extLst>
          </p:cNvPr>
          <p:cNvGrpSpPr/>
          <p:nvPr/>
        </p:nvGrpSpPr>
        <p:grpSpPr>
          <a:xfrm>
            <a:off x="2999016" y="1832077"/>
            <a:ext cx="4190222" cy="3664722"/>
            <a:chOff x="2760804" y="1620735"/>
            <a:chExt cx="4775677" cy="4176754"/>
          </a:xfrm>
        </p:grpSpPr>
        <p:sp>
          <p:nvSpPr>
            <p:cNvPr id="25" name="弧形 7">
              <a:extLst>
                <a:ext uri="{FF2B5EF4-FFF2-40B4-BE49-F238E27FC236}">
                  <a16:creationId xmlns:a16="http://schemas.microsoft.com/office/drawing/2014/main" id="{A2E6C25A-1682-0C62-0A72-7DF69FF6A315}"/>
                </a:ext>
              </a:extLst>
            </p:cNvPr>
            <p:cNvSpPr/>
            <p:nvPr/>
          </p:nvSpPr>
          <p:spPr>
            <a:xfrm>
              <a:off x="2760804" y="1620735"/>
              <a:ext cx="4114745" cy="4176754"/>
            </a:xfrm>
            <a:prstGeom prst="arc">
              <a:avLst>
                <a:gd name="adj1" fmla="val 16200000"/>
                <a:gd name="adj2" fmla="val 5350457"/>
              </a:avLst>
            </a:prstGeom>
            <a:ln w="9525">
              <a:solidFill>
                <a:schemeClr val="tx1">
                  <a:lumMod val="50000"/>
                  <a:lumOff val="50000"/>
                </a:schemeClr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072A1458-42C8-9EEA-A085-262DED3B5371}"/>
                </a:ext>
              </a:extLst>
            </p:cNvPr>
            <p:cNvGrpSpPr/>
            <p:nvPr/>
          </p:nvGrpSpPr>
          <p:grpSpPr>
            <a:xfrm>
              <a:off x="3066518" y="2084357"/>
              <a:ext cx="4469963" cy="3301273"/>
              <a:chOff x="3066518" y="2084357"/>
              <a:chExt cx="4469963" cy="3301273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ECCF66D0-C033-DD24-653E-5B4ABCB1CC38}"/>
                  </a:ext>
                </a:extLst>
              </p:cNvPr>
              <p:cNvGrpSpPr/>
              <p:nvPr/>
            </p:nvGrpSpPr>
            <p:grpSpPr>
              <a:xfrm>
                <a:off x="6433292" y="2375313"/>
                <a:ext cx="1103189" cy="2754288"/>
                <a:chOff x="3821797" y="2640921"/>
                <a:chExt cx="2287344" cy="2754288"/>
              </a:xfrm>
            </p:grpSpPr>
            <p:cxnSp>
              <p:nvCxnSpPr>
                <p:cNvPr id="14" name="直接连接符 1">
                  <a:extLst>
                    <a:ext uri="{FF2B5EF4-FFF2-40B4-BE49-F238E27FC236}">
                      <a16:creationId xmlns:a16="http://schemas.microsoft.com/office/drawing/2014/main" id="{F70A3D1D-EF38-E8A7-DBF3-34F25D330D05}"/>
                    </a:ext>
                  </a:extLst>
                </p:cNvPr>
                <p:cNvCxnSpPr/>
                <p:nvPr/>
              </p:nvCxnSpPr>
              <p:spPr>
                <a:xfrm>
                  <a:off x="3821797" y="5395209"/>
                  <a:ext cx="2287344" cy="0"/>
                </a:xfrm>
                <a:prstGeom prst="line">
                  <a:avLst/>
                </a:prstGeom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连接符 2">
                  <a:extLst>
                    <a:ext uri="{FF2B5EF4-FFF2-40B4-BE49-F238E27FC236}">
                      <a16:creationId xmlns:a16="http://schemas.microsoft.com/office/drawing/2014/main" id="{6B8778FB-28BA-5D15-68BA-4097335F99D5}"/>
                    </a:ext>
                  </a:extLst>
                </p:cNvPr>
                <p:cNvCxnSpPr/>
                <p:nvPr/>
              </p:nvCxnSpPr>
              <p:spPr>
                <a:xfrm flipV="1">
                  <a:off x="4604930" y="3992044"/>
                  <a:ext cx="1504211" cy="1"/>
                </a:xfrm>
                <a:prstGeom prst="line">
                  <a:avLst/>
                </a:prstGeom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直接连接符 3">
                  <a:extLst>
                    <a:ext uri="{FF2B5EF4-FFF2-40B4-BE49-F238E27FC236}">
                      <a16:creationId xmlns:a16="http://schemas.microsoft.com/office/drawing/2014/main" id="{332CAE7C-077E-054D-DA21-A47812785F6F}"/>
                    </a:ext>
                  </a:extLst>
                </p:cNvPr>
                <p:cNvCxnSpPr/>
                <p:nvPr/>
              </p:nvCxnSpPr>
              <p:spPr>
                <a:xfrm>
                  <a:off x="3821797" y="2640921"/>
                  <a:ext cx="2287344" cy="0"/>
                </a:xfrm>
                <a:prstGeom prst="line">
                  <a:avLst/>
                </a:prstGeom>
                <a:ln w="9525">
                  <a:solidFill>
                    <a:schemeClr val="tx1">
                      <a:lumMod val="50000"/>
                      <a:lumOff val="50000"/>
                    </a:schemeClr>
                  </a:solidFill>
                  <a:tailEnd type="oval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0A260BA4-1C4C-943E-0645-5955F263CC5C}"/>
                  </a:ext>
                </a:extLst>
              </p:cNvPr>
              <p:cNvSpPr/>
              <p:nvPr/>
            </p:nvSpPr>
            <p:spPr>
              <a:xfrm>
                <a:off x="3066518" y="2084357"/>
                <a:ext cx="3221332" cy="3269877"/>
              </a:xfrm>
              <a:prstGeom prst="ellipse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2700000" scaled="1"/>
              </a:gradFill>
              <a:ln w="25400"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5400000" scaled="1"/>
                </a:gradFill>
              </a:ln>
              <a:effectLst>
                <a:outerShdw blurRad="190500" dist="50800" dir="2700000" algn="tl" rotWithShape="0">
                  <a:prstClr val="black">
                    <a:alpha val="3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DF5D8B78-5831-7D55-428A-A9F46CCC759A}"/>
                  </a:ext>
                </a:extLst>
              </p:cNvPr>
              <p:cNvSpPr/>
              <p:nvPr/>
            </p:nvSpPr>
            <p:spPr>
              <a:xfrm>
                <a:off x="3560223" y="2598156"/>
                <a:ext cx="2241148" cy="2274923"/>
              </a:xfrm>
              <a:prstGeom prst="ellipse">
                <a:avLst/>
              </a:prstGeom>
              <a:solidFill>
                <a:schemeClr val="accent1"/>
              </a:solidFill>
              <a:ln w="19050">
                <a:gradFill flip="none" rotWithShape="1"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  <a:tileRect/>
                </a:gra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5F16A0FC-3170-8B63-3937-B482ACC39C67}"/>
                  </a:ext>
                </a:extLst>
              </p:cNvPr>
              <p:cNvGrpSpPr/>
              <p:nvPr/>
            </p:nvGrpSpPr>
            <p:grpSpPr>
              <a:xfrm>
                <a:off x="6176604" y="2085914"/>
                <a:ext cx="545428" cy="545428"/>
                <a:chOff x="3727114" y="2487227"/>
                <a:chExt cx="545428" cy="545428"/>
              </a:xfrm>
            </p:grpSpPr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D79E4135-0D8F-2572-18BF-28823D4A066D}"/>
                    </a:ext>
                  </a:extLst>
                </p:cNvPr>
                <p:cNvSpPr/>
                <p:nvPr/>
              </p:nvSpPr>
              <p:spPr>
                <a:xfrm>
                  <a:off x="3727114" y="2487227"/>
                  <a:ext cx="545428" cy="545428"/>
                </a:xfrm>
                <a:prstGeom prst="ellipse">
                  <a:avLst/>
                </a:prstGeom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</a:gradFill>
                <a:ln w="19050">
                  <a:gradFill>
                    <a:gsLst>
                      <a:gs pos="0">
                        <a:schemeClr val="bg1"/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 scaled="1"/>
                  </a:gradFill>
                </a:ln>
                <a:effectLst>
                  <a:outerShdw blurRad="190500" dist="50800" dir="2700000" algn="tl" rotWithShape="0">
                    <a:prstClr val="black">
                      <a:alpha val="34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0" name="椭圆 39">
                  <a:extLst>
                    <a:ext uri="{FF2B5EF4-FFF2-40B4-BE49-F238E27FC236}">
                      <a16:creationId xmlns:a16="http://schemas.microsoft.com/office/drawing/2014/main" id="{6334B76C-DF4C-A8CE-88E8-47DAA4C8B45A}"/>
                    </a:ext>
                  </a:extLst>
                </p:cNvPr>
                <p:cNvSpPr/>
                <p:nvPr/>
              </p:nvSpPr>
              <p:spPr>
                <a:xfrm>
                  <a:off x="3828496" y="2586027"/>
                  <a:ext cx="342664" cy="347828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4251B970-D2A6-3319-7A21-4D88582D3C79}"/>
                  </a:ext>
                </a:extLst>
              </p:cNvPr>
              <p:cNvGrpSpPr/>
              <p:nvPr/>
            </p:nvGrpSpPr>
            <p:grpSpPr>
              <a:xfrm>
                <a:off x="6650178" y="3463058"/>
                <a:ext cx="545428" cy="545428"/>
                <a:chOff x="3727114" y="2487227"/>
                <a:chExt cx="545428" cy="545428"/>
              </a:xfrm>
            </p:grpSpPr>
            <p:sp>
              <p:nvSpPr>
                <p:cNvPr id="42" name="椭圆 41">
                  <a:extLst>
                    <a:ext uri="{FF2B5EF4-FFF2-40B4-BE49-F238E27FC236}">
                      <a16:creationId xmlns:a16="http://schemas.microsoft.com/office/drawing/2014/main" id="{9A1F64D9-96D6-0203-7E40-40512085AC67}"/>
                    </a:ext>
                  </a:extLst>
                </p:cNvPr>
                <p:cNvSpPr/>
                <p:nvPr/>
              </p:nvSpPr>
              <p:spPr>
                <a:xfrm>
                  <a:off x="3727114" y="2487227"/>
                  <a:ext cx="545428" cy="545428"/>
                </a:xfrm>
                <a:prstGeom prst="ellipse">
                  <a:avLst/>
                </a:prstGeom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</a:gradFill>
                <a:ln w="19050">
                  <a:gradFill>
                    <a:gsLst>
                      <a:gs pos="0">
                        <a:schemeClr val="bg1"/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 scaled="1"/>
                  </a:gradFill>
                </a:ln>
                <a:effectLst>
                  <a:outerShdw blurRad="190500" dist="50800" dir="2700000" algn="tl" rotWithShape="0">
                    <a:prstClr val="black">
                      <a:alpha val="34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3" name="椭圆 42">
                  <a:extLst>
                    <a:ext uri="{FF2B5EF4-FFF2-40B4-BE49-F238E27FC236}">
                      <a16:creationId xmlns:a16="http://schemas.microsoft.com/office/drawing/2014/main" id="{A7AD58F7-E413-435E-0489-4D257465B43E}"/>
                    </a:ext>
                  </a:extLst>
                </p:cNvPr>
                <p:cNvSpPr/>
                <p:nvPr/>
              </p:nvSpPr>
              <p:spPr>
                <a:xfrm>
                  <a:off x="3828496" y="2586027"/>
                  <a:ext cx="342664" cy="347828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9C4C8CFC-769E-B14D-3098-0F27335BE972}"/>
                  </a:ext>
                </a:extLst>
              </p:cNvPr>
              <p:cNvGrpSpPr/>
              <p:nvPr/>
            </p:nvGrpSpPr>
            <p:grpSpPr>
              <a:xfrm>
                <a:off x="6075222" y="4840202"/>
                <a:ext cx="545428" cy="545428"/>
                <a:chOff x="3727114" y="2487227"/>
                <a:chExt cx="545428" cy="545428"/>
              </a:xfrm>
            </p:grpSpPr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3A615EF2-A953-3DEF-A298-78C1B71B365D}"/>
                    </a:ext>
                  </a:extLst>
                </p:cNvPr>
                <p:cNvSpPr/>
                <p:nvPr/>
              </p:nvSpPr>
              <p:spPr>
                <a:xfrm>
                  <a:off x="3727114" y="2487227"/>
                  <a:ext cx="545428" cy="545428"/>
                </a:xfrm>
                <a:prstGeom prst="ellipse">
                  <a:avLst/>
                </a:prstGeom>
                <a:gradFill>
                  <a:gsLst>
                    <a:gs pos="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2700000" scaled="1"/>
                </a:gradFill>
                <a:ln w="19050">
                  <a:gradFill>
                    <a:gsLst>
                      <a:gs pos="0">
                        <a:schemeClr val="bg1"/>
                      </a:gs>
                      <a:gs pos="100000">
                        <a:schemeClr val="bg1">
                          <a:lumMod val="85000"/>
                        </a:schemeClr>
                      </a:gs>
                    </a:gsLst>
                    <a:lin ang="5400000" scaled="1"/>
                  </a:gradFill>
                </a:ln>
                <a:effectLst>
                  <a:outerShdw blurRad="190500" dist="50800" dir="2700000" algn="tl" rotWithShape="0">
                    <a:prstClr val="black">
                      <a:alpha val="34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47370B50-05F8-8EA7-8A83-CBFA1FE8B7B8}"/>
                    </a:ext>
                  </a:extLst>
                </p:cNvPr>
                <p:cNvSpPr/>
                <p:nvPr/>
              </p:nvSpPr>
              <p:spPr>
                <a:xfrm>
                  <a:off x="3828496" y="2586027"/>
                  <a:ext cx="342664" cy="347828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gradFill flip="none" rotWithShape="1">
                    <a:gsLst>
                      <a:gs pos="0">
                        <a:schemeClr val="bg1">
                          <a:lumMod val="85000"/>
                        </a:schemeClr>
                      </a:gs>
                      <a:gs pos="100000">
                        <a:schemeClr val="bg1"/>
                      </a:gs>
                    </a:gsLst>
                    <a:lin ang="2700000" scaled="1"/>
                    <a:tileRect/>
                  </a:gra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47" name="矩形 47">
            <a:extLst>
              <a:ext uri="{FF2B5EF4-FFF2-40B4-BE49-F238E27FC236}">
                <a16:creationId xmlns:a16="http://schemas.microsoft.com/office/drawing/2014/main" id="{BDD52C20-9D31-454A-DA00-92E500947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7681" y="1552009"/>
            <a:ext cx="4658497" cy="110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夯实理论基础与科研方法论，快速融入课题组，将已有工程能力转化为科研生产力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71D87E7-C718-F749-D765-0525755E7F62}"/>
              </a:ext>
            </a:extLst>
          </p:cNvPr>
          <p:cNvSpPr txBox="1"/>
          <p:nvPr/>
        </p:nvSpPr>
        <p:spPr>
          <a:xfrm>
            <a:off x="7718226" y="2909316"/>
            <a:ext cx="1942638" cy="453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36405A"/>
                </a:solidFill>
                <a:cs typeface="+mn-ea"/>
                <a:sym typeface="+mn-lt"/>
              </a:rPr>
              <a:t>中期 · 研二</a:t>
            </a:r>
            <a:endParaRPr lang="en-US" altLang="zh-CN" sz="2000" b="1" dirty="0">
              <a:solidFill>
                <a:srgbClr val="36405A"/>
              </a:solidFill>
              <a:cs typeface="+mn-ea"/>
              <a:sym typeface="+mn-lt"/>
            </a:endParaRPr>
          </a:p>
        </p:txBody>
      </p:sp>
      <p:sp>
        <p:nvSpPr>
          <p:cNvPr id="51" name="矩形 47">
            <a:extLst>
              <a:ext uri="{FF2B5EF4-FFF2-40B4-BE49-F238E27FC236}">
                <a16:creationId xmlns:a16="http://schemas.microsoft.com/office/drawing/2014/main" id="{09B92258-B059-C823-97A6-9CF55FE2D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8226" y="3409750"/>
            <a:ext cx="4178499" cy="110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围绕大模型与智能体方向深入课题研究，力争产出论文与专利成果，参加学术会议开阔视野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D3F6157-EEC8-27F7-3E7F-3B78C2CDD56B}"/>
              </a:ext>
            </a:extLst>
          </p:cNvPr>
          <p:cNvSpPr txBox="1"/>
          <p:nvPr/>
        </p:nvSpPr>
        <p:spPr>
          <a:xfrm>
            <a:off x="7297681" y="4804182"/>
            <a:ext cx="2079915" cy="453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36405A"/>
                </a:solidFill>
                <a:cs typeface="+mn-ea"/>
                <a:sym typeface="+mn-lt"/>
              </a:rPr>
              <a:t>长期发展</a:t>
            </a:r>
            <a:endParaRPr lang="en-US" altLang="zh-CN" sz="2000" b="1" dirty="0">
              <a:solidFill>
                <a:srgbClr val="36405A"/>
              </a:solidFill>
              <a:cs typeface="+mn-ea"/>
              <a:sym typeface="+mn-lt"/>
            </a:endParaRPr>
          </a:p>
        </p:txBody>
      </p:sp>
      <p:sp>
        <p:nvSpPr>
          <p:cNvPr id="53" name="矩形 47">
            <a:extLst>
              <a:ext uri="{FF2B5EF4-FFF2-40B4-BE49-F238E27FC236}">
                <a16:creationId xmlns:a16="http://schemas.microsoft.com/office/drawing/2014/main" id="{5C5D769F-E82D-F524-1B63-2BB6491CF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7681" y="5304616"/>
            <a:ext cx="4658497" cy="1104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pitchFamily="34" charset="0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  <a:sym typeface="+mn-lt"/>
              </a:rPr>
              <a:t>成为兼具研究能力与工程落地能力的研究者，考虑攻读博士或进入大模型领域核心团队，服务国家关键领域</a:t>
            </a:r>
          </a:p>
        </p:txBody>
      </p:sp>
      <p:pic>
        <p:nvPicPr>
          <p:cNvPr id="55" name="图形 54">
            <a:extLst>
              <a:ext uri="{FF2B5EF4-FFF2-40B4-BE49-F238E27FC236}">
                <a16:creationId xmlns:a16="http://schemas.microsoft.com/office/drawing/2014/main" id="{3FC14CC1-CACA-044F-0E30-D3AB55B22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7670" y="2937048"/>
            <a:ext cx="1545589" cy="1545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6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1" grpId="0"/>
      <p:bldP spid="5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B11F5-6C5B-8C3A-9126-8886B6118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DA8D8DFD-CD6E-36BC-9B2F-6CE1EF90FC35}"/>
              </a:ext>
            </a:extLst>
          </p:cNvPr>
          <p:cNvSpPr/>
          <p:nvPr/>
        </p:nvSpPr>
        <p:spPr>
          <a:xfrm>
            <a:off x="0" y="2104571"/>
            <a:ext cx="12192000" cy="2365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8E732CA-BAF2-6E77-896C-CE301D3441E8}"/>
              </a:ext>
            </a:extLst>
          </p:cNvPr>
          <p:cNvSpPr txBox="1"/>
          <p:nvPr/>
        </p:nvSpPr>
        <p:spPr>
          <a:xfrm>
            <a:off x="263450" y="2610476"/>
            <a:ext cx="11665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恳请各位老师批评指正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3116518-C447-637B-FA92-695B10D2F171}"/>
              </a:ext>
            </a:extLst>
          </p:cNvPr>
          <p:cNvPicPr/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91893" y="786011"/>
            <a:ext cx="2208214" cy="948597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D21994F9-6307-DE32-2977-3A9D617B26B9}"/>
              </a:ext>
            </a:extLst>
          </p:cNvPr>
          <p:cNvSpPr txBox="1"/>
          <p:nvPr/>
        </p:nvSpPr>
        <p:spPr>
          <a:xfrm>
            <a:off x="376428" y="3626139"/>
            <a:ext cx="11439144" cy="470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Please criticize and correct me, teachers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EC6C3C0-2D7C-0BA2-BEC6-97C0A9632DD4}"/>
              </a:ext>
            </a:extLst>
          </p:cNvPr>
          <p:cNvSpPr txBox="1"/>
          <p:nvPr/>
        </p:nvSpPr>
        <p:spPr>
          <a:xfrm>
            <a:off x="8039764" y="5467544"/>
            <a:ext cx="31373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面试时间：2026.09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4D0FD90-649E-6EEF-5C19-F60FEDCC5F2A}"/>
              </a:ext>
            </a:extLst>
          </p:cNvPr>
          <p:cNvCxnSpPr>
            <a:cxnSpLocks/>
          </p:cNvCxnSpPr>
          <p:nvPr/>
        </p:nvCxnSpPr>
        <p:spPr>
          <a:xfrm>
            <a:off x="1127878" y="4238625"/>
            <a:ext cx="993624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EFA6B2B3-6E9A-6005-E8DD-3542AF8C325E}"/>
              </a:ext>
            </a:extLst>
          </p:cNvPr>
          <p:cNvSpPr txBox="1"/>
          <p:nvPr/>
        </p:nvSpPr>
        <p:spPr>
          <a:xfrm>
            <a:off x="376428" y="4626864"/>
            <a:ext cx="1143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武汉科技大学计算机科学与技术学院 · 2023 级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ED6CA34F-315F-337C-35D8-17FB00091214}"/>
              </a:ext>
            </a:extLst>
          </p:cNvPr>
          <p:cNvGrpSpPr/>
          <p:nvPr/>
        </p:nvGrpSpPr>
        <p:grpSpPr>
          <a:xfrm>
            <a:off x="150471" y="150470"/>
            <a:ext cx="451913" cy="440249"/>
            <a:chOff x="150471" y="92597"/>
            <a:chExt cx="451913" cy="440249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88C58D2-69F8-E3C2-74F1-AAE01BE8EC49}"/>
                </a:ext>
              </a:extLst>
            </p:cNvPr>
            <p:cNvSpPr/>
            <p:nvPr/>
          </p:nvSpPr>
          <p:spPr>
            <a:xfrm>
              <a:off x="150471" y="92597"/>
              <a:ext cx="127321" cy="1273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B0FED91F-193E-2C77-F8D1-7D6A780C0F82}"/>
                </a:ext>
              </a:extLst>
            </p:cNvPr>
            <p:cNvSpPr/>
            <p:nvPr/>
          </p:nvSpPr>
          <p:spPr>
            <a:xfrm>
              <a:off x="312767" y="92597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486D2894-6C76-887B-0EFD-5261347F40B3}"/>
                </a:ext>
              </a:extLst>
            </p:cNvPr>
            <p:cNvSpPr/>
            <p:nvPr/>
          </p:nvSpPr>
          <p:spPr>
            <a:xfrm>
              <a:off x="475063" y="92597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AD8F4EFE-783D-5EB6-5E01-3E3460E0E507}"/>
                </a:ext>
              </a:extLst>
            </p:cNvPr>
            <p:cNvSpPr/>
            <p:nvPr/>
          </p:nvSpPr>
          <p:spPr>
            <a:xfrm>
              <a:off x="150471" y="249061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70B9F83C-51BF-DC32-9E33-8172AFFC8808}"/>
                </a:ext>
              </a:extLst>
            </p:cNvPr>
            <p:cNvSpPr/>
            <p:nvPr/>
          </p:nvSpPr>
          <p:spPr>
            <a:xfrm>
              <a:off x="312767" y="249061"/>
              <a:ext cx="127321" cy="127321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A42A222F-B584-8CBA-BBE9-A1B54EB7DFA0}"/>
                </a:ext>
              </a:extLst>
            </p:cNvPr>
            <p:cNvSpPr/>
            <p:nvPr/>
          </p:nvSpPr>
          <p:spPr>
            <a:xfrm>
              <a:off x="475063" y="249061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16700409-9FD6-C566-D215-68E309CA9CCD}"/>
                </a:ext>
              </a:extLst>
            </p:cNvPr>
            <p:cNvSpPr/>
            <p:nvPr/>
          </p:nvSpPr>
          <p:spPr>
            <a:xfrm>
              <a:off x="150471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2BED94BE-C14D-CC6A-4387-32CEA8D1BD85}"/>
                </a:ext>
              </a:extLst>
            </p:cNvPr>
            <p:cNvSpPr/>
            <p:nvPr/>
          </p:nvSpPr>
          <p:spPr>
            <a:xfrm>
              <a:off x="312767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DA7CB2F9-8D2D-B527-6DE1-307C4A183405}"/>
                </a:ext>
              </a:extLst>
            </p:cNvPr>
            <p:cNvSpPr/>
            <p:nvPr/>
          </p:nvSpPr>
          <p:spPr>
            <a:xfrm>
              <a:off x="475063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E0FB5265-09C3-0109-49E5-EF8435A85DC4}"/>
              </a:ext>
            </a:extLst>
          </p:cNvPr>
          <p:cNvGrpSpPr/>
          <p:nvPr/>
        </p:nvGrpSpPr>
        <p:grpSpPr>
          <a:xfrm flipH="1" flipV="1">
            <a:off x="11589615" y="6303377"/>
            <a:ext cx="451913" cy="440249"/>
            <a:chOff x="150471" y="92597"/>
            <a:chExt cx="451913" cy="440249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8105FDB2-68B2-A523-578C-60DCB231132E}"/>
                </a:ext>
              </a:extLst>
            </p:cNvPr>
            <p:cNvSpPr/>
            <p:nvPr/>
          </p:nvSpPr>
          <p:spPr>
            <a:xfrm>
              <a:off x="150471" y="92597"/>
              <a:ext cx="127321" cy="127321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F7AEB93F-7581-0B0E-D4DC-EFF25E05FFEB}"/>
                </a:ext>
              </a:extLst>
            </p:cNvPr>
            <p:cNvSpPr/>
            <p:nvPr/>
          </p:nvSpPr>
          <p:spPr>
            <a:xfrm>
              <a:off x="312767" y="92597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A0A53529-2A51-24B6-F1E5-7466BB413532}"/>
                </a:ext>
              </a:extLst>
            </p:cNvPr>
            <p:cNvSpPr/>
            <p:nvPr/>
          </p:nvSpPr>
          <p:spPr>
            <a:xfrm>
              <a:off x="475063" y="92597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0A009647-5597-6EF5-3561-6531056A43AD}"/>
                </a:ext>
              </a:extLst>
            </p:cNvPr>
            <p:cNvSpPr/>
            <p:nvPr/>
          </p:nvSpPr>
          <p:spPr>
            <a:xfrm>
              <a:off x="150471" y="249061"/>
              <a:ext cx="127321" cy="127321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F737A810-EB9B-3F95-3025-9FE0587A64DC}"/>
                </a:ext>
              </a:extLst>
            </p:cNvPr>
            <p:cNvSpPr/>
            <p:nvPr/>
          </p:nvSpPr>
          <p:spPr>
            <a:xfrm>
              <a:off x="312767" y="249061"/>
              <a:ext cx="127321" cy="127321"/>
            </a:xfrm>
            <a:prstGeom prst="rect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B71EECD4-3CEE-0B2C-52E7-7D96D74E4D60}"/>
                </a:ext>
              </a:extLst>
            </p:cNvPr>
            <p:cNvSpPr/>
            <p:nvPr/>
          </p:nvSpPr>
          <p:spPr>
            <a:xfrm>
              <a:off x="475063" y="249061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4A19CD74-A7C6-FC7F-303A-5610CBB54A9C}"/>
                </a:ext>
              </a:extLst>
            </p:cNvPr>
            <p:cNvSpPr/>
            <p:nvPr/>
          </p:nvSpPr>
          <p:spPr>
            <a:xfrm>
              <a:off x="150471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434C219A-DC39-DA59-E08C-DE6EB78CD244}"/>
                </a:ext>
              </a:extLst>
            </p:cNvPr>
            <p:cNvSpPr/>
            <p:nvPr/>
          </p:nvSpPr>
          <p:spPr>
            <a:xfrm>
              <a:off x="312767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9BD0219A-9A3E-1ABF-D72E-E5C3CB55F9E3}"/>
                </a:ext>
              </a:extLst>
            </p:cNvPr>
            <p:cNvSpPr/>
            <p:nvPr/>
          </p:nvSpPr>
          <p:spPr>
            <a:xfrm>
              <a:off x="475063" y="405525"/>
              <a:ext cx="127321" cy="127321"/>
            </a:xfrm>
            <a:prstGeom prst="rect">
              <a:avLst/>
            </a:prstGeom>
            <a:solidFill>
              <a:schemeClr val="accent1">
                <a:alpha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3BB6AA72-1C34-A9C5-51EF-83B527B0C296}"/>
              </a:ext>
            </a:extLst>
          </p:cNvPr>
          <p:cNvGrpSpPr/>
          <p:nvPr/>
        </p:nvGrpSpPr>
        <p:grpSpPr>
          <a:xfrm>
            <a:off x="1596623" y="5537460"/>
            <a:ext cx="184489" cy="229500"/>
            <a:chOff x="5445442" y="2719746"/>
            <a:chExt cx="1140396" cy="1418627"/>
          </a:xfrm>
          <a:solidFill>
            <a:schemeClr val="accent1"/>
          </a:solidFill>
        </p:grpSpPr>
        <p:sp>
          <p:nvSpPr>
            <p:cNvPr id="78" name="任意形状 77">
              <a:extLst>
                <a:ext uri="{FF2B5EF4-FFF2-40B4-BE49-F238E27FC236}">
                  <a16:creationId xmlns:a16="http://schemas.microsoft.com/office/drawing/2014/main" id="{0C971BFB-18BF-F832-EFF8-C4C796E2AAD4}"/>
                </a:ext>
              </a:extLst>
            </p:cNvPr>
            <p:cNvSpPr/>
            <p:nvPr/>
          </p:nvSpPr>
          <p:spPr>
            <a:xfrm>
              <a:off x="5445442" y="3497341"/>
              <a:ext cx="1140396" cy="641032"/>
            </a:xfrm>
            <a:custGeom>
              <a:avLst/>
              <a:gdLst>
                <a:gd name="connsiteX0" fmla="*/ 1075134 w 1140396"/>
                <a:gd name="connsiteY0" fmla="*/ 161925 h 641032"/>
                <a:gd name="connsiteX1" fmla="*/ 841772 w 1140396"/>
                <a:gd name="connsiteY1" fmla="*/ 0 h 641032"/>
                <a:gd name="connsiteX2" fmla="*/ 636984 w 1140396"/>
                <a:gd name="connsiteY2" fmla="*/ 119301 h 641032"/>
                <a:gd name="connsiteX3" fmla="*/ 637223 w 1140396"/>
                <a:gd name="connsiteY3" fmla="*/ 119539 h 641032"/>
                <a:gd name="connsiteX4" fmla="*/ 604123 w 1140396"/>
                <a:gd name="connsiteY4" fmla="*/ 152638 h 641032"/>
                <a:gd name="connsiteX5" fmla="*/ 636984 w 1140396"/>
                <a:gd name="connsiteY5" fmla="*/ 252889 h 641032"/>
                <a:gd name="connsiteX6" fmla="*/ 570548 w 1140396"/>
                <a:gd name="connsiteY6" fmla="*/ 604361 h 641032"/>
                <a:gd name="connsiteX7" fmla="*/ 504111 w 1140396"/>
                <a:gd name="connsiteY7" fmla="*/ 252889 h 641032"/>
                <a:gd name="connsiteX8" fmla="*/ 536972 w 1140396"/>
                <a:gd name="connsiteY8" fmla="*/ 152638 h 641032"/>
                <a:gd name="connsiteX9" fmla="*/ 503873 w 1140396"/>
                <a:gd name="connsiteY9" fmla="*/ 119539 h 641032"/>
                <a:gd name="connsiteX10" fmla="*/ 504111 w 1140396"/>
                <a:gd name="connsiteY10" fmla="*/ 119301 h 641032"/>
                <a:gd name="connsiteX11" fmla="*/ 299323 w 1140396"/>
                <a:gd name="connsiteY11" fmla="*/ 0 h 641032"/>
                <a:gd name="connsiteX12" fmla="*/ 65723 w 1140396"/>
                <a:gd name="connsiteY12" fmla="*/ 162401 h 641032"/>
                <a:gd name="connsiteX13" fmla="*/ 0 w 1140396"/>
                <a:gd name="connsiteY13" fmla="*/ 326708 h 641032"/>
                <a:gd name="connsiteX14" fmla="*/ 0 w 1140396"/>
                <a:gd name="connsiteY14" fmla="*/ 527209 h 641032"/>
                <a:gd name="connsiteX15" fmla="*/ 113824 w 1140396"/>
                <a:gd name="connsiteY15" fmla="*/ 641033 h 641032"/>
                <a:gd name="connsiteX16" fmla="*/ 1026557 w 1140396"/>
                <a:gd name="connsiteY16" fmla="*/ 641033 h 641032"/>
                <a:gd name="connsiteX17" fmla="*/ 1140381 w 1140396"/>
                <a:gd name="connsiteY17" fmla="*/ 527209 h 641032"/>
                <a:gd name="connsiteX18" fmla="*/ 1140381 w 1140396"/>
                <a:gd name="connsiteY18" fmla="*/ 326469 h 641032"/>
                <a:gd name="connsiteX19" fmla="*/ 1075134 w 1140396"/>
                <a:gd name="connsiteY19" fmla="*/ 161925 h 64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40396" h="641032">
                  <a:moveTo>
                    <a:pt x="1075134" y="161925"/>
                  </a:moveTo>
                  <a:cubicBezTo>
                    <a:pt x="1009311" y="92475"/>
                    <a:pt x="929868" y="37351"/>
                    <a:pt x="841772" y="0"/>
                  </a:cubicBezTo>
                  <a:cubicBezTo>
                    <a:pt x="789227" y="62094"/>
                    <a:pt x="716917" y="104219"/>
                    <a:pt x="636984" y="119301"/>
                  </a:cubicBezTo>
                  <a:lnTo>
                    <a:pt x="637223" y="119539"/>
                  </a:lnTo>
                  <a:lnTo>
                    <a:pt x="604123" y="152638"/>
                  </a:lnTo>
                  <a:lnTo>
                    <a:pt x="636984" y="252889"/>
                  </a:lnTo>
                  <a:lnTo>
                    <a:pt x="570548" y="604361"/>
                  </a:lnTo>
                  <a:lnTo>
                    <a:pt x="504111" y="252889"/>
                  </a:lnTo>
                  <a:lnTo>
                    <a:pt x="536972" y="152638"/>
                  </a:lnTo>
                  <a:lnTo>
                    <a:pt x="503873" y="119539"/>
                  </a:lnTo>
                  <a:lnTo>
                    <a:pt x="504111" y="119301"/>
                  </a:lnTo>
                  <a:cubicBezTo>
                    <a:pt x="422672" y="103822"/>
                    <a:pt x="350996" y="60960"/>
                    <a:pt x="299323" y="0"/>
                  </a:cubicBezTo>
                  <a:cubicBezTo>
                    <a:pt x="211117" y="37494"/>
                    <a:pt x="131593" y="92779"/>
                    <a:pt x="65723" y="162401"/>
                  </a:cubicBezTo>
                  <a:cubicBezTo>
                    <a:pt x="23543" y="206708"/>
                    <a:pt x="12" y="265534"/>
                    <a:pt x="0" y="326708"/>
                  </a:cubicBezTo>
                  <a:lnTo>
                    <a:pt x="0" y="527209"/>
                  </a:lnTo>
                  <a:cubicBezTo>
                    <a:pt x="0" y="590072"/>
                    <a:pt x="50961" y="641033"/>
                    <a:pt x="113824" y="641033"/>
                  </a:cubicBezTo>
                  <a:lnTo>
                    <a:pt x="1026557" y="641033"/>
                  </a:lnTo>
                  <a:cubicBezTo>
                    <a:pt x="1089420" y="641033"/>
                    <a:pt x="1140381" y="590072"/>
                    <a:pt x="1140381" y="527209"/>
                  </a:cubicBezTo>
                  <a:lnTo>
                    <a:pt x="1140381" y="326469"/>
                  </a:lnTo>
                  <a:cubicBezTo>
                    <a:pt x="1141095" y="265033"/>
                    <a:pt x="1117283" y="206216"/>
                    <a:pt x="1075134" y="161925"/>
                  </a:cubicBez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9" name="任意形状 78">
              <a:extLst>
                <a:ext uri="{FF2B5EF4-FFF2-40B4-BE49-F238E27FC236}">
                  <a16:creationId xmlns:a16="http://schemas.microsoft.com/office/drawing/2014/main" id="{9160DF9D-C98D-D161-BEDE-B505F8FFB8E8}"/>
                </a:ext>
              </a:extLst>
            </p:cNvPr>
            <p:cNvSpPr/>
            <p:nvPr/>
          </p:nvSpPr>
          <p:spPr>
            <a:xfrm>
              <a:off x="5496758" y="2719746"/>
              <a:ext cx="1039117" cy="818076"/>
            </a:xfrm>
            <a:custGeom>
              <a:avLst/>
              <a:gdLst>
                <a:gd name="connsiteX0" fmla="*/ 18931 w 1039117"/>
                <a:gd name="connsiteY0" fmla="*/ 245386 h 818076"/>
                <a:gd name="connsiteX1" fmla="*/ 185380 w 1039117"/>
                <a:gd name="connsiteY1" fmla="*/ 313014 h 818076"/>
                <a:gd name="connsiteX2" fmla="*/ 185380 w 1039117"/>
                <a:gd name="connsiteY2" fmla="*/ 400406 h 818076"/>
                <a:gd name="connsiteX3" fmla="*/ 244912 w 1039117"/>
                <a:gd name="connsiteY3" fmla="*/ 497561 h 818076"/>
                <a:gd name="connsiteX4" fmla="*/ 250627 w 1039117"/>
                <a:gd name="connsiteY4" fmla="*/ 500418 h 818076"/>
                <a:gd name="connsiteX5" fmla="*/ 250627 w 1039117"/>
                <a:gd name="connsiteY5" fmla="*/ 549234 h 818076"/>
                <a:gd name="connsiteX6" fmla="*/ 519470 w 1039117"/>
                <a:gd name="connsiteY6" fmla="*/ 818077 h 818076"/>
                <a:gd name="connsiteX7" fmla="*/ 788313 w 1039117"/>
                <a:gd name="connsiteY7" fmla="*/ 549234 h 818076"/>
                <a:gd name="connsiteX8" fmla="*/ 788313 w 1039117"/>
                <a:gd name="connsiteY8" fmla="*/ 500418 h 818076"/>
                <a:gd name="connsiteX9" fmla="*/ 794028 w 1039117"/>
                <a:gd name="connsiteY9" fmla="*/ 497561 h 818076"/>
                <a:gd name="connsiteX10" fmla="*/ 853559 w 1039117"/>
                <a:gd name="connsiteY10" fmla="*/ 400406 h 818076"/>
                <a:gd name="connsiteX11" fmla="*/ 853559 w 1039117"/>
                <a:gd name="connsiteY11" fmla="*/ 313014 h 818076"/>
                <a:gd name="connsiteX12" fmla="*/ 1020009 w 1039117"/>
                <a:gd name="connsiteY12" fmla="*/ 245386 h 818076"/>
                <a:gd name="connsiteX13" fmla="*/ 1020009 w 1039117"/>
                <a:gd name="connsiteY13" fmla="*/ 188713 h 818076"/>
                <a:gd name="connsiteX14" fmla="*/ 590907 w 1039117"/>
                <a:gd name="connsiteY14" fmla="*/ 13929 h 818076"/>
                <a:gd name="connsiteX15" fmla="*/ 448270 w 1039117"/>
                <a:gd name="connsiteY15" fmla="*/ 13929 h 818076"/>
                <a:gd name="connsiteX16" fmla="*/ 18931 w 1039117"/>
                <a:gd name="connsiteY16" fmla="*/ 188713 h 818076"/>
                <a:gd name="connsiteX17" fmla="*/ 18931 w 1039117"/>
                <a:gd name="connsiteY17" fmla="*/ 245386 h 818076"/>
                <a:gd name="connsiteX18" fmla="*/ 789980 w 1039117"/>
                <a:gd name="connsiteY18" fmla="*/ 400406 h 818076"/>
                <a:gd name="connsiteX19" fmla="*/ 765215 w 1039117"/>
                <a:gd name="connsiteY19" fmla="*/ 440887 h 818076"/>
                <a:gd name="connsiteX20" fmla="*/ 519470 w 1039117"/>
                <a:gd name="connsiteY20" fmla="*/ 505419 h 818076"/>
                <a:gd name="connsiteX21" fmla="*/ 273725 w 1039117"/>
                <a:gd name="connsiteY21" fmla="*/ 440887 h 818076"/>
                <a:gd name="connsiteX22" fmla="*/ 248960 w 1039117"/>
                <a:gd name="connsiteY22" fmla="*/ 400644 h 818076"/>
                <a:gd name="connsiteX23" fmla="*/ 248960 w 1039117"/>
                <a:gd name="connsiteY23" fmla="*/ 339208 h 818076"/>
                <a:gd name="connsiteX24" fmla="*/ 448032 w 1039117"/>
                <a:gd name="connsiteY24" fmla="*/ 420408 h 818076"/>
                <a:gd name="connsiteX25" fmla="*/ 590669 w 1039117"/>
                <a:gd name="connsiteY25" fmla="*/ 420408 h 818076"/>
                <a:gd name="connsiteX26" fmla="*/ 789742 w 1039117"/>
                <a:gd name="connsiteY26" fmla="*/ 339208 h 818076"/>
                <a:gd name="connsiteX27" fmla="*/ 789742 w 1039117"/>
                <a:gd name="connsiteY27" fmla="*/ 400406 h 818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39117" h="818076">
                  <a:moveTo>
                    <a:pt x="18931" y="245386"/>
                  </a:moveTo>
                  <a:lnTo>
                    <a:pt x="185380" y="313014"/>
                  </a:lnTo>
                  <a:lnTo>
                    <a:pt x="185380" y="400406"/>
                  </a:lnTo>
                  <a:cubicBezTo>
                    <a:pt x="185380" y="441601"/>
                    <a:pt x="208240" y="478987"/>
                    <a:pt x="244912" y="497561"/>
                  </a:cubicBezTo>
                  <a:cubicBezTo>
                    <a:pt x="246578" y="498513"/>
                    <a:pt x="248960" y="499466"/>
                    <a:pt x="250627" y="500418"/>
                  </a:cubicBezTo>
                  <a:lnTo>
                    <a:pt x="250627" y="549234"/>
                  </a:lnTo>
                  <a:cubicBezTo>
                    <a:pt x="250627" y="697586"/>
                    <a:pt x="370880" y="818077"/>
                    <a:pt x="519470" y="818077"/>
                  </a:cubicBezTo>
                  <a:cubicBezTo>
                    <a:pt x="668060" y="818077"/>
                    <a:pt x="788313" y="697824"/>
                    <a:pt x="788313" y="549234"/>
                  </a:cubicBezTo>
                  <a:lnTo>
                    <a:pt x="788313" y="500418"/>
                  </a:lnTo>
                  <a:cubicBezTo>
                    <a:pt x="790218" y="499466"/>
                    <a:pt x="792361" y="498513"/>
                    <a:pt x="794028" y="497561"/>
                  </a:cubicBezTo>
                  <a:cubicBezTo>
                    <a:pt x="830699" y="478987"/>
                    <a:pt x="853559" y="441601"/>
                    <a:pt x="853559" y="400406"/>
                  </a:cubicBezTo>
                  <a:lnTo>
                    <a:pt x="853559" y="313014"/>
                  </a:lnTo>
                  <a:lnTo>
                    <a:pt x="1020009" y="245386"/>
                  </a:lnTo>
                  <a:cubicBezTo>
                    <a:pt x="1045488" y="235147"/>
                    <a:pt x="1045488" y="199190"/>
                    <a:pt x="1020009" y="188713"/>
                  </a:cubicBezTo>
                  <a:lnTo>
                    <a:pt x="590907" y="13929"/>
                  </a:lnTo>
                  <a:cubicBezTo>
                    <a:pt x="545175" y="-4643"/>
                    <a:pt x="494002" y="-4643"/>
                    <a:pt x="448270" y="13929"/>
                  </a:cubicBezTo>
                  <a:lnTo>
                    <a:pt x="18931" y="188713"/>
                  </a:lnTo>
                  <a:cubicBezTo>
                    <a:pt x="-6310" y="199190"/>
                    <a:pt x="-6310" y="235147"/>
                    <a:pt x="18931" y="245386"/>
                  </a:cubicBezTo>
                  <a:close/>
                  <a:moveTo>
                    <a:pt x="789980" y="400406"/>
                  </a:moveTo>
                  <a:cubicBezTo>
                    <a:pt x="789980" y="417551"/>
                    <a:pt x="780455" y="433029"/>
                    <a:pt x="765215" y="440887"/>
                  </a:cubicBezTo>
                  <a:cubicBezTo>
                    <a:pt x="718066" y="464938"/>
                    <a:pt x="623292" y="505419"/>
                    <a:pt x="519470" y="505419"/>
                  </a:cubicBezTo>
                  <a:cubicBezTo>
                    <a:pt x="415647" y="505419"/>
                    <a:pt x="321112" y="464938"/>
                    <a:pt x="273725" y="440887"/>
                  </a:cubicBezTo>
                  <a:cubicBezTo>
                    <a:pt x="258485" y="433267"/>
                    <a:pt x="248960" y="417551"/>
                    <a:pt x="248960" y="400644"/>
                  </a:cubicBezTo>
                  <a:lnTo>
                    <a:pt x="248960" y="339208"/>
                  </a:lnTo>
                  <a:lnTo>
                    <a:pt x="448032" y="420408"/>
                  </a:lnTo>
                  <a:cubicBezTo>
                    <a:pt x="493752" y="438982"/>
                    <a:pt x="544949" y="438982"/>
                    <a:pt x="590669" y="420408"/>
                  </a:cubicBezTo>
                  <a:lnTo>
                    <a:pt x="789742" y="339208"/>
                  </a:lnTo>
                  <a:lnTo>
                    <a:pt x="789742" y="400406"/>
                  </a:lnTo>
                  <a:close/>
                </a:path>
              </a:pathLst>
            </a:custGeom>
            <a:grpFill/>
            <a:ln w="18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609DBE46-BE71-B80D-E3A5-0B7269B08A4D}"/>
              </a:ext>
            </a:extLst>
          </p:cNvPr>
          <p:cNvSpPr txBox="1"/>
          <p:nvPr/>
        </p:nvSpPr>
        <p:spPr>
          <a:xfrm>
            <a:off x="1781112" y="5467544"/>
            <a:ext cx="2308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</a:rPr>
              <a:t>面试学生：陈飞扬</a:t>
            </a:r>
          </a:p>
        </p:txBody>
      </p:sp>
      <p:sp>
        <p:nvSpPr>
          <p:cNvPr id="84" name="图形 82">
            <a:extLst>
              <a:ext uri="{FF2B5EF4-FFF2-40B4-BE49-F238E27FC236}">
                <a16:creationId xmlns:a16="http://schemas.microsoft.com/office/drawing/2014/main" id="{05C31F08-3160-7472-5EFE-F0D463AAE105}"/>
              </a:ext>
            </a:extLst>
          </p:cNvPr>
          <p:cNvSpPr/>
          <p:nvPr/>
        </p:nvSpPr>
        <p:spPr>
          <a:xfrm>
            <a:off x="4435166" y="5526511"/>
            <a:ext cx="241068" cy="251399"/>
          </a:xfrm>
          <a:custGeom>
            <a:avLst/>
            <a:gdLst>
              <a:gd name="connsiteX0" fmla="*/ 213405 w 1562695"/>
              <a:gd name="connsiteY0" fmla="*/ 1338809 h 1629667"/>
              <a:gd name="connsiteX1" fmla="*/ 111316 w 1562695"/>
              <a:gd name="connsiteY1" fmla="*/ 1428633 h 1629667"/>
              <a:gd name="connsiteX2" fmla="*/ 211688 w 1562695"/>
              <a:gd name="connsiteY2" fmla="*/ 1518445 h 1629667"/>
              <a:gd name="connsiteX3" fmla="*/ 213405 w 1562695"/>
              <a:gd name="connsiteY3" fmla="*/ 1518456 h 1629667"/>
              <a:gd name="connsiteX4" fmla="*/ 1507037 w 1562695"/>
              <a:gd name="connsiteY4" fmla="*/ 1518456 h 1629667"/>
              <a:gd name="connsiteX5" fmla="*/ 1562695 w 1562695"/>
              <a:gd name="connsiteY5" fmla="*/ 1574062 h 1629667"/>
              <a:gd name="connsiteX6" fmla="*/ 1508351 w 1562695"/>
              <a:gd name="connsiteY6" fmla="*/ 1629653 h 1629667"/>
              <a:gd name="connsiteX7" fmla="*/ 1507037 w 1562695"/>
              <a:gd name="connsiteY7" fmla="*/ 1629668 h 1629667"/>
              <a:gd name="connsiteX8" fmla="*/ 213405 w 1562695"/>
              <a:gd name="connsiteY8" fmla="*/ 1629668 h 1629667"/>
              <a:gd name="connsiteX9" fmla="*/ 0 w 1562695"/>
              <a:gd name="connsiteY9" fmla="*/ 1428633 h 1629667"/>
              <a:gd name="connsiteX10" fmla="*/ 49264 w 1562695"/>
              <a:gd name="connsiteY10" fmla="*/ 1300070 h 1629667"/>
              <a:gd name="connsiteX11" fmla="*/ 0 w 1562695"/>
              <a:gd name="connsiteY11" fmla="*/ 1189100 h 1629667"/>
              <a:gd name="connsiteX12" fmla="*/ 0 w 1562695"/>
              <a:gd name="connsiteY12" fmla="*/ 149706 h 1629667"/>
              <a:gd name="connsiteX13" fmla="*/ 149848 w 1562695"/>
              <a:gd name="connsiteY13" fmla="*/ 0 h 1629667"/>
              <a:gd name="connsiteX14" fmla="*/ 372478 w 1562695"/>
              <a:gd name="connsiteY14" fmla="*/ 0 h 1629667"/>
              <a:gd name="connsiteX15" fmla="*/ 372478 w 1562695"/>
              <a:gd name="connsiteY15" fmla="*/ 524601 h 1629667"/>
              <a:gd name="connsiteX16" fmla="*/ 372493 w 1562695"/>
              <a:gd name="connsiteY16" fmla="*/ 525795 h 1629667"/>
              <a:gd name="connsiteX17" fmla="*/ 372534 w 1562695"/>
              <a:gd name="connsiteY17" fmla="*/ 526967 h 1629667"/>
              <a:gd name="connsiteX18" fmla="*/ 449132 w 1562695"/>
              <a:gd name="connsiteY18" fmla="*/ 560100 h 1629667"/>
              <a:gd name="connsiteX19" fmla="*/ 450021 w 1562695"/>
              <a:gd name="connsiteY19" fmla="*/ 559333 h 1629667"/>
              <a:gd name="connsiteX20" fmla="*/ 571561 w 1562695"/>
              <a:gd name="connsiteY20" fmla="*/ 452294 h 1629667"/>
              <a:gd name="connsiteX21" fmla="*/ 693102 w 1562695"/>
              <a:gd name="connsiteY21" fmla="*/ 559333 h 1629667"/>
              <a:gd name="connsiteX22" fmla="*/ 694010 w 1562695"/>
              <a:gd name="connsiteY22" fmla="*/ 560115 h 1629667"/>
              <a:gd name="connsiteX23" fmla="*/ 770630 w 1562695"/>
              <a:gd name="connsiteY23" fmla="*/ 525784 h 1629667"/>
              <a:gd name="connsiteX24" fmla="*/ 770645 w 1562695"/>
              <a:gd name="connsiteY24" fmla="*/ 524602 h 1629667"/>
              <a:gd name="connsiteX25" fmla="*/ 770643 w 1562695"/>
              <a:gd name="connsiteY25" fmla="*/ 0 h 1629667"/>
              <a:gd name="connsiteX26" fmla="*/ 1357190 w 1562695"/>
              <a:gd name="connsiteY26" fmla="*/ 0 h 1629667"/>
              <a:gd name="connsiteX27" fmla="*/ 1507037 w 1562695"/>
              <a:gd name="connsiteY27" fmla="*/ 149706 h 1629667"/>
              <a:gd name="connsiteX28" fmla="*/ 1507037 w 1562695"/>
              <a:gd name="connsiteY28" fmla="*/ 1189103 h 1629667"/>
              <a:gd name="connsiteX29" fmla="*/ 1357190 w 1562695"/>
              <a:gd name="connsiteY29" fmla="*/ 1338809 h 1629667"/>
              <a:gd name="connsiteX30" fmla="*/ 213405 w 1562695"/>
              <a:gd name="connsiteY30" fmla="*/ 1338809 h 1629667"/>
              <a:gd name="connsiteX31" fmla="*/ 719268 w 1562695"/>
              <a:gd name="connsiteY31" fmla="*/ 0 h 1629667"/>
              <a:gd name="connsiteX32" fmla="*/ 719268 w 1562695"/>
              <a:gd name="connsiteY32" fmla="*/ 513282 h 1629667"/>
              <a:gd name="connsiteX33" fmla="*/ 614709 w 1562695"/>
              <a:gd name="connsiteY33" fmla="*/ 413528 h 1629667"/>
              <a:gd name="connsiteX34" fmla="*/ 613401 w 1562695"/>
              <a:gd name="connsiteY34" fmla="*/ 412312 h 1629667"/>
              <a:gd name="connsiteX35" fmla="*/ 612658 w 1562695"/>
              <a:gd name="connsiteY35" fmla="*/ 411651 h 1629667"/>
              <a:gd name="connsiteX36" fmla="*/ 529136 w 1562695"/>
              <a:gd name="connsiteY36" fmla="*/ 412849 h 1629667"/>
              <a:gd name="connsiteX37" fmla="*/ 528414 w 1562695"/>
              <a:gd name="connsiteY37" fmla="*/ 413528 h 1629667"/>
              <a:gd name="connsiteX38" fmla="*/ 423855 w 1562695"/>
              <a:gd name="connsiteY38" fmla="*/ 513277 h 1629667"/>
              <a:gd name="connsiteX39" fmla="*/ 423855 w 1562695"/>
              <a:gd name="connsiteY39" fmla="*/ 0 h 1629667"/>
              <a:gd name="connsiteX40" fmla="*/ 719268 w 1562695"/>
              <a:gd name="connsiteY40" fmla="*/ 0 h 162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562695" h="1629667">
                <a:moveTo>
                  <a:pt x="213405" y="1338809"/>
                </a:moveTo>
                <a:cubicBezTo>
                  <a:pt x="156069" y="1338809"/>
                  <a:pt x="111316" y="1380067"/>
                  <a:pt x="111316" y="1428633"/>
                </a:cubicBezTo>
                <a:cubicBezTo>
                  <a:pt x="111316" y="1476714"/>
                  <a:pt x="155178" y="1517632"/>
                  <a:pt x="211688" y="1518445"/>
                </a:cubicBezTo>
                <a:lnTo>
                  <a:pt x="213405" y="1518456"/>
                </a:lnTo>
                <a:lnTo>
                  <a:pt x="1507037" y="1518456"/>
                </a:lnTo>
                <a:cubicBezTo>
                  <a:pt x="1537776" y="1518456"/>
                  <a:pt x="1562695" y="1543353"/>
                  <a:pt x="1562695" y="1574062"/>
                </a:cubicBezTo>
                <a:cubicBezTo>
                  <a:pt x="1562695" y="1604334"/>
                  <a:pt x="1538483" y="1628956"/>
                  <a:pt x="1508351" y="1629653"/>
                </a:cubicBezTo>
                <a:lnTo>
                  <a:pt x="1507037" y="1629668"/>
                </a:lnTo>
                <a:lnTo>
                  <a:pt x="213405" y="1629668"/>
                </a:lnTo>
                <a:cubicBezTo>
                  <a:pt x="96500" y="1629668"/>
                  <a:pt x="0" y="1540704"/>
                  <a:pt x="0" y="1428633"/>
                </a:cubicBezTo>
                <a:cubicBezTo>
                  <a:pt x="0" y="1379482"/>
                  <a:pt x="18561" y="1334776"/>
                  <a:pt x="49264" y="1300070"/>
                </a:cubicBezTo>
                <a:cubicBezTo>
                  <a:pt x="19007" y="1272685"/>
                  <a:pt x="0" y="1233110"/>
                  <a:pt x="0" y="1189100"/>
                </a:cubicBezTo>
                <a:lnTo>
                  <a:pt x="0" y="149706"/>
                </a:lnTo>
                <a:cubicBezTo>
                  <a:pt x="0" y="67028"/>
                  <a:pt x="67090" y="0"/>
                  <a:pt x="149848" y="0"/>
                </a:cubicBezTo>
                <a:lnTo>
                  <a:pt x="372478" y="0"/>
                </a:lnTo>
                <a:lnTo>
                  <a:pt x="372478" y="524601"/>
                </a:lnTo>
                <a:lnTo>
                  <a:pt x="372493" y="525795"/>
                </a:lnTo>
                <a:lnTo>
                  <a:pt x="372534" y="526967"/>
                </a:lnTo>
                <a:cubicBezTo>
                  <a:pt x="374342" y="565026"/>
                  <a:pt x="419608" y="584909"/>
                  <a:pt x="449132" y="560100"/>
                </a:cubicBezTo>
                <a:lnTo>
                  <a:pt x="450021" y="559333"/>
                </a:lnTo>
                <a:lnTo>
                  <a:pt x="571561" y="452294"/>
                </a:lnTo>
                <a:lnTo>
                  <a:pt x="693102" y="559333"/>
                </a:lnTo>
                <a:lnTo>
                  <a:pt x="694010" y="560115"/>
                </a:lnTo>
                <a:cubicBezTo>
                  <a:pt x="723837" y="585155"/>
                  <a:pt x="769715" y="564604"/>
                  <a:pt x="770630" y="525784"/>
                </a:cubicBezTo>
                <a:lnTo>
                  <a:pt x="770645" y="524602"/>
                </a:lnTo>
                <a:lnTo>
                  <a:pt x="770643" y="0"/>
                </a:lnTo>
                <a:lnTo>
                  <a:pt x="1357190" y="0"/>
                </a:lnTo>
                <a:cubicBezTo>
                  <a:pt x="1439949" y="0"/>
                  <a:pt x="1507037" y="67027"/>
                  <a:pt x="1507037" y="149706"/>
                </a:cubicBezTo>
                <a:lnTo>
                  <a:pt x="1507037" y="1189103"/>
                </a:lnTo>
                <a:cubicBezTo>
                  <a:pt x="1507037" y="1271783"/>
                  <a:pt x="1439949" y="1338809"/>
                  <a:pt x="1357190" y="1338809"/>
                </a:cubicBezTo>
                <a:lnTo>
                  <a:pt x="213405" y="1338809"/>
                </a:lnTo>
                <a:close/>
                <a:moveTo>
                  <a:pt x="719268" y="0"/>
                </a:moveTo>
                <a:lnTo>
                  <a:pt x="719268" y="513282"/>
                </a:lnTo>
                <a:lnTo>
                  <a:pt x="614709" y="413528"/>
                </a:lnTo>
                <a:lnTo>
                  <a:pt x="613401" y="412312"/>
                </a:lnTo>
                <a:lnTo>
                  <a:pt x="612658" y="411651"/>
                </a:lnTo>
                <a:cubicBezTo>
                  <a:pt x="588306" y="390261"/>
                  <a:pt x="553084" y="390661"/>
                  <a:pt x="529136" y="412849"/>
                </a:cubicBezTo>
                <a:lnTo>
                  <a:pt x="528414" y="413528"/>
                </a:lnTo>
                <a:lnTo>
                  <a:pt x="423855" y="513277"/>
                </a:lnTo>
                <a:lnTo>
                  <a:pt x="423855" y="0"/>
                </a:lnTo>
                <a:lnTo>
                  <a:pt x="719268" y="0"/>
                </a:lnTo>
                <a:close/>
              </a:path>
            </a:pathLst>
          </a:custGeom>
          <a:solidFill>
            <a:schemeClr val="accent1"/>
          </a:solidFill>
          <a:ln w="186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F7D60585-A95C-FFA6-6BC2-80243637C582}"/>
              </a:ext>
            </a:extLst>
          </p:cNvPr>
          <p:cNvSpPr txBox="1"/>
          <p:nvPr/>
        </p:nvSpPr>
        <p:spPr>
          <a:xfrm>
            <a:off x="4676234" y="5467544"/>
            <a:ext cx="2665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chemeClr val="accent1"/>
                </a:solidFill>
                <a:latin typeface="+mn-ea"/>
              </a:rPr>
              <a:t>申请专业：计算机科学与技术（电子信息）</a:t>
            </a:r>
            <a:endParaRPr kumimoji="1" lang="zh-CN" altLang="en-US" b="1" dirty="0">
              <a:solidFill>
                <a:schemeClr val="accent1"/>
              </a:solidFill>
              <a:latin typeface="+mn-ea"/>
            </a:endParaRPr>
          </a:p>
        </p:txBody>
      </p:sp>
      <p:sp>
        <p:nvSpPr>
          <p:cNvPr id="3" name="图形 29" descr="时间">
            <a:extLst>
              <a:ext uri="{FF2B5EF4-FFF2-40B4-BE49-F238E27FC236}">
                <a16:creationId xmlns:a16="http://schemas.microsoft.com/office/drawing/2014/main" id="{E9D3DB0B-5159-48AA-036A-AD34A632E7DB}"/>
              </a:ext>
            </a:extLst>
          </p:cNvPr>
          <p:cNvSpPr/>
          <p:nvPr/>
        </p:nvSpPr>
        <p:spPr>
          <a:xfrm>
            <a:off x="7783758" y="5524207"/>
            <a:ext cx="256006" cy="256006"/>
          </a:xfrm>
          <a:custGeom>
            <a:avLst/>
            <a:gdLst>
              <a:gd name="connsiteX0" fmla="*/ 204825 w 256006"/>
              <a:gd name="connsiteY0" fmla="*/ 139813 h 256006"/>
              <a:gd name="connsiteX1" fmla="*/ 127213 w 256006"/>
              <a:gd name="connsiteY1" fmla="*/ 139813 h 256006"/>
              <a:gd name="connsiteX2" fmla="*/ 115313 w 256006"/>
              <a:gd name="connsiteY2" fmla="*/ 127923 h 256006"/>
              <a:gd name="connsiteX3" fmla="*/ 115313 w 256006"/>
              <a:gd name="connsiteY3" fmla="*/ 50301 h 256006"/>
              <a:gd name="connsiteX4" fmla="*/ 127203 w 256006"/>
              <a:gd name="connsiteY4" fmla="*/ 38411 h 256006"/>
              <a:gd name="connsiteX5" fmla="*/ 139093 w 256006"/>
              <a:gd name="connsiteY5" fmla="*/ 50301 h 256006"/>
              <a:gd name="connsiteX6" fmla="*/ 139093 w 256006"/>
              <a:gd name="connsiteY6" fmla="*/ 116003 h 256006"/>
              <a:gd name="connsiteX7" fmla="*/ 204825 w 256006"/>
              <a:gd name="connsiteY7" fmla="*/ 116003 h 256006"/>
              <a:gd name="connsiteX8" fmla="*/ 216715 w 256006"/>
              <a:gd name="connsiteY8" fmla="*/ 127893 h 256006"/>
              <a:gd name="connsiteX9" fmla="*/ 204825 w 256006"/>
              <a:gd name="connsiteY9" fmla="*/ 139783 h 256006"/>
              <a:gd name="connsiteX10" fmla="*/ 204825 w 256006"/>
              <a:gd name="connsiteY10" fmla="*/ 139813 h 256006"/>
              <a:gd name="connsiteX11" fmla="*/ 128003 w 256006"/>
              <a:gd name="connsiteY11" fmla="*/ 0 h 256006"/>
              <a:gd name="connsiteX12" fmla="*/ 0 w 256006"/>
              <a:gd name="connsiteY12" fmla="*/ 128003 h 256006"/>
              <a:gd name="connsiteX13" fmla="*/ 128003 w 256006"/>
              <a:gd name="connsiteY13" fmla="*/ 256006 h 256006"/>
              <a:gd name="connsiteX14" fmla="*/ 256006 w 256006"/>
              <a:gd name="connsiteY14" fmla="*/ 128003 h 256006"/>
              <a:gd name="connsiteX15" fmla="*/ 128003 w 256006"/>
              <a:gd name="connsiteY15" fmla="*/ 0 h 256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56006" h="256006">
                <a:moveTo>
                  <a:pt x="204825" y="139813"/>
                </a:moveTo>
                <a:lnTo>
                  <a:pt x="127213" y="139813"/>
                </a:lnTo>
                <a:cubicBezTo>
                  <a:pt x="120642" y="139819"/>
                  <a:pt x="115313" y="134494"/>
                  <a:pt x="115313" y="127923"/>
                </a:cubicBezTo>
                <a:lnTo>
                  <a:pt x="115313" y="50301"/>
                </a:lnTo>
                <a:cubicBezTo>
                  <a:pt x="115313" y="43734"/>
                  <a:pt x="120636" y="38411"/>
                  <a:pt x="127203" y="38411"/>
                </a:cubicBezTo>
                <a:cubicBezTo>
                  <a:pt x="133770" y="38411"/>
                  <a:pt x="139093" y="43734"/>
                  <a:pt x="139093" y="50301"/>
                </a:cubicBezTo>
                <a:lnTo>
                  <a:pt x="139093" y="116003"/>
                </a:lnTo>
                <a:lnTo>
                  <a:pt x="204825" y="116003"/>
                </a:lnTo>
                <a:cubicBezTo>
                  <a:pt x="211392" y="116003"/>
                  <a:pt x="216715" y="121326"/>
                  <a:pt x="216715" y="127893"/>
                </a:cubicBezTo>
                <a:cubicBezTo>
                  <a:pt x="216715" y="134460"/>
                  <a:pt x="211392" y="139783"/>
                  <a:pt x="204825" y="139783"/>
                </a:cubicBezTo>
                <a:lnTo>
                  <a:pt x="204825" y="139813"/>
                </a:lnTo>
                <a:moveTo>
                  <a:pt x="128003" y="0"/>
                </a:moveTo>
                <a:cubicBezTo>
                  <a:pt x="57309" y="0"/>
                  <a:pt x="0" y="57309"/>
                  <a:pt x="0" y="128003"/>
                </a:cubicBezTo>
                <a:cubicBezTo>
                  <a:pt x="0" y="198697"/>
                  <a:pt x="57309" y="256006"/>
                  <a:pt x="128003" y="256006"/>
                </a:cubicBezTo>
                <a:cubicBezTo>
                  <a:pt x="198697" y="256006"/>
                  <a:pt x="256006" y="198697"/>
                  <a:pt x="256006" y="128003"/>
                </a:cubicBezTo>
                <a:cubicBezTo>
                  <a:pt x="256006" y="57309"/>
                  <a:pt x="198697" y="0"/>
                  <a:pt x="128003" y="0"/>
                </a:cubicBezTo>
              </a:path>
            </a:pathLst>
          </a:custGeom>
          <a:solidFill>
            <a:schemeClr val="accent1"/>
          </a:solidFill>
          <a:ln w="967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7222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店铺-蓝金绿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4A70"/>
      </a:accent1>
      <a:accent2>
        <a:srgbClr val="EFC475"/>
      </a:accent2>
      <a:accent3>
        <a:srgbClr val="1CC78F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店铺-字体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2160</Words>
  <Application>Microsoft Macintosh PowerPoint</Application>
  <PresentationFormat>宽屏</PresentationFormat>
  <Paragraphs>305</Paragraphs>
  <Slides>20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等线</vt:lpstr>
      <vt:lpstr>Microsoft YaHei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zhebble@163.com</dc:creator>
  <cp:lastModifiedBy>zhebble</cp:lastModifiedBy>
  <cp:revision>59</cp:revision>
  <dcterms:created xsi:type="dcterms:W3CDTF">2025-03-03T06:08:53Z</dcterms:created>
  <dcterms:modified xsi:type="dcterms:W3CDTF">2026-08-05T01:56:48Z</dcterms:modified>
</cp:coreProperties>
</file>