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6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用户提供的简历：推免简历.html</a:t>
            </a:r>
          </a:p>
          <a:p>
            <a:r>
              <a:t>- 用户提供的图片素材：/Users/cfy/code/推免/assets/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用户提供的简历：推免简历.html</a:t>
            </a:r>
          </a:p>
          <a:p>
            <a:r>
              <a:t>- 用户提供的图片素材：/Users/cfy/code/推免/assets/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用户提供的简历：推免简历.html</a:t>
            </a:r>
          </a:p>
          <a:p>
            <a:r>
              <a:t>- 用户提供的图片素材：/Users/cfy/code/推免/assets/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用户提供的简历：推免简历.html</a:t>
            </a:r>
          </a:p>
          <a:p>
            <a:r>
              <a:t>- 用户提供的图片素材：/Users/cfy/code/推免/assets/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用户提供的简历：推免简历.html</a:t>
            </a:r>
          </a:p>
          <a:p>
            <a:r>
              <a:t>- 用户提供的图片素材：/Users/cfy/code/推免/assets/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用户提供的简历：推免简历.html</a:t>
            </a:r>
          </a:p>
          <a:p>
            <a:r>
              <a:t>- 用户提供的图片素材：/Users/cfy/code/推免/assets/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用户提供的简历：推免简历.html</a:t>
            </a:r>
          </a:p>
          <a:p>
            <a:r>
              <a:t>- 用户提供的图片素材：/Users/cfy/code/推免/assets/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用户提供的简历：推免简历.html</a:t>
            </a:r>
          </a:p>
          <a:p>
            <a:r>
              <a:t>- 用户提供的图片素材：/Users/cfy/code/推免/assets/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用户提供的简历：推免简历.html</a:t>
            </a:r>
          </a:p>
          <a:p>
            <a:r>
              <a:t>- 用户提供的图片素材：/Users/cfy/code/推免/assets/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用户提供的简历：推免简历.html</a:t>
            </a:r>
          </a:p>
          <a:p>
            <a:r>
              <a:t>- 用户提供的图片素材：/Users/cfy/code/推免/assets/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用户提供的简历：推免简历.html</a:t>
            </a:r>
          </a:p>
          <a:p>
            <a:r>
              <a:t>- 用户提供的图片素材：/Users/cfy/code/推免/assets/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用户提供的简历：推免简历.html</a:t>
            </a:r>
          </a:p>
          <a:p>
            <a:r>
              <a:t>- 用户提供的图片素材：/Users/cfy/code/推免/assets/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用户提供的简历：推免简历.html</a:t>
            </a:r>
          </a:p>
          <a:p>
            <a:r>
              <a:t>- 用户提供的图片素材：/Users/cfy/code/推免/assets/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用户提供的简历：推免简历.html</a:t>
            </a:r>
          </a:p>
          <a:p>
            <a:r>
              <a:t>- 用户提供的图片素材：/Users/cfy/code/推免/assets/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用户提供的简历：推免简历.html</a:t>
            </a:r>
          </a:p>
          <a:p>
            <a:r>
              <a:t>- 用户提供的图片素材：/Users/cfy/code/推免/assets/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/>
      <p:sp>
        <p:nvSpPr>
          <p:cNvPr id="103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337040" y="298937"/>
            <a:ext cx="3346937" cy="6251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spTree>
      <p:nvGrpSpPr>
        <p:cNvPr id="1" name=""/>
        <p:cNvGrpSpPr/>
        <p:nvPr/>
      </p:nvGrpSpPr>
      <p:grpSpPr/>
      <p:sp>
        <p:nvSpPr>
          <p:cNvPr id="103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0" name="直接连接符 59"/>
          <p:cNvSpPr>
            <a:spLocks noGrp="1"/>
          </p:cNvSpPr>
          <p:nvPr/>
        </p:nvSpPr>
        <p:spPr>
          <a:xfrm>
            <a:off x="3522388" y="4530266"/>
            <a:ext cx="5147224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" name="文本占位符 13"/>
          <p:cNvSpPr>
            <a:spLocks noGrp="1"/>
          </p:cNvSpPr>
          <p:nvPr>
            <p:ph type="body" idx="12" hasCustomPrompt="1"/>
          </p:nvPr>
        </p:nvSpPr>
        <p:spPr>
          <a:xfrm>
            <a:off x="3522388" y="3642379"/>
            <a:ext cx="5147224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sz="6000" b="1" spc="600">
                <a:solidFill>
                  <a:schemeClr val="accent1"/>
                </a:solidFill>
                <a:latin typeface="+mj-ea"/>
                <a:ea typeface="+mj-ea"/>
                <a:cs typeface="+mj-ea"/>
              </a:defRPr>
            </a:lvl1pPr>
          </a:lstStyle>
          <a:p>
            <a:pPr marL="0" lvl="0">
              <a:buNone/>
            </a:pPr>
            <a:r>
              <a:t>输入标题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14" hasCustomPrompt="1"/>
          </p:nvPr>
        </p:nvSpPr>
        <p:spPr>
          <a:xfrm>
            <a:off x="3808179" y="4688846"/>
            <a:ext cx="4575642" cy="2635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200" spc="3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>
              <a:buNone/>
            </a:pPr>
            <a:r>
              <a:t>PART ONE</a:t>
            </a:r>
          </a:p>
        </p:txBody>
      </p:sp>
      <p:sp>
        <p:nvSpPr>
          <p:cNvPr id="120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21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22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Freeform 5"/>
          <p:cNvSpPr>
            <a:spLocks noGrp="1"/>
          </p:cNvSpPr>
          <p:nvPr/>
        </p:nvSpPr>
        <p:spPr>
          <a:xfrm rot="16200000">
            <a:off x="5035185" y="1046778"/>
            <a:ext cx="2121629" cy="185362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/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blipFill rotWithShape="0">
            <a:blip r:embed="rId2"/>
            <a:srcRect/>
            <a:stretch>
              <a:fillRect/>
            </a:stretch>
          </a:blipFill>
          <a:ln w="25400">
            <a:noFill/>
          </a:ln>
          <a:effectLst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vert="horz" wrap="square" lIns="91440" tIns="45720" rIns="91440" bIns="45720" anchor="t"/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4800" b="0" i="0" u="none" kern="0" cap="none" spc="0" baseline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Freeform 5"/>
          <p:cNvSpPr>
            <a:spLocks noGrp="1"/>
          </p:cNvSpPr>
          <p:nvPr/>
        </p:nvSpPr>
        <p:spPr>
          <a:xfrm rot="16200000">
            <a:off x="5035185" y="1046778"/>
            <a:ext cx="2121629" cy="185362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/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accent1"/>
          </a:solidFill>
          <a:ln w="25400">
            <a:solidFill>
              <a:schemeClr val="accent1"/>
            </a:solidFill>
          </a:ln>
        </p:spPr>
        <p:txBody>
          <a:bodyPr vert="horz" wrap="square" lIns="91440" tIns="45720" rIns="91440" bIns="45720" anchor="t"/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4800" b="0" i="0" u="none" kern="0" cap="none" spc="0" baseline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reeform 5"/>
          <p:cNvSpPr>
            <a:spLocks noGrp="1"/>
          </p:cNvSpPr>
          <p:nvPr/>
        </p:nvSpPr>
        <p:spPr>
          <a:xfrm rot="16200000">
            <a:off x="5204877" y="1222457"/>
            <a:ext cx="1719472" cy="1502268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/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>
            <a:gsLst>
              <a:gs pos="30000">
                <a:sysClr val="window" lastClr="FFFFFF"/>
              </a:gs>
              <a:gs pos="100000">
                <a:sysClr val="window" lastClr="FFFFFF">
                  <a:lumMod val="95000"/>
                </a:sysClr>
              </a:gs>
            </a:gsLst>
            <a:lin ang="9600000" scaled="0"/>
          </a:gradFill>
          <a:ln w="25400">
            <a:noFill/>
          </a:ln>
          <a:effectLst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vert="horz" wrap="square" lIns="91440" tIns="45720" rIns="91440" bIns="45720" anchor="t"/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4800" b="0" i="0" u="none" kern="0" cap="none" spc="0" baseline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latin typeface="微软雅黑"/>
              <a:ea typeface="微软雅黑"/>
              <a:cs typeface="微软雅黑"/>
            </a:endParaRPr>
          </a:p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4800" b="0" i="0" u="none" kern="0" cap="none" spc="0" baseline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" name="任意多边形: 形状 70"/>
          <p:cNvSpPr>
            <a:spLocks noGrp="1"/>
          </p:cNvSpPr>
          <p:nvPr/>
        </p:nvSpPr>
        <p:spPr>
          <a:xfrm flipV="1">
            <a:off x="11623041" y="-2419720"/>
            <a:ext cx="27846" cy="27846"/>
          </a:xfrm>
          <a:custGeom>
            <a:avLst/>
            <a:gdLst>
              <a:gd name="connsiteX0" fmla="*/ 13335 w 13335"/>
              <a:gd name="connsiteY0" fmla="*/ 6668 h 13335"/>
              <a:gd name="connsiteX1" fmla="*/ 6668 w 13335"/>
              <a:gd name="connsiteY1" fmla="*/ 13335 h 13335"/>
              <a:gd name="connsiteX2" fmla="*/ 0 w 13335"/>
              <a:gd name="connsiteY2" fmla="*/ 6668 h 13335"/>
              <a:gd name="connsiteX3" fmla="*/ 6668 w 13335"/>
              <a:gd name="connsiteY3" fmla="*/ 0 h 13335"/>
              <a:gd name="connsiteX4" fmla="*/ 13335 w 13335"/>
              <a:gd name="connsiteY4" fmla="*/ 6668 h 13335"/>
            </a:gdLst>
            <a:ahLst/>
            <a:cxnLst/>
            <a:rect l="l" t="t" r="r" b="b"/>
            <a:pathLst>
              <a:path w="13335" h="13335">
                <a:moveTo>
                  <a:pt x="13335" y="6668"/>
                </a:moveTo>
                <a:cubicBezTo>
                  <a:pt x="13335" y="10478"/>
                  <a:pt x="10477" y="13335"/>
                  <a:pt x="6668" y="13335"/>
                </a:cubicBezTo>
                <a:cubicBezTo>
                  <a:pt x="2857" y="13335"/>
                  <a:pt x="0" y="10478"/>
                  <a:pt x="0" y="6668"/>
                </a:cubicBezTo>
                <a:cubicBezTo>
                  <a:pt x="0" y="2858"/>
                  <a:pt x="2857" y="0"/>
                  <a:pt x="6668" y="0"/>
                </a:cubicBezTo>
                <a:cubicBezTo>
                  <a:pt x="10477" y="0"/>
                  <a:pt x="13335" y="2858"/>
                  <a:pt x="13335" y="666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72" name="任意多边形: 形状 71"/>
          <p:cNvSpPr>
            <a:spLocks noGrp="1"/>
          </p:cNvSpPr>
          <p:nvPr/>
        </p:nvSpPr>
        <p:spPr>
          <a:xfrm flipV="1">
            <a:off x="11623041" y="-2509226"/>
            <a:ext cx="27846" cy="27846"/>
          </a:xfrm>
          <a:custGeom>
            <a:avLst/>
            <a:gdLst>
              <a:gd name="connsiteX0" fmla="*/ 13335 w 13335"/>
              <a:gd name="connsiteY0" fmla="*/ 6668 h 13335"/>
              <a:gd name="connsiteX1" fmla="*/ 6668 w 13335"/>
              <a:gd name="connsiteY1" fmla="*/ 13335 h 13335"/>
              <a:gd name="connsiteX2" fmla="*/ 0 w 13335"/>
              <a:gd name="connsiteY2" fmla="*/ 6668 h 13335"/>
              <a:gd name="connsiteX3" fmla="*/ 6668 w 13335"/>
              <a:gd name="connsiteY3" fmla="*/ 0 h 13335"/>
              <a:gd name="connsiteX4" fmla="*/ 13335 w 13335"/>
              <a:gd name="connsiteY4" fmla="*/ 6668 h 13335"/>
            </a:gdLst>
            <a:ahLst/>
            <a:cxnLst/>
            <a:rect l="l" t="t" r="r" b="b"/>
            <a:pathLst>
              <a:path w="13335" h="13335">
                <a:moveTo>
                  <a:pt x="13335" y="6668"/>
                </a:moveTo>
                <a:cubicBezTo>
                  <a:pt x="13335" y="10478"/>
                  <a:pt x="10477" y="13335"/>
                  <a:pt x="6668" y="13335"/>
                </a:cubicBezTo>
                <a:cubicBezTo>
                  <a:pt x="2857" y="13335"/>
                  <a:pt x="0" y="10478"/>
                  <a:pt x="0" y="6668"/>
                </a:cubicBezTo>
                <a:cubicBezTo>
                  <a:pt x="0" y="2858"/>
                  <a:pt x="2857" y="0"/>
                  <a:pt x="6668" y="0"/>
                </a:cubicBezTo>
                <a:cubicBezTo>
                  <a:pt x="10477" y="0"/>
                  <a:pt x="13335" y="2858"/>
                  <a:pt x="13335" y="666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73" name="任意多边形: 形状 72"/>
          <p:cNvSpPr>
            <a:spLocks noGrp="1"/>
          </p:cNvSpPr>
          <p:nvPr/>
        </p:nvSpPr>
        <p:spPr>
          <a:xfrm flipV="1">
            <a:off x="11623041" y="-2596745"/>
            <a:ext cx="27846" cy="27844"/>
          </a:xfrm>
          <a:custGeom>
            <a:avLst/>
            <a:gdLst>
              <a:gd name="connsiteX0" fmla="*/ 13335 w 13335"/>
              <a:gd name="connsiteY0" fmla="*/ 6667 h 13334"/>
              <a:gd name="connsiteX1" fmla="*/ 6668 w 13335"/>
              <a:gd name="connsiteY1" fmla="*/ 13335 h 13334"/>
              <a:gd name="connsiteX2" fmla="*/ 0 w 13335"/>
              <a:gd name="connsiteY2" fmla="*/ 6667 h 13334"/>
              <a:gd name="connsiteX3" fmla="*/ 6668 w 13335"/>
              <a:gd name="connsiteY3" fmla="*/ 0 h 13334"/>
              <a:gd name="connsiteX4" fmla="*/ 13335 w 13335"/>
              <a:gd name="connsiteY4" fmla="*/ 6667 h 13334"/>
            </a:gdLst>
            <a:ahLst/>
            <a:cxnLst/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7"/>
                  <a:pt x="10477" y="13335"/>
                  <a:pt x="6668" y="13335"/>
                </a:cubicBezTo>
                <a:cubicBezTo>
                  <a:pt x="2857" y="13335"/>
                  <a:pt x="0" y="10477"/>
                  <a:pt x="0" y="6667"/>
                </a:cubicBezTo>
                <a:cubicBezTo>
                  <a:pt x="0" y="2858"/>
                  <a:pt x="2857" y="0"/>
                  <a:pt x="6668" y="0"/>
                </a:cubicBezTo>
                <a:cubicBezTo>
                  <a:pt x="10477" y="0"/>
                  <a:pt x="13335" y="2858"/>
                  <a:pt x="13335" y="666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74" name="任意多边形: 形状 73"/>
          <p:cNvSpPr>
            <a:spLocks noGrp="1"/>
          </p:cNvSpPr>
          <p:nvPr/>
        </p:nvSpPr>
        <p:spPr>
          <a:xfrm flipV="1">
            <a:off x="11623041" y="-2684260"/>
            <a:ext cx="27846" cy="27846"/>
          </a:xfrm>
          <a:custGeom>
            <a:avLst/>
            <a:gdLst>
              <a:gd name="connsiteX0" fmla="*/ 13335 w 13335"/>
              <a:gd name="connsiteY0" fmla="*/ 6667 h 13335"/>
              <a:gd name="connsiteX1" fmla="*/ 6668 w 13335"/>
              <a:gd name="connsiteY1" fmla="*/ 13335 h 13335"/>
              <a:gd name="connsiteX2" fmla="*/ 0 w 13335"/>
              <a:gd name="connsiteY2" fmla="*/ 6667 h 13335"/>
              <a:gd name="connsiteX3" fmla="*/ 6668 w 13335"/>
              <a:gd name="connsiteY3" fmla="*/ 0 h 13335"/>
              <a:gd name="connsiteX4" fmla="*/ 13335 w 13335"/>
              <a:gd name="connsiteY4" fmla="*/ 6667 h 13335"/>
            </a:gdLst>
            <a:ahLst/>
            <a:cxnLst/>
            <a:rect l="l" t="t" r="r" b="b"/>
            <a:pathLst>
              <a:path w="13335" h="13335">
                <a:moveTo>
                  <a:pt x="13335" y="6667"/>
                </a:moveTo>
                <a:cubicBezTo>
                  <a:pt x="13335" y="10478"/>
                  <a:pt x="10477" y="13335"/>
                  <a:pt x="6668" y="13335"/>
                </a:cubicBezTo>
                <a:cubicBezTo>
                  <a:pt x="2857" y="13335"/>
                  <a:pt x="0" y="10478"/>
                  <a:pt x="0" y="6667"/>
                </a:cubicBezTo>
                <a:cubicBezTo>
                  <a:pt x="0" y="2858"/>
                  <a:pt x="2857" y="0"/>
                  <a:pt x="6668" y="0"/>
                </a:cubicBezTo>
                <a:cubicBezTo>
                  <a:pt x="10477" y="0"/>
                  <a:pt x="13335" y="2858"/>
                  <a:pt x="13335" y="666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75" name="任意多边形: 形状 74"/>
          <p:cNvSpPr>
            <a:spLocks noGrp="1"/>
          </p:cNvSpPr>
          <p:nvPr/>
        </p:nvSpPr>
        <p:spPr>
          <a:xfrm flipV="1">
            <a:off x="11623041" y="-2771780"/>
            <a:ext cx="27846" cy="27844"/>
          </a:xfrm>
          <a:custGeom>
            <a:avLst/>
            <a:gdLst>
              <a:gd name="connsiteX0" fmla="*/ 13335 w 13335"/>
              <a:gd name="connsiteY0" fmla="*/ 6667 h 13334"/>
              <a:gd name="connsiteX1" fmla="*/ 6668 w 13335"/>
              <a:gd name="connsiteY1" fmla="*/ 13335 h 13334"/>
              <a:gd name="connsiteX2" fmla="*/ 0 w 13335"/>
              <a:gd name="connsiteY2" fmla="*/ 6667 h 13334"/>
              <a:gd name="connsiteX3" fmla="*/ 6668 w 13335"/>
              <a:gd name="connsiteY3" fmla="*/ 0 h 13334"/>
              <a:gd name="connsiteX4" fmla="*/ 13335 w 13335"/>
              <a:gd name="connsiteY4" fmla="*/ 6667 h 13334"/>
            </a:gdLst>
            <a:ahLst/>
            <a:cxnLst/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7"/>
                  <a:pt x="10477" y="13335"/>
                  <a:pt x="6668" y="13335"/>
                </a:cubicBezTo>
                <a:cubicBezTo>
                  <a:pt x="2857" y="13335"/>
                  <a:pt x="0" y="10477"/>
                  <a:pt x="0" y="6667"/>
                </a:cubicBezTo>
                <a:cubicBezTo>
                  <a:pt x="0" y="2857"/>
                  <a:pt x="2857" y="0"/>
                  <a:pt x="6668" y="0"/>
                </a:cubicBezTo>
                <a:cubicBezTo>
                  <a:pt x="10477" y="0"/>
                  <a:pt x="13335" y="2857"/>
                  <a:pt x="13335" y="666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76" name="任意多边形: 形状 75"/>
          <p:cNvSpPr>
            <a:spLocks noGrp="1"/>
          </p:cNvSpPr>
          <p:nvPr/>
        </p:nvSpPr>
        <p:spPr>
          <a:xfrm flipV="1">
            <a:off x="11623041" y="-2859297"/>
            <a:ext cx="27846" cy="27844"/>
          </a:xfrm>
          <a:custGeom>
            <a:avLst/>
            <a:gdLst>
              <a:gd name="connsiteX0" fmla="*/ 13335 w 13335"/>
              <a:gd name="connsiteY0" fmla="*/ 6667 h 13334"/>
              <a:gd name="connsiteX1" fmla="*/ 6668 w 13335"/>
              <a:gd name="connsiteY1" fmla="*/ 13335 h 13334"/>
              <a:gd name="connsiteX2" fmla="*/ 0 w 13335"/>
              <a:gd name="connsiteY2" fmla="*/ 6667 h 13334"/>
              <a:gd name="connsiteX3" fmla="*/ 6668 w 13335"/>
              <a:gd name="connsiteY3" fmla="*/ 0 h 13334"/>
              <a:gd name="connsiteX4" fmla="*/ 13335 w 13335"/>
              <a:gd name="connsiteY4" fmla="*/ 6667 h 13334"/>
            </a:gdLst>
            <a:ahLst/>
            <a:cxnLst/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8"/>
                  <a:pt x="10477" y="13335"/>
                  <a:pt x="6668" y="13335"/>
                </a:cubicBezTo>
                <a:cubicBezTo>
                  <a:pt x="2857" y="13335"/>
                  <a:pt x="0" y="10478"/>
                  <a:pt x="0" y="6667"/>
                </a:cubicBezTo>
                <a:cubicBezTo>
                  <a:pt x="0" y="2858"/>
                  <a:pt x="2857" y="0"/>
                  <a:pt x="6668" y="0"/>
                </a:cubicBezTo>
                <a:cubicBezTo>
                  <a:pt x="10477" y="0"/>
                  <a:pt x="13335" y="2858"/>
                  <a:pt x="13335" y="666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77" name="任意多边形: 形状 76"/>
          <p:cNvSpPr>
            <a:spLocks noGrp="1"/>
          </p:cNvSpPr>
          <p:nvPr/>
        </p:nvSpPr>
        <p:spPr>
          <a:xfrm flipV="1">
            <a:off x="11623041" y="-2946813"/>
            <a:ext cx="27846" cy="27846"/>
          </a:xfrm>
          <a:custGeom>
            <a:avLst/>
            <a:gdLst>
              <a:gd name="connsiteX0" fmla="*/ 13335 w 13335"/>
              <a:gd name="connsiteY0" fmla="*/ 6668 h 13335"/>
              <a:gd name="connsiteX1" fmla="*/ 6668 w 13335"/>
              <a:gd name="connsiteY1" fmla="*/ 13335 h 13335"/>
              <a:gd name="connsiteX2" fmla="*/ 0 w 13335"/>
              <a:gd name="connsiteY2" fmla="*/ 6668 h 13335"/>
              <a:gd name="connsiteX3" fmla="*/ 6668 w 13335"/>
              <a:gd name="connsiteY3" fmla="*/ 0 h 13335"/>
              <a:gd name="connsiteX4" fmla="*/ 13335 w 13335"/>
              <a:gd name="connsiteY4" fmla="*/ 6668 h 13335"/>
            </a:gdLst>
            <a:ahLst/>
            <a:cxnLst/>
            <a:rect l="l" t="t" r="r" b="b"/>
            <a:pathLst>
              <a:path w="13335" h="13335">
                <a:moveTo>
                  <a:pt x="13335" y="6668"/>
                </a:moveTo>
                <a:cubicBezTo>
                  <a:pt x="13335" y="10478"/>
                  <a:pt x="10477" y="13335"/>
                  <a:pt x="6668" y="13335"/>
                </a:cubicBezTo>
                <a:cubicBezTo>
                  <a:pt x="2857" y="13335"/>
                  <a:pt x="0" y="10478"/>
                  <a:pt x="0" y="6668"/>
                </a:cubicBezTo>
                <a:cubicBezTo>
                  <a:pt x="0" y="2858"/>
                  <a:pt x="2857" y="0"/>
                  <a:pt x="6668" y="0"/>
                </a:cubicBezTo>
                <a:cubicBezTo>
                  <a:pt x="10477" y="0"/>
                  <a:pt x="13335" y="2858"/>
                  <a:pt x="13335" y="666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78" name="任意多边形: 形状 77"/>
          <p:cNvSpPr>
            <a:spLocks noGrp="1"/>
          </p:cNvSpPr>
          <p:nvPr/>
        </p:nvSpPr>
        <p:spPr>
          <a:xfrm flipV="1">
            <a:off x="11731264" y="-2419720"/>
            <a:ext cx="27846" cy="27846"/>
          </a:xfrm>
          <a:custGeom>
            <a:avLst/>
            <a:gdLst>
              <a:gd name="connsiteX0" fmla="*/ 13335 w 13335"/>
              <a:gd name="connsiteY0" fmla="*/ 6668 h 13335"/>
              <a:gd name="connsiteX1" fmla="*/ 6667 w 13335"/>
              <a:gd name="connsiteY1" fmla="*/ 13335 h 13335"/>
              <a:gd name="connsiteX2" fmla="*/ 0 w 13335"/>
              <a:gd name="connsiteY2" fmla="*/ 6668 h 13335"/>
              <a:gd name="connsiteX3" fmla="*/ 6667 w 13335"/>
              <a:gd name="connsiteY3" fmla="*/ 0 h 13335"/>
              <a:gd name="connsiteX4" fmla="*/ 13335 w 13335"/>
              <a:gd name="connsiteY4" fmla="*/ 6668 h 13335"/>
            </a:gdLst>
            <a:ahLst/>
            <a:cxnLst/>
            <a:rect l="l" t="t" r="r" b="b"/>
            <a:pathLst>
              <a:path w="13335" h="13335">
                <a:moveTo>
                  <a:pt x="13335" y="6668"/>
                </a:moveTo>
                <a:cubicBezTo>
                  <a:pt x="13335" y="10478"/>
                  <a:pt x="10477" y="13335"/>
                  <a:pt x="6667" y="13335"/>
                </a:cubicBezTo>
                <a:cubicBezTo>
                  <a:pt x="2857" y="13335"/>
                  <a:pt x="0" y="10478"/>
                  <a:pt x="0" y="6668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79" name="任意多边形: 形状 78"/>
          <p:cNvSpPr>
            <a:spLocks noGrp="1"/>
          </p:cNvSpPr>
          <p:nvPr/>
        </p:nvSpPr>
        <p:spPr>
          <a:xfrm flipV="1">
            <a:off x="11731264" y="-2507239"/>
            <a:ext cx="27846" cy="27844"/>
          </a:xfrm>
          <a:custGeom>
            <a:avLst/>
            <a:gdLst>
              <a:gd name="connsiteX0" fmla="*/ 13335 w 13335"/>
              <a:gd name="connsiteY0" fmla="*/ 6667 h 13334"/>
              <a:gd name="connsiteX1" fmla="*/ 6667 w 13335"/>
              <a:gd name="connsiteY1" fmla="*/ 13335 h 13334"/>
              <a:gd name="connsiteX2" fmla="*/ 0 w 13335"/>
              <a:gd name="connsiteY2" fmla="*/ 6667 h 13334"/>
              <a:gd name="connsiteX3" fmla="*/ 6667 w 13335"/>
              <a:gd name="connsiteY3" fmla="*/ 0 h 13334"/>
              <a:gd name="connsiteX4" fmla="*/ 13335 w 13335"/>
              <a:gd name="connsiteY4" fmla="*/ 6667 h 13334"/>
            </a:gdLst>
            <a:ahLst/>
            <a:cxnLst/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7"/>
                  <a:pt x="10477" y="13335"/>
                  <a:pt x="6667" y="13335"/>
                </a:cubicBezTo>
                <a:cubicBezTo>
                  <a:pt x="2857" y="13335"/>
                  <a:pt x="0" y="10477"/>
                  <a:pt x="0" y="6667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80" name="任意多边形: 形状 79"/>
          <p:cNvSpPr>
            <a:spLocks noGrp="1"/>
          </p:cNvSpPr>
          <p:nvPr/>
        </p:nvSpPr>
        <p:spPr>
          <a:xfrm flipV="1">
            <a:off x="11731264" y="-2594755"/>
            <a:ext cx="27846" cy="27846"/>
          </a:xfrm>
          <a:custGeom>
            <a:avLst/>
            <a:gdLst>
              <a:gd name="connsiteX0" fmla="*/ 13335 w 13335"/>
              <a:gd name="connsiteY0" fmla="*/ 6667 h 13335"/>
              <a:gd name="connsiteX1" fmla="*/ 6667 w 13335"/>
              <a:gd name="connsiteY1" fmla="*/ 13335 h 13335"/>
              <a:gd name="connsiteX2" fmla="*/ 0 w 13335"/>
              <a:gd name="connsiteY2" fmla="*/ 6667 h 13335"/>
              <a:gd name="connsiteX3" fmla="*/ 6667 w 13335"/>
              <a:gd name="connsiteY3" fmla="*/ 0 h 13335"/>
              <a:gd name="connsiteX4" fmla="*/ 13335 w 13335"/>
              <a:gd name="connsiteY4" fmla="*/ 6667 h 13335"/>
            </a:gdLst>
            <a:ahLst/>
            <a:cxnLst/>
            <a:rect l="l" t="t" r="r" b="b"/>
            <a:pathLst>
              <a:path w="13335" h="13335">
                <a:moveTo>
                  <a:pt x="13335" y="6667"/>
                </a:moveTo>
                <a:cubicBezTo>
                  <a:pt x="13335" y="10478"/>
                  <a:pt x="10477" y="13335"/>
                  <a:pt x="6667" y="13335"/>
                </a:cubicBezTo>
                <a:cubicBezTo>
                  <a:pt x="2857" y="13335"/>
                  <a:pt x="0" y="10478"/>
                  <a:pt x="0" y="6667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81" name="任意多边形: 形状 80"/>
          <p:cNvSpPr>
            <a:spLocks noGrp="1"/>
          </p:cNvSpPr>
          <p:nvPr/>
        </p:nvSpPr>
        <p:spPr>
          <a:xfrm flipV="1">
            <a:off x="11731264" y="-2682275"/>
            <a:ext cx="27846" cy="27844"/>
          </a:xfrm>
          <a:custGeom>
            <a:avLst/>
            <a:gdLst>
              <a:gd name="connsiteX0" fmla="*/ 13335 w 13335"/>
              <a:gd name="connsiteY0" fmla="*/ 6667 h 13334"/>
              <a:gd name="connsiteX1" fmla="*/ 6667 w 13335"/>
              <a:gd name="connsiteY1" fmla="*/ 13335 h 13334"/>
              <a:gd name="connsiteX2" fmla="*/ 0 w 13335"/>
              <a:gd name="connsiteY2" fmla="*/ 6667 h 13334"/>
              <a:gd name="connsiteX3" fmla="*/ 6667 w 13335"/>
              <a:gd name="connsiteY3" fmla="*/ 0 h 13334"/>
              <a:gd name="connsiteX4" fmla="*/ 13335 w 13335"/>
              <a:gd name="connsiteY4" fmla="*/ 6667 h 13334"/>
            </a:gdLst>
            <a:ahLst/>
            <a:cxnLst/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7"/>
                  <a:pt x="10477" y="13335"/>
                  <a:pt x="6667" y="13335"/>
                </a:cubicBezTo>
                <a:cubicBezTo>
                  <a:pt x="2857" y="13335"/>
                  <a:pt x="0" y="10477"/>
                  <a:pt x="0" y="6667"/>
                </a:cubicBezTo>
                <a:cubicBezTo>
                  <a:pt x="0" y="2857"/>
                  <a:pt x="2857" y="0"/>
                  <a:pt x="6667" y="0"/>
                </a:cubicBezTo>
                <a:cubicBezTo>
                  <a:pt x="10477" y="0"/>
                  <a:pt x="13335" y="3810"/>
                  <a:pt x="13335" y="666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82" name="任意多边形: 形状 81"/>
          <p:cNvSpPr>
            <a:spLocks noGrp="1"/>
          </p:cNvSpPr>
          <p:nvPr/>
        </p:nvSpPr>
        <p:spPr>
          <a:xfrm flipV="1">
            <a:off x="11731264" y="-2771780"/>
            <a:ext cx="27846" cy="27844"/>
          </a:xfrm>
          <a:custGeom>
            <a:avLst/>
            <a:gdLst>
              <a:gd name="connsiteX0" fmla="*/ 13335 w 13335"/>
              <a:gd name="connsiteY0" fmla="*/ 6667 h 13334"/>
              <a:gd name="connsiteX1" fmla="*/ 6667 w 13335"/>
              <a:gd name="connsiteY1" fmla="*/ 13335 h 13334"/>
              <a:gd name="connsiteX2" fmla="*/ 0 w 13335"/>
              <a:gd name="connsiteY2" fmla="*/ 6667 h 13334"/>
              <a:gd name="connsiteX3" fmla="*/ 6667 w 13335"/>
              <a:gd name="connsiteY3" fmla="*/ 0 h 13334"/>
              <a:gd name="connsiteX4" fmla="*/ 13335 w 13335"/>
              <a:gd name="connsiteY4" fmla="*/ 6667 h 13334"/>
            </a:gdLst>
            <a:ahLst/>
            <a:cxnLst/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7"/>
                  <a:pt x="10477" y="13335"/>
                  <a:pt x="6667" y="13335"/>
                </a:cubicBezTo>
                <a:cubicBezTo>
                  <a:pt x="2857" y="13335"/>
                  <a:pt x="0" y="10477"/>
                  <a:pt x="0" y="6667"/>
                </a:cubicBezTo>
                <a:cubicBezTo>
                  <a:pt x="0" y="2857"/>
                  <a:pt x="2857" y="0"/>
                  <a:pt x="6667" y="0"/>
                </a:cubicBezTo>
                <a:cubicBezTo>
                  <a:pt x="10477" y="0"/>
                  <a:pt x="13335" y="2857"/>
                  <a:pt x="13335" y="666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83" name="任意多边形: 形状 82"/>
          <p:cNvSpPr>
            <a:spLocks noGrp="1"/>
          </p:cNvSpPr>
          <p:nvPr/>
        </p:nvSpPr>
        <p:spPr>
          <a:xfrm flipV="1">
            <a:off x="11731264" y="-2859297"/>
            <a:ext cx="27846" cy="27844"/>
          </a:xfrm>
          <a:custGeom>
            <a:avLst/>
            <a:gdLst>
              <a:gd name="connsiteX0" fmla="*/ 13335 w 13335"/>
              <a:gd name="connsiteY0" fmla="*/ 6667 h 13334"/>
              <a:gd name="connsiteX1" fmla="*/ 6667 w 13335"/>
              <a:gd name="connsiteY1" fmla="*/ 13335 h 13334"/>
              <a:gd name="connsiteX2" fmla="*/ 0 w 13335"/>
              <a:gd name="connsiteY2" fmla="*/ 6667 h 13334"/>
              <a:gd name="connsiteX3" fmla="*/ 6667 w 13335"/>
              <a:gd name="connsiteY3" fmla="*/ 0 h 13334"/>
              <a:gd name="connsiteX4" fmla="*/ 13335 w 13335"/>
              <a:gd name="connsiteY4" fmla="*/ 6667 h 13334"/>
            </a:gdLst>
            <a:ahLst/>
            <a:cxnLst/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8"/>
                  <a:pt x="10477" y="13335"/>
                  <a:pt x="6667" y="13335"/>
                </a:cubicBezTo>
                <a:cubicBezTo>
                  <a:pt x="2857" y="13335"/>
                  <a:pt x="0" y="10478"/>
                  <a:pt x="0" y="6667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84" name="任意多边形: 形状 83"/>
          <p:cNvSpPr>
            <a:spLocks noGrp="1"/>
          </p:cNvSpPr>
          <p:nvPr/>
        </p:nvSpPr>
        <p:spPr>
          <a:xfrm flipV="1">
            <a:off x="11731264" y="-2946815"/>
            <a:ext cx="27846" cy="27846"/>
          </a:xfrm>
          <a:custGeom>
            <a:avLst/>
            <a:gdLst>
              <a:gd name="connsiteX0" fmla="*/ 13335 w 13335"/>
              <a:gd name="connsiteY0" fmla="*/ 6668 h 13335"/>
              <a:gd name="connsiteX1" fmla="*/ 6667 w 13335"/>
              <a:gd name="connsiteY1" fmla="*/ 13335 h 13335"/>
              <a:gd name="connsiteX2" fmla="*/ 0 w 13335"/>
              <a:gd name="connsiteY2" fmla="*/ 6668 h 13335"/>
              <a:gd name="connsiteX3" fmla="*/ 6667 w 13335"/>
              <a:gd name="connsiteY3" fmla="*/ 0 h 13335"/>
              <a:gd name="connsiteX4" fmla="*/ 13335 w 13335"/>
              <a:gd name="connsiteY4" fmla="*/ 6668 h 13335"/>
            </a:gdLst>
            <a:ahLst/>
            <a:cxnLst/>
            <a:rect l="l" t="t" r="r" b="b"/>
            <a:pathLst>
              <a:path w="13335" h="13335">
                <a:moveTo>
                  <a:pt x="13335" y="6668"/>
                </a:moveTo>
                <a:cubicBezTo>
                  <a:pt x="13335" y="10478"/>
                  <a:pt x="10477" y="13335"/>
                  <a:pt x="6667" y="13335"/>
                </a:cubicBezTo>
                <a:cubicBezTo>
                  <a:pt x="2857" y="13335"/>
                  <a:pt x="0" y="10478"/>
                  <a:pt x="0" y="6668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85" name="任意多边形: 形状 84"/>
          <p:cNvSpPr>
            <a:spLocks noGrp="1"/>
          </p:cNvSpPr>
          <p:nvPr/>
        </p:nvSpPr>
        <p:spPr>
          <a:xfrm flipV="1">
            <a:off x="11839487" y="-2419720"/>
            <a:ext cx="27846" cy="27846"/>
          </a:xfrm>
          <a:custGeom>
            <a:avLst/>
            <a:gdLst>
              <a:gd name="connsiteX0" fmla="*/ 13335 w 13335"/>
              <a:gd name="connsiteY0" fmla="*/ 6668 h 13335"/>
              <a:gd name="connsiteX1" fmla="*/ 6667 w 13335"/>
              <a:gd name="connsiteY1" fmla="*/ 13335 h 13335"/>
              <a:gd name="connsiteX2" fmla="*/ 0 w 13335"/>
              <a:gd name="connsiteY2" fmla="*/ 6668 h 13335"/>
              <a:gd name="connsiteX3" fmla="*/ 6667 w 13335"/>
              <a:gd name="connsiteY3" fmla="*/ 0 h 13335"/>
              <a:gd name="connsiteX4" fmla="*/ 13335 w 13335"/>
              <a:gd name="connsiteY4" fmla="*/ 6668 h 13335"/>
            </a:gdLst>
            <a:ahLst/>
            <a:cxnLst/>
            <a:rect l="l" t="t" r="r" b="b"/>
            <a:pathLst>
              <a:path w="13335" h="13335">
                <a:moveTo>
                  <a:pt x="13335" y="6668"/>
                </a:moveTo>
                <a:cubicBezTo>
                  <a:pt x="13335" y="10478"/>
                  <a:pt x="10477" y="13335"/>
                  <a:pt x="6667" y="13335"/>
                </a:cubicBezTo>
                <a:cubicBezTo>
                  <a:pt x="2857" y="13335"/>
                  <a:pt x="0" y="10478"/>
                  <a:pt x="0" y="6668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86" name="任意多边形: 形状 85"/>
          <p:cNvSpPr>
            <a:spLocks noGrp="1"/>
          </p:cNvSpPr>
          <p:nvPr/>
        </p:nvSpPr>
        <p:spPr>
          <a:xfrm flipV="1">
            <a:off x="11839487" y="-2507239"/>
            <a:ext cx="27846" cy="27844"/>
          </a:xfrm>
          <a:custGeom>
            <a:avLst/>
            <a:gdLst>
              <a:gd name="connsiteX0" fmla="*/ 13335 w 13335"/>
              <a:gd name="connsiteY0" fmla="*/ 6667 h 13334"/>
              <a:gd name="connsiteX1" fmla="*/ 6667 w 13335"/>
              <a:gd name="connsiteY1" fmla="*/ 13335 h 13334"/>
              <a:gd name="connsiteX2" fmla="*/ 0 w 13335"/>
              <a:gd name="connsiteY2" fmla="*/ 6667 h 13334"/>
              <a:gd name="connsiteX3" fmla="*/ 6667 w 13335"/>
              <a:gd name="connsiteY3" fmla="*/ 0 h 13334"/>
              <a:gd name="connsiteX4" fmla="*/ 13335 w 13335"/>
              <a:gd name="connsiteY4" fmla="*/ 6667 h 13334"/>
            </a:gdLst>
            <a:ahLst/>
            <a:cxnLst/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7"/>
                  <a:pt x="10477" y="13335"/>
                  <a:pt x="6667" y="13335"/>
                </a:cubicBezTo>
                <a:cubicBezTo>
                  <a:pt x="2857" y="13335"/>
                  <a:pt x="0" y="10477"/>
                  <a:pt x="0" y="6667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87" name="任意多边形: 形状 86"/>
          <p:cNvSpPr>
            <a:spLocks noGrp="1"/>
          </p:cNvSpPr>
          <p:nvPr/>
        </p:nvSpPr>
        <p:spPr>
          <a:xfrm flipV="1">
            <a:off x="11839487" y="-2594755"/>
            <a:ext cx="27846" cy="27846"/>
          </a:xfrm>
          <a:custGeom>
            <a:avLst/>
            <a:gdLst>
              <a:gd name="connsiteX0" fmla="*/ 13335 w 13335"/>
              <a:gd name="connsiteY0" fmla="*/ 6667 h 13335"/>
              <a:gd name="connsiteX1" fmla="*/ 6667 w 13335"/>
              <a:gd name="connsiteY1" fmla="*/ 13335 h 13335"/>
              <a:gd name="connsiteX2" fmla="*/ 0 w 13335"/>
              <a:gd name="connsiteY2" fmla="*/ 6667 h 13335"/>
              <a:gd name="connsiteX3" fmla="*/ 6667 w 13335"/>
              <a:gd name="connsiteY3" fmla="*/ 0 h 13335"/>
              <a:gd name="connsiteX4" fmla="*/ 13335 w 13335"/>
              <a:gd name="connsiteY4" fmla="*/ 6667 h 13335"/>
            </a:gdLst>
            <a:ahLst/>
            <a:cxnLst/>
            <a:rect l="l" t="t" r="r" b="b"/>
            <a:pathLst>
              <a:path w="13335" h="13335">
                <a:moveTo>
                  <a:pt x="13335" y="6667"/>
                </a:moveTo>
                <a:cubicBezTo>
                  <a:pt x="13335" y="10478"/>
                  <a:pt x="10477" y="13335"/>
                  <a:pt x="6667" y="13335"/>
                </a:cubicBezTo>
                <a:cubicBezTo>
                  <a:pt x="2857" y="13335"/>
                  <a:pt x="0" y="10478"/>
                  <a:pt x="0" y="6667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88" name="任意多边形: 形状 87"/>
          <p:cNvSpPr>
            <a:spLocks noGrp="1"/>
          </p:cNvSpPr>
          <p:nvPr/>
        </p:nvSpPr>
        <p:spPr>
          <a:xfrm flipV="1">
            <a:off x="11839487" y="-2682275"/>
            <a:ext cx="27846" cy="27844"/>
          </a:xfrm>
          <a:custGeom>
            <a:avLst/>
            <a:gdLst>
              <a:gd name="connsiteX0" fmla="*/ 13335 w 13335"/>
              <a:gd name="connsiteY0" fmla="*/ 6667 h 13334"/>
              <a:gd name="connsiteX1" fmla="*/ 6667 w 13335"/>
              <a:gd name="connsiteY1" fmla="*/ 13335 h 13334"/>
              <a:gd name="connsiteX2" fmla="*/ 0 w 13335"/>
              <a:gd name="connsiteY2" fmla="*/ 6667 h 13334"/>
              <a:gd name="connsiteX3" fmla="*/ 6667 w 13335"/>
              <a:gd name="connsiteY3" fmla="*/ 0 h 13334"/>
              <a:gd name="connsiteX4" fmla="*/ 13335 w 13335"/>
              <a:gd name="connsiteY4" fmla="*/ 6667 h 13334"/>
            </a:gdLst>
            <a:ahLst/>
            <a:cxnLst/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7"/>
                  <a:pt x="10477" y="13335"/>
                  <a:pt x="6667" y="13335"/>
                </a:cubicBezTo>
                <a:cubicBezTo>
                  <a:pt x="2857" y="13335"/>
                  <a:pt x="0" y="10477"/>
                  <a:pt x="0" y="6667"/>
                </a:cubicBezTo>
                <a:cubicBezTo>
                  <a:pt x="0" y="2857"/>
                  <a:pt x="2857" y="0"/>
                  <a:pt x="6667" y="0"/>
                </a:cubicBezTo>
                <a:cubicBezTo>
                  <a:pt x="10477" y="0"/>
                  <a:pt x="13335" y="3810"/>
                  <a:pt x="13335" y="666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89" name="任意多边形: 形状 88"/>
          <p:cNvSpPr>
            <a:spLocks noGrp="1"/>
          </p:cNvSpPr>
          <p:nvPr/>
        </p:nvSpPr>
        <p:spPr>
          <a:xfrm flipV="1">
            <a:off x="11839487" y="-2771780"/>
            <a:ext cx="27846" cy="27844"/>
          </a:xfrm>
          <a:custGeom>
            <a:avLst/>
            <a:gdLst>
              <a:gd name="connsiteX0" fmla="*/ 13335 w 13335"/>
              <a:gd name="connsiteY0" fmla="*/ 6667 h 13334"/>
              <a:gd name="connsiteX1" fmla="*/ 6667 w 13335"/>
              <a:gd name="connsiteY1" fmla="*/ 13335 h 13334"/>
              <a:gd name="connsiteX2" fmla="*/ 0 w 13335"/>
              <a:gd name="connsiteY2" fmla="*/ 6667 h 13334"/>
              <a:gd name="connsiteX3" fmla="*/ 6667 w 13335"/>
              <a:gd name="connsiteY3" fmla="*/ 0 h 13334"/>
              <a:gd name="connsiteX4" fmla="*/ 13335 w 13335"/>
              <a:gd name="connsiteY4" fmla="*/ 6667 h 13334"/>
            </a:gdLst>
            <a:ahLst/>
            <a:cxnLst/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7"/>
                  <a:pt x="10477" y="13335"/>
                  <a:pt x="6667" y="13335"/>
                </a:cubicBezTo>
                <a:cubicBezTo>
                  <a:pt x="2857" y="13335"/>
                  <a:pt x="0" y="10477"/>
                  <a:pt x="0" y="6667"/>
                </a:cubicBezTo>
                <a:cubicBezTo>
                  <a:pt x="0" y="2857"/>
                  <a:pt x="2857" y="0"/>
                  <a:pt x="6667" y="0"/>
                </a:cubicBezTo>
                <a:cubicBezTo>
                  <a:pt x="10477" y="0"/>
                  <a:pt x="13335" y="2857"/>
                  <a:pt x="13335" y="666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90" name="任意多边形: 形状 89"/>
          <p:cNvSpPr>
            <a:spLocks noGrp="1"/>
          </p:cNvSpPr>
          <p:nvPr/>
        </p:nvSpPr>
        <p:spPr>
          <a:xfrm flipV="1">
            <a:off x="11839487" y="-2859297"/>
            <a:ext cx="27846" cy="27844"/>
          </a:xfrm>
          <a:custGeom>
            <a:avLst/>
            <a:gdLst>
              <a:gd name="connsiteX0" fmla="*/ 13335 w 13335"/>
              <a:gd name="connsiteY0" fmla="*/ 6667 h 13334"/>
              <a:gd name="connsiteX1" fmla="*/ 6667 w 13335"/>
              <a:gd name="connsiteY1" fmla="*/ 13335 h 13334"/>
              <a:gd name="connsiteX2" fmla="*/ 0 w 13335"/>
              <a:gd name="connsiteY2" fmla="*/ 6667 h 13334"/>
              <a:gd name="connsiteX3" fmla="*/ 6667 w 13335"/>
              <a:gd name="connsiteY3" fmla="*/ 0 h 13334"/>
              <a:gd name="connsiteX4" fmla="*/ 13335 w 13335"/>
              <a:gd name="connsiteY4" fmla="*/ 6667 h 13334"/>
            </a:gdLst>
            <a:ahLst/>
            <a:cxnLst/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8"/>
                  <a:pt x="10477" y="13335"/>
                  <a:pt x="6667" y="13335"/>
                </a:cubicBezTo>
                <a:cubicBezTo>
                  <a:pt x="2857" y="13335"/>
                  <a:pt x="0" y="10478"/>
                  <a:pt x="0" y="6667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91" name="任意多边形: 形状 90"/>
          <p:cNvSpPr>
            <a:spLocks noGrp="1"/>
          </p:cNvSpPr>
          <p:nvPr/>
        </p:nvSpPr>
        <p:spPr>
          <a:xfrm flipV="1">
            <a:off x="11839487" y="-2946815"/>
            <a:ext cx="27846" cy="27846"/>
          </a:xfrm>
          <a:custGeom>
            <a:avLst/>
            <a:gdLst>
              <a:gd name="connsiteX0" fmla="*/ 13335 w 13335"/>
              <a:gd name="connsiteY0" fmla="*/ 6668 h 13335"/>
              <a:gd name="connsiteX1" fmla="*/ 6667 w 13335"/>
              <a:gd name="connsiteY1" fmla="*/ 13335 h 13335"/>
              <a:gd name="connsiteX2" fmla="*/ 0 w 13335"/>
              <a:gd name="connsiteY2" fmla="*/ 6668 h 13335"/>
              <a:gd name="connsiteX3" fmla="*/ 6667 w 13335"/>
              <a:gd name="connsiteY3" fmla="*/ 0 h 13335"/>
              <a:gd name="connsiteX4" fmla="*/ 13335 w 13335"/>
              <a:gd name="connsiteY4" fmla="*/ 6668 h 13335"/>
            </a:gdLst>
            <a:ahLst/>
            <a:cxnLst/>
            <a:rect l="l" t="t" r="r" b="b"/>
            <a:pathLst>
              <a:path w="13335" h="13335">
                <a:moveTo>
                  <a:pt x="13335" y="6668"/>
                </a:moveTo>
                <a:cubicBezTo>
                  <a:pt x="13335" y="10478"/>
                  <a:pt x="10477" y="13335"/>
                  <a:pt x="6667" y="13335"/>
                </a:cubicBezTo>
                <a:cubicBezTo>
                  <a:pt x="2857" y="13335"/>
                  <a:pt x="0" y="10478"/>
                  <a:pt x="0" y="6668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92" name="任意多边形: 形状 91"/>
          <p:cNvSpPr>
            <a:spLocks noGrp="1"/>
          </p:cNvSpPr>
          <p:nvPr/>
        </p:nvSpPr>
        <p:spPr>
          <a:xfrm flipV="1">
            <a:off x="11947710" y="-2419720"/>
            <a:ext cx="27846" cy="27846"/>
          </a:xfrm>
          <a:custGeom>
            <a:avLst/>
            <a:gdLst>
              <a:gd name="connsiteX0" fmla="*/ 13335 w 13335"/>
              <a:gd name="connsiteY0" fmla="*/ 6668 h 13335"/>
              <a:gd name="connsiteX1" fmla="*/ 6667 w 13335"/>
              <a:gd name="connsiteY1" fmla="*/ 13335 h 13335"/>
              <a:gd name="connsiteX2" fmla="*/ 0 w 13335"/>
              <a:gd name="connsiteY2" fmla="*/ 6668 h 13335"/>
              <a:gd name="connsiteX3" fmla="*/ 6667 w 13335"/>
              <a:gd name="connsiteY3" fmla="*/ 0 h 13335"/>
              <a:gd name="connsiteX4" fmla="*/ 13335 w 13335"/>
              <a:gd name="connsiteY4" fmla="*/ 6668 h 13335"/>
            </a:gdLst>
            <a:ahLst/>
            <a:cxnLst/>
            <a:rect l="l" t="t" r="r" b="b"/>
            <a:pathLst>
              <a:path w="13335" h="13335">
                <a:moveTo>
                  <a:pt x="13335" y="6668"/>
                </a:moveTo>
                <a:cubicBezTo>
                  <a:pt x="13335" y="10478"/>
                  <a:pt x="10477" y="13335"/>
                  <a:pt x="6667" y="13335"/>
                </a:cubicBezTo>
                <a:cubicBezTo>
                  <a:pt x="2857" y="13335"/>
                  <a:pt x="0" y="10478"/>
                  <a:pt x="0" y="6668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93" name="任意多边形: 形状 92"/>
          <p:cNvSpPr>
            <a:spLocks noGrp="1"/>
          </p:cNvSpPr>
          <p:nvPr/>
        </p:nvSpPr>
        <p:spPr>
          <a:xfrm flipV="1">
            <a:off x="11947710" y="-2507239"/>
            <a:ext cx="27846" cy="27844"/>
          </a:xfrm>
          <a:custGeom>
            <a:avLst/>
            <a:gdLst>
              <a:gd name="connsiteX0" fmla="*/ 13335 w 13335"/>
              <a:gd name="connsiteY0" fmla="*/ 6667 h 13334"/>
              <a:gd name="connsiteX1" fmla="*/ 6667 w 13335"/>
              <a:gd name="connsiteY1" fmla="*/ 13335 h 13334"/>
              <a:gd name="connsiteX2" fmla="*/ 0 w 13335"/>
              <a:gd name="connsiteY2" fmla="*/ 6667 h 13334"/>
              <a:gd name="connsiteX3" fmla="*/ 6667 w 13335"/>
              <a:gd name="connsiteY3" fmla="*/ 0 h 13334"/>
              <a:gd name="connsiteX4" fmla="*/ 13335 w 13335"/>
              <a:gd name="connsiteY4" fmla="*/ 6667 h 13334"/>
            </a:gdLst>
            <a:ahLst/>
            <a:cxnLst/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7"/>
                  <a:pt x="10477" y="13335"/>
                  <a:pt x="6667" y="13335"/>
                </a:cubicBezTo>
                <a:cubicBezTo>
                  <a:pt x="2857" y="13335"/>
                  <a:pt x="0" y="10477"/>
                  <a:pt x="0" y="6667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94" name="任意多边形: 形状 93"/>
          <p:cNvSpPr>
            <a:spLocks noGrp="1"/>
          </p:cNvSpPr>
          <p:nvPr/>
        </p:nvSpPr>
        <p:spPr>
          <a:xfrm flipV="1">
            <a:off x="11947710" y="-2594755"/>
            <a:ext cx="27846" cy="27846"/>
          </a:xfrm>
          <a:custGeom>
            <a:avLst/>
            <a:gdLst>
              <a:gd name="connsiteX0" fmla="*/ 13335 w 13335"/>
              <a:gd name="connsiteY0" fmla="*/ 6667 h 13335"/>
              <a:gd name="connsiteX1" fmla="*/ 6667 w 13335"/>
              <a:gd name="connsiteY1" fmla="*/ 13335 h 13335"/>
              <a:gd name="connsiteX2" fmla="*/ 0 w 13335"/>
              <a:gd name="connsiteY2" fmla="*/ 6667 h 13335"/>
              <a:gd name="connsiteX3" fmla="*/ 6667 w 13335"/>
              <a:gd name="connsiteY3" fmla="*/ 0 h 13335"/>
              <a:gd name="connsiteX4" fmla="*/ 13335 w 13335"/>
              <a:gd name="connsiteY4" fmla="*/ 6667 h 13335"/>
            </a:gdLst>
            <a:ahLst/>
            <a:cxnLst/>
            <a:rect l="l" t="t" r="r" b="b"/>
            <a:pathLst>
              <a:path w="13335" h="13335">
                <a:moveTo>
                  <a:pt x="13335" y="6667"/>
                </a:moveTo>
                <a:cubicBezTo>
                  <a:pt x="13335" y="10478"/>
                  <a:pt x="10477" y="13335"/>
                  <a:pt x="6667" y="13335"/>
                </a:cubicBezTo>
                <a:cubicBezTo>
                  <a:pt x="2857" y="13335"/>
                  <a:pt x="0" y="10478"/>
                  <a:pt x="0" y="6667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95" name="任意多边形: 形状 94"/>
          <p:cNvSpPr>
            <a:spLocks noGrp="1"/>
          </p:cNvSpPr>
          <p:nvPr/>
        </p:nvSpPr>
        <p:spPr>
          <a:xfrm flipV="1">
            <a:off x="11947710" y="-2682275"/>
            <a:ext cx="27846" cy="27844"/>
          </a:xfrm>
          <a:custGeom>
            <a:avLst/>
            <a:gdLst>
              <a:gd name="connsiteX0" fmla="*/ 13335 w 13335"/>
              <a:gd name="connsiteY0" fmla="*/ 6667 h 13334"/>
              <a:gd name="connsiteX1" fmla="*/ 6667 w 13335"/>
              <a:gd name="connsiteY1" fmla="*/ 13335 h 13334"/>
              <a:gd name="connsiteX2" fmla="*/ 0 w 13335"/>
              <a:gd name="connsiteY2" fmla="*/ 6667 h 13334"/>
              <a:gd name="connsiteX3" fmla="*/ 6667 w 13335"/>
              <a:gd name="connsiteY3" fmla="*/ 0 h 13334"/>
              <a:gd name="connsiteX4" fmla="*/ 13335 w 13335"/>
              <a:gd name="connsiteY4" fmla="*/ 6667 h 13334"/>
            </a:gdLst>
            <a:ahLst/>
            <a:cxnLst/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7"/>
                  <a:pt x="10477" y="13335"/>
                  <a:pt x="6667" y="13335"/>
                </a:cubicBezTo>
                <a:cubicBezTo>
                  <a:pt x="2857" y="13335"/>
                  <a:pt x="0" y="10477"/>
                  <a:pt x="0" y="6667"/>
                </a:cubicBezTo>
                <a:cubicBezTo>
                  <a:pt x="0" y="2857"/>
                  <a:pt x="2857" y="0"/>
                  <a:pt x="6667" y="0"/>
                </a:cubicBezTo>
                <a:cubicBezTo>
                  <a:pt x="10477" y="0"/>
                  <a:pt x="13335" y="3810"/>
                  <a:pt x="13335" y="666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96" name="任意多边形: 形状 95"/>
          <p:cNvSpPr>
            <a:spLocks noGrp="1"/>
          </p:cNvSpPr>
          <p:nvPr/>
        </p:nvSpPr>
        <p:spPr>
          <a:xfrm flipV="1">
            <a:off x="11947710" y="-2771780"/>
            <a:ext cx="27846" cy="27844"/>
          </a:xfrm>
          <a:custGeom>
            <a:avLst/>
            <a:gdLst>
              <a:gd name="connsiteX0" fmla="*/ 13335 w 13335"/>
              <a:gd name="connsiteY0" fmla="*/ 6667 h 13334"/>
              <a:gd name="connsiteX1" fmla="*/ 6667 w 13335"/>
              <a:gd name="connsiteY1" fmla="*/ 13335 h 13334"/>
              <a:gd name="connsiteX2" fmla="*/ 0 w 13335"/>
              <a:gd name="connsiteY2" fmla="*/ 6667 h 13334"/>
              <a:gd name="connsiteX3" fmla="*/ 6667 w 13335"/>
              <a:gd name="connsiteY3" fmla="*/ 0 h 13334"/>
              <a:gd name="connsiteX4" fmla="*/ 13335 w 13335"/>
              <a:gd name="connsiteY4" fmla="*/ 6667 h 13334"/>
            </a:gdLst>
            <a:ahLst/>
            <a:cxnLst/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7"/>
                  <a:pt x="10477" y="13335"/>
                  <a:pt x="6667" y="13335"/>
                </a:cubicBezTo>
                <a:cubicBezTo>
                  <a:pt x="2857" y="13335"/>
                  <a:pt x="0" y="10477"/>
                  <a:pt x="0" y="6667"/>
                </a:cubicBezTo>
                <a:cubicBezTo>
                  <a:pt x="0" y="2857"/>
                  <a:pt x="2857" y="0"/>
                  <a:pt x="6667" y="0"/>
                </a:cubicBezTo>
                <a:cubicBezTo>
                  <a:pt x="10477" y="0"/>
                  <a:pt x="13335" y="2857"/>
                  <a:pt x="13335" y="666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97" name="任意多边形: 形状 96"/>
          <p:cNvSpPr>
            <a:spLocks noGrp="1"/>
          </p:cNvSpPr>
          <p:nvPr/>
        </p:nvSpPr>
        <p:spPr>
          <a:xfrm flipV="1">
            <a:off x="11947710" y="-2859297"/>
            <a:ext cx="27846" cy="27844"/>
          </a:xfrm>
          <a:custGeom>
            <a:avLst/>
            <a:gdLst>
              <a:gd name="connsiteX0" fmla="*/ 13335 w 13335"/>
              <a:gd name="connsiteY0" fmla="*/ 6667 h 13334"/>
              <a:gd name="connsiteX1" fmla="*/ 6667 w 13335"/>
              <a:gd name="connsiteY1" fmla="*/ 13335 h 13334"/>
              <a:gd name="connsiteX2" fmla="*/ 0 w 13335"/>
              <a:gd name="connsiteY2" fmla="*/ 6667 h 13334"/>
              <a:gd name="connsiteX3" fmla="*/ 6667 w 13335"/>
              <a:gd name="connsiteY3" fmla="*/ 0 h 13334"/>
              <a:gd name="connsiteX4" fmla="*/ 13335 w 13335"/>
              <a:gd name="connsiteY4" fmla="*/ 6667 h 13334"/>
            </a:gdLst>
            <a:ahLst/>
            <a:cxnLst/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8"/>
                  <a:pt x="10477" y="13335"/>
                  <a:pt x="6667" y="13335"/>
                </a:cubicBezTo>
                <a:cubicBezTo>
                  <a:pt x="2857" y="13335"/>
                  <a:pt x="0" y="10478"/>
                  <a:pt x="0" y="6667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98" name="任意多边形: 形状 97"/>
          <p:cNvSpPr>
            <a:spLocks noGrp="1"/>
          </p:cNvSpPr>
          <p:nvPr/>
        </p:nvSpPr>
        <p:spPr>
          <a:xfrm flipV="1">
            <a:off x="11947710" y="-2946815"/>
            <a:ext cx="27846" cy="27846"/>
          </a:xfrm>
          <a:custGeom>
            <a:avLst/>
            <a:gdLst>
              <a:gd name="connsiteX0" fmla="*/ 13335 w 13335"/>
              <a:gd name="connsiteY0" fmla="*/ 6668 h 13335"/>
              <a:gd name="connsiteX1" fmla="*/ 6667 w 13335"/>
              <a:gd name="connsiteY1" fmla="*/ 13335 h 13335"/>
              <a:gd name="connsiteX2" fmla="*/ 0 w 13335"/>
              <a:gd name="connsiteY2" fmla="*/ 6668 h 13335"/>
              <a:gd name="connsiteX3" fmla="*/ 6667 w 13335"/>
              <a:gd name="connsiteY3" fmla="*/ 0 h 13335"/>
              <a:gd name="connsiteX4" fmla="*/ 13335 w 13335"/>
              <a:gd name="connsiteY4" fmla="*/ 6668 h 13335"/>
            </a:gdLst>
            <a:ahLst/>
            <a:cxnLst/>
            <a:rect l="l" t="t" r="r" b="b"/>
            <a:pathLst>
              <a:path w="13335" h="13335">
                <a:moveTo>
                  <a:pt x="13335" y="6668"/>
                </a:moveTo>
                <a:cubicBezTo>
                  <a:pt x="13335" y="10478"/>
                  <a:pt x="10477" y="13335"/>
                  <a:pt x="6667" y="13335"/>
                </a:cubicBezTo>
                <a:cubicBezTo>
                  <a:pt x="2857" y="13335"/>
                  <a:pt x="0" y="10478"/>
                  <a:pt x="0" y="6668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99" name="任意多边形: 形状 98"/>
          <p:cNvSpPr>
            <a:spLocks noGrp="1"/>
          </p:cNvSpPr>
          <p:nvPr/>
        </p:nvSpPr>
        <p:spPr>
          <a:xfrm flipV="1">
            <a:off x="12055933" y="-2419720"/>
            <a:ext cx="27846" cy="27846"/>
          </a:xfrm>
          <a:custGeom>
            <a:avLst/>
            <a:gdLst>
              <a:gd name="connsiteX0" fmla="*/ 13335 w 13335"/>
              <a:gd name="connsiteY0" fmla="*/ 6668 h 13335"/>
              <a:gd name="connsiteX1" fmla="*/ 6667 w 13335"/>
              <a:gd name="connsiteY1" fmla="*/ 13335 h 13335"/>
              <a:gd name="connsiteX2" fmla="*/ 0 w 13335"/>
              <a:gd name="connsiteY2" fmla="*/ 6668 h 13335"/>
              <a:gd name="connsiteX3" fmla="*/ 6667 w 13335"/>
              <a:gd name="connsiteY3" fmla="*/ 0 h 13335"/>
              <a:gd name="connsiteX4" fmla="*/ 13335 w 13335"/>
              <a:gd name="connsiteY4" fmla="*/ 6668 h 13335"/>
            </a:gdLst>
            <a:ahLst/>
            <a:cxnLst/>
            <a:rect l="l" t="t" r="r" b="b"/>
            <a:pathLst>
              <a:path w="13335" h="13335">
                <a:moveTo>
                  <a:pt x="13335" y="6668"/>
                </a:moveTo>
                <a:cubicBezTo>
                  <a:pt x="13335" y="10478"/>
                  <a:pt x="10477" y="13335"/>
                  <a:pt x="6667" y="13335"/>
                </a:cubicBezTo>
                <a:cubicBezTo>
                  <a:pt x="2857" y="13335"/>
                  <a:pt x="0" y="10478"/>
                  <a:pt x="0" y="6668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100" name="任意多边形: 形状 99"/>
          <p:cNvSpPr>
            <a:spLocks noGrp="1"/>
          </p:cNvSpPr>
          <p:nvPr/>
        </p:nvSpPr>
        <p:spPr>
          <a:xfrm flipV="1">
            <a:off x="12055933" y="-2507239"/>
            <a:ext cx="27846" cy="27844"/>
          </a:xfrm>
          <a:custGeom>
            <a:avLst/>
            <a:gdLst>
              <a:gd name="connsiteX0" fmla="*/ 13335 w 13335"/>
              <a:gd name="connsiteY0" fmla="*/ 6667 h 13334"/>
              <a:gd name="connsiteX1" fmla="*/ 6667 w 13335"/>
              <a:gd name="connsiteY1" fmla="*/ 13335 h 13334"/>
              <a:gd name="connsiteX2" fmla="*/ 0 w 13335"/>
              <a:gd name="connsiteY2" fmla="*/ 6667 h 13334"/>
              <a:gd name="connsiteX3" fmla="*/ 6667 w 13335"/>
              <a:gd name="connsiteY3" fmla="*/ 0 h 13334"/>
              <a:gd name="connsiteX4" fmla="*/ 13335 w 13335"/>
              <a:gd name="connsiteY4" fmla="*/ 6667 h 13334"/>
            </a:gdLst>
            <a:ahLst/>
            <a:cxnLst/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7"/>
                  <a:pt x="10477" y="13335"/>
                  <a:pt x="6667" y="13335"/>
                </a:cubicBezTo>
                <a:cubicBezTo>
                  <a:pt x="2857" y="13335"/>
                  <a:pt x="0" y="10477"/>
                  <a:pt x="0" y="6667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101" name="任意多边形: 形状 100"/>
          <p:cNvSpPr>
            <a:spLocks noGrp="1"/>
          </p:cNvSpPr>
          <p:nvPr/>
        </p:nvSpPr>
        <p:spPr>
          <a:xfrm flipV="1">
            <a:off x="12055933" y="-2594755"/>
            <a:ext cx="27846" cy="27846"/>
          </a:xfrm>
          <a:custGeom>
            <a:avLst/>
            <a:gdLst>
              <a:gd name="connsiteX0" fmla="*/ 13335 w 13335"/>
              <a:gd name="connsiteY0" fmla="*/ 6667 h 13335"/>
              <a:gd name="connsiteX1" fmla="*/ 6667 w 13335"/>
              <a:gd name="connsiteY1" fmla="*/ 13335 h 13335"/>
              <a:gd name="connsiteX2" fmla="*/ 0 w 13335"/>
              <a:gd name="connsiteY2" fmla="*/ 6667 h 13335"/>
              <a:gd name="connsiteX3" fmla="*/ 6667 w 13335"/>
              <a:gd name="connsiteY3" fmla="*/ 0 h 13335"/>
              <a:gd name="connsiteX4" fmla="*/ 13335 w 13335"/>
              <a:gd name="connsiteY4" fmla="*/ 6667 h 13335"/>
            </a:gdLst>
            <a:ahLst/>
            <a:cxnLst/>
            <a:rect l="l" t="t" r="r" b="b"/>
            <a:pathLst>
              <a:path w="13335" h="13335">
                <a:moveTo>
                  <a:pt x="13335" y="6667"/>
                </a:moveTo>
                <a:cubicBezTo>
                  <a:pt x="13335" y="10478"/>
                  <a:pt x="10477" y="13335"/>
                  <a:pt x="6667" y="13335"/>
                </a:cubicBezTo>
                <a:cubicBezTo>
                  <a:pt x="2857" y="13335"/>
                  <a:pt x="0" y="10478"/>
                  <a:pt x="0" y="6667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102" name="任意多边形: 形状 101"/>
          <p:cNvSpPr>
            <a:spLocks noGrp="1"/>
          </p:cNvSpPr>
          <p:nvPr/>
        </p:nvSpPr>
        <p:spPr>
          <a:xfrm flipV="1">
            <a:off x="12055933" y="-2682275"/>
            <a:ext cx="27846" cy="27844"/>
          </a:xfrm>
          <a:custGeom>
            <a:avLst/>
            <a:gdLst>
              <a:gd name="connsiteX0" fmla="*/ 13335 w 13335"/>
              <a:gd name="connsiteY0" fmla="*/ 6667 h 13334"/>
              <a:gd name="connsiteX1" fmla="*/ 6667 w 13335"/>
              <a:gd name="connsiteY1" fmla="*/ 13335 h 13334"/>
              <a:gd name="connsiteX2" fmla="*/ 0 w 13335"/>
              <a:gd name="connsiteY2" fmla="*/ 6667 h 13334"/>
              <a:gd name="connsiteX3" fmla="*/ 6667 w 13335"/>
              <a:gd name="connsiteY3" fmla="*/ 0 h 13334"/>
              <a:gd name="connsiteX4" fmla="*/ 13335 w 13335"/>
              <a:gd name="connsiteY4" fmla="*/ 6667 h 13334"/>
            </a:gdLst>
            <a:ahLst/>
            <a:cxnLst/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7"/>
                  <a:pt x="10477" y="13335"/>
                  <a:pt x="6667" y="13335"/>
                </a:cubicBezTo>
                <a:cubicBezTo>
                  <a:pt x="2857" y="13335"/>
                  <a:pt x="0" y="10477"/>
                  <a:pt x="0" y="6667"/>
                </a:cubicBezTo>
                <a:cubicBezTo>
                  <a:pt x="0" y="2857"/>
                  <a:pt x="2857" y="0"/>
                  <a:pt x="6667" y="0"/>
                </a:cubicBezTo>
                <a:cubicBezTo>
                  <a:pt x="10477" y="0"/>
                  <a:pt x="13335" y="3810"/>
                  <a:pt x="13335" y="666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103" name="任意多边形: 形状 102"/>
          <p:cNvSpPr>
            <a:spLocks noGrp="1"/>
          </p:cNvSpPr>
          <p:nvPr/>
        </p:nvSpPr>
        <p:spPr>
          <a:xfrm flipV="1">
            <a:off x="12055933" y="-2771780"/>
            <a:ext cx="27846" cy="27844"/>
          </a:xfrm>
          <a:custGeom>
            <a:avLst/>
            <a:gdLst>
              <a:gd name="connsiteX0" fmla="*/ 13335 w 13335"/>
              <a:gd name="connsiteY0" fmla="*/ 6667 h 13334"/>
              <a:gd name="connsiteX1" fmla="*/ 6667 w 13335"/>
              <a:gd name="connsiteY1" fmla="*/ 13335 h 13334"/>
              <a:gd name="connsiteX2" fmla="*/ 0 w 13335"/>
              <a:gd name="connsiteY2" fmla="*/ 6667 h 13334"/>
              <a:gd name="connsiteX3" fmla="*/ 6667 w 13335"/>
              <a:gd name="connsiteY3" fmla="*/ 0 h 13334"/>
              <a:gd name="connsiteX4" fmla="*/ 13335 w 13335"/>
              <a:gd name="connsiteY4" fmla="*/ 6667 h 13334"/>
            </a:gdLst>
            <a:ahLst/>
            <a:cxnLst/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7"/>
                  <a:pt x="10477" y="13335"/>
                  <a:pt x="6667" y="13335"/>
                </a:cubicBezTo>
                <a:cubicBezTo>
                  <a:pt x="2857" y="13335"/>
                  <a:pt x="0" y="10477"/>
                  <a:pt x="0" y="6667"/>
                </a:cubicBezTo>
                <a:cubicBezTo>
                  <a:pt x="0" y="2857"/>
                  <a:pt x="2857" y="0"/>
                  <a:pt x="6667" y="0"/>
                </a:cubicBezTo>
                <a:cubicBezTo>
                  <a:pt x="10477" y="0"/>
                  <a:pt x="13335" y="2857"/>
                  <a:pt x="13335" y="666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104" name="任意多边形: 形状 103"/>
          <p:cNvSpPr>
            <a:spLocks noGrp="1"/>
          </p:cNvSpPr>
          <p:nvPr/>
        </p:nvSpPr>
        <p:spPr>
          <a:xfrm flipV="1">
            <a:off x="12055933" y="-2859297"/>
            <a:ext cx="27846" cy="27844"/>
          </a:xfrm>
          <a:custGeom>
            <a:avLst/>
            <a:gdLst>
              <a:gd name="connsiteX0" fmla="*/ 13335 w 13335"/>
              <a:gd name="connsiteY0" fmla="*/ 6667 h 13334"/>
              <a:gd name="connsiteX1" fmla="*/ 6667 w 13335"/>
              <a:gd name="connsiteY1" fmla="*/ 13335 h 13334"/>
              <a:gd name="connsiteX2" fmla="*/ 0 w 13335"/>
              <a:gd name="connsiteY2" fmla="*/ 6667 h 13334"/>
              <a:gd name="connsiteX3" fmla="*/ 6667 w 13335"/>
              <a:gd name="connsiteY3" fmla="*/ 0 h 13334"/>
              <a:gd name="connsiteX4" fmla="*/ 13335 w 13335"/>
              <a:gd name="connsiteY4" fmla="*/ 6667 h 13334"/>
            </a:gdLst>
            <a:ahLst/>
            <a:cxnLst/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8"/>
                  <a:pt x="10477" y="13335"/>
                  <a:pt x="6667" y="13335"/>
                </a:cubicBezTo>
                <a:cubicBezTo>
                  <a:pt x="2857" y="13335"/>
                  <a:pt x="0" y="10478"/>
                  <a:pt x="0" y="6667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105" name="任意多边形: 形状 104"/>
          <p:cNvSpPr>
            <a:spLocks noGrp="1"/>
          </p:cNvSpPr>
          <p:nvPr/>
        </p:nvSpPr>
        <p:spPr>
          <a:xfrm flipV="1">
            <a:off x="12055933" y="-2946815"/>
            <a:ext cx="27846" cy="27846"/>
          </a:xfrm>
          <a:custGeom>
            <a:avLst/>
            <a:gdLst>
              <a:gd name="connsiteX0" fmla="*/ 13335 w 13335"/>
              <a:gd name="connsiteY0" fmla="*/ 6668 h 13335"/>
              <a:gd name="connsiteX1" fmla="*/ 6667 w 13335"/>
              <a:gd name="connsiteY1" fmla="*/ 13335 h 13335"/>
              <a:gd name="connsiteX2" fmla="*/ 0 w 13335"/>
              <a:gd name="connsiteY2" fmla="*/ 6668 h 13335"/>
              <a:gd name="connsiteX3" fmla="*/ 6667 w 13335"/>
              <a:gd name="connsiteY3" fmla="*/ 0 h 13335"/>
              <a:gd name="connsiteX4" fmla="*/ 13335 w 13335"/>
              <a:gd name="connsiteY4" fmla="*/ 6668 h 13335"/>
            </a:gdLst>
            <a:ahLst/>
            <a:cxnLst/>
            <a:rect l="l" t="t" r="r" b="b"/>
            <a:pathLst>
              <a:path w="13335" h="13335">
                <a:moveTo>
                  <a:pt x="13335" y="6668"/>
                </a:moveTo>
                <a:cubicBezTo>
                  <a:pt x="13335" y="10478"/>
                  <a:pt x="10477" y="13335"/>
                  <a:pt x="6667" y="13335"/>
                </a:cubicBezTo>
                <a:cubicBezTo>
                  <a:pt x="2857" y="13335"/>
                  <a:pt x="0" y="10478"/>
                  <a:pt x="0" y="6668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106" name="任意多边形: 形状 105"/>
          <p:cNvSpPr>
            <a:spLocks noGrp="1"/>
          </p:cNvSpPr>
          <p:nvPr/>
        </p:nvSpPr>
        <p:spPr>
          <a:xfrm flipV="1">
            <a:off x="12164155" y="-2419720"/>
            <a:ext cx="27846" cy="27846"/>
          </a:xfrm>
          <a:custGeom>
            <a:avLst/>
            <a:gdLst>
              <a:gd name="connsiteX0" fmla="*/ 13335 w 13335"/>
              <a:gd name="connsiteY0" fmla="*/ 6668 h 13335"/>
              <a:gd name="connsiteX1" fmla="*/ 6667 w 13335"/>
              <a:gd name="connsiteY1" fmla="*/ 13335 h 13335"/>
              <a:gd name="connsiteX2" fmla="*/ 0 w 13335"/>
              <a:gd name="connsiteY2" fmla="*/ 6668 h 13335"/>
              <a:gd name="connsiteX3" fmla="*/ 6667 w 13335"/>
              <a:gd name="connsiteY3" fmla="*/ 0 h 13335"/>
              <a:gd name="connsiteX4" fmla="*/ 13335 w 13335"/>
              <a:gd name="connsiteY4" fmla="*/ 6668 h 13335"/>
            </a:gdLst>
            <a:ahLst/>
            <a:cxnLst/>
            <a:rect l="l" t="t" r="r" b="b"/>
            <a:pathLst>
              <a:path w="13335" h="13335">
                <a:moveTo>
                  <a:pt x="13335" y="6668"/>
                </a:moveTo>
                <a:cubicBezTo>
                  <a:pt x="13335" y="10478"/>
                  <a:pt x="10477" y="13335"/>
                  <a:pt x="6667" y="13335"/>
                </a:cubicBezTo>
                <a:cubicBezTo>
                  <a:pt x="2857" y="13335"/>
                  <a:pt x="0" y="10478"/>
                  <a:pt x="0" y="6668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107" name="任意多边形: 形状 106"/>
          <p:cNvSpPr>
            <a:spLocks noGrp="1"/>
          </p:cNvSpPr>
          <p:nvPr/>
        </p:nvSpPr>
        <p:spPr>
          <a:xfrm flipV="1">
            <a:off x="12164155" y="-2507239"/>
            <a:ext cx="27846" cy="27844"/>
          </a:xfrm>
          <a:custGeom>
            <a:avLst/>
            <a:gdLst>
              <a:gd name="connsiteX0" fmla="*/ 13335 w 13335"/>
              <a:gd name="connsiteY0" fmla="*/ 6667 h 13334"/>
              <a:gd name="connsiteX1" fmla="*/ 6667 w 13335"/>
              <a:gd name="connsiteY1" fmla="*/ 13335 h 13334"/>
              <a:gd name="connsiteX2" fmla="*/ 0 w 13335"/>
              <a:gd name="connsiteY2" fmla="*/ 6667 h 13334"/>
              <a:gd name="connsiteX3" fmla="*/ 6667 w 13335"/>
              <a:gd name="connsiteY3" fmla="*/ 0 h 13334"/>
              <a:gd name="connsiteX4" fmla="*/ 13335 w 13335"/>
              <a:gd name="connsiteY4" fmla="*/ 6667 h 13334"/>
            </a:gdLst>
            <a:ahLst/>
            <a:cxnLst/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7"/>
                  <a:pt x="10477" y="13335"/>
                  <a:pt x="6667" y="13335"/>
                </a:cubicBezTo>
                <a:cubicBezTo>
                  <a:pt x="2857" y="13335"/>
                  <a:pt x="0" y="10477"/>
                  <a:pt x="0" y="6667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108" name="任意多边形: 形状 107"/>
          <p:cNvSpPr>
            <a:spLocks noGrp="1"/>
          </p:cNvSpPr>
          <p:nvPr/>
        </p:nvSpPr>
        <p:spPr>
          <a:xfrm flipV="1">
            <a:off x="12164155" y="-2594755"/>
            <a:ext cx="27846" cy="27846"/>
          </a:xfrm>
          <a:custGeom>
            <a:avLst/>
            <a:gdLst>
              <a:gd name="connsiteX0" fmla="*/ 13335 w 13335"/>
              <a:gd name="connsiteY0" fmla="*/ 6667 h 13335"/>
              <a:gd name="connsiteX1" fmla="*/ 6667 w 13335"/>
              <a:gd name="connsiteY1" fmla="*/ 13335 h 13335"/>
              <a:gd name="connsiteX2" fmla="*/ 0 w 13335"/>
              <a:gd name="connsiteY2" fmla="*/ 6667 h 13335"/>
              <a:gd name="connsiteX3" fmla="*/ 6667 w 13335"/>
              <a:gd name="connsiteY3" fmla="*/ 0 h 13335"/>
              <a:gd name="connsiteX4" fmla="*/ 13335 w 13335"/>
              <a:gd name="connsiteY4" fmla="*/ 6667 h 13335"/>
            </a:gdLst>
            <a:ahLst/>
            <a:cxnLst/>
            <a:rect l="l" t="t" r="r" b="b"/>
            <a:pathLst>
              <a:path w="13335" h="13335">
                <a:moveTo>
                  <a:pt x="13335" y="6667"/>
                </a:moveTo>
                <a:cubicBezTo>
                  <a:pt x="13335" y="10478"/>
                  <a:pt x="10477" y="13335"/>
                  <a:pt x="6667" y="13335"/>
                </a:cubicBezTo>
                <a:cubicBezTo>
                  <a:pt x="2857" y="13335"/>
                  <a:pt x="0" y="10478"/>
                  <a:pt x="0" y="6667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109" name="任意多边形: 形状 108"/>
          <p:cNvSpPr>
            <a:spLocks noGrp="1"/>
          </p:cNvSpPr>
          <p:nvPr/>
        </p:nvSpPr>
        <p:spPr>
          <a:xfrm flipV="1">
            <a:off x="12164155" y="-2682275"/>
            <a:ext cx="27846" cy="27844"/>
          </a:xfrm>
          <a:custGeom>
            <a:avLst/>
            <a:gdLst>
              <a:gd name="connsiteX0" fmla="*/ 13335 w 13335"/>
              <a:gd name="connsiteY0" fmla="*/ 6667 h 13334"/>
              <a:gd name="connsiteX1" fmla="*/ 6667 w 13335"/>
              <a:gd name="connsiteY1" fmla="*/ 13335 h 13334"/>
              <a:gd name="connsiteX2" fmla="*/ 0 w 13335"/>
              <a:gd name="connsiteY2" fmla="*/ 6667 h 13334"/>
              <a:gd name="connsiteX3" fmla="*/ 6667 w 13335"/>
              <a:gd name="connsiteY3" fmla="*/ 0 h 13334"/>
              <a:gd name="connsiteX4" fmla="*/ 13335 w 13335"/>
              <a:gd name="connsiteY4" fmla="*/ 6667 h 13334"/>
            </a:gdLst>
            <a:ahLst/>
            <a:cxnLst/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7"/>
                  <a:pt x="10477" y="13335"/>
                  <a:pt x="6667" y="13335"/>
                </a:cubicBezTo>
                <a:cubicBezTo>
                  <a:pt x="2857" y="13335"/>
                  <a:pt x="0" y="10477"/>
                  <a:pt x="0" y="6667"/>
                </a:cubicBezTo>
                <a:cubicBezTo>
                  <a:pt x="0" y="2857"/>
                  <a:pt x="2857" y="0"/>
                  <a:pt x="6667" y="0"/>
                </a:cubicBezTo>
                <a:cubicBezTo>
                  <a:pt x="10477" y="0"/>
                  <a:pt x="13335" y="3810"/>
                  <a:pt x="13335" y="666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110" name="任意多边形: 形状 109"/>
          <p:cNvSpPr>
            <a:spLocks noGrp="1"/>
          </p:cNvSpPr>
          <p:nvPr/>
        </p:nvSpPr>
        <p:spPr>
          <a:xfrm flipV="1">
            <a:off x="12164155" y="-2771780"/>
            <a:ext cx="27846" cy="27844"/>
          </a:xfrm>
          <a:custGeom>
            <a:avLst/>
            <a:gdLst>
              <a:gd name="connsiteX0" fmla="*/ 13335 w 13335"/>
              <a:gd name="connsiteY0" fmla="*/ 6667 h 13334"/>
              <a:gd name="connsiteX1" fmla="*/ 6667 w 13335"/>
              <a:gd name="connsiteY1" fmla="*/ 13335 h 13334"/>
              <a:gd name="connsiteX2" fmla="*/ 0 w 13335"/>
              <a:gd name="connsiteY2" fmla="*/ 6667 h 13334"/>
              <a:gd name="connsiteX3" fmla="*/ 6667 w 13335"/>
              <a:gd name="connsiteY3" fmla="*/ 0 h 13334"/>
              <a:gd name="connsiteX4" fmla="*/ 13335 w 13335"/>
              <a:gd name="connsiteY4" fmla="*/ 6667 h 13334"/>
            </a:gdLst>
            <a:ahLst/>
            <a:cxnLst/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7"/>
                  <a:pt x="10477" y="13335"/>
                  <a:pt x="6667" y="13335"/>
                </a:cubicBezTo>
                <a:cubicBezTo>
                  <a:pt x="2857" y="13335"/>
                  <a:pt x="0" y="10477"/>
                  <a:pt x="0" y="6667"/>
                </a:cubicBezTo>
                <a:cubicBezTo>
                  <a:pt x="0" y="2857"/>
                  <a:pt x="2857" y="0"/>
                  <a:pt x="6667" y="0"/>
                </a:cubicBezTo>
                <a:cubicBezTo>
                  <a:pt x="10477" y="0"/>
                  <a:pt x="13335" y="2857"/>
                  <a:pt x="13335" y="666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111" name="任意多边形: 形状 110"/>
          <p:cNvSpPr>
            <a:spLocks noGrp="1"/>
          </p:cNvSpPr>
          <p:nvPr/>
        </p:nvSpPr>
        <p:spPr>
          <a:xfrm flipV="1">
            <a:off x="12164155" y="-2859297"/>
            <a:ext cx="27846" cy="27844"/>
          </a:xfrm>
          <a:custGeom>
            <a:avLst/>
            <a:gdLst>
              <a:gd name="connsiteX0" fmla="*/ 13335 w 13335"/>
              <a:gd name="connsiteY0" fmla="*/ 6667 h 13334"/>
              <a:gd name="connsiteX1" fmla="*/ 6667 w 13335"/>
              <a:gd name="connsiteY1" fmla="*/ 13335 h 13334"/>
              <a:gd name="connsiteX2" fmla="*/ 0 w 13335"/>
              <a:gd name="connsiteY2" fmla="*/ 6667 h 13334"/>
              <a:gd name="connsiteX3" fmla="*/ 6667 w 13335"/>
              <a:gd name="connsiteY3" fmla="*/ 0 h 13334"/>
              <a:gd name="connsiteX4" fmla="*/ 13335 w 13335"/>
              <a:gd name="connsiteY4" fmla="*/ 6667 h 13334"/>
            </a:gdLst>
            <a:ahLst/>
            <a:cxnLst/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8"/>
                  <a:pt x="10477" y="13335"/>
                  <a:pt x="6667" y="13335"/>
                </a:cubicBezTo>
                <a:cubicBezTo>
                  <a:pt x="2857" y="13335"/>
                  <a:pt x="0" y="10478"/>
                  <a:pt x="0" y="6667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112" name="任意多边形: 形状 111"/>
          <p:cNvSpPr>
            <a:spLocks noGrp="1"/>
          </p:cNvSpPr>
          <p:nvPr/>
        </p:nvSpPr>
        <p:spPr>
          <a:xfrm flipV="1">
            <a:off x="12164155" y="-2946815"/>
            <a:ext cx="27846" cy="27846"/>
          </a:xfrm>
          <a:custGeom>
            <a:avLst/>
            <a:gdLst>
              <a:gd name="connsiteX0" fmla="*/ 13335 w 13335"/>
              <a:gd name="connsiteY0" fmla="*/ 6668 h 13335"/>
              <a:gd name="connsiteX1" fmla="*/ 6667 w 13335"/>
              <a:gd name="connsiteY1" fmla="*/ 13335 h 13335"/>
              <a:gd name="connsiteX2" fmla="*/ 0 w 13335"/>
              <a:gd name="connsiteY2" fmla="*/ 6668 h 13335"/>
              <a:gd name="connsiteX3" fmla="*/ 6667 w 13335"/>
              <a:gd name="connsiteY3" fmla="*/ 0 h 13335"/>
              <a:gd name="connsiteX4" fmla="*/ 13335 w 13335"/>
              <a:gd name="connsiteY4" fmla="*/ 6668 h 13335"/>
            </a:gdLst>
            <a:ahLst/>
            <a:cxnLst/>
            <a:rect l="l" t="t" r="r" b="b"/>
            <a:pathLst>
              <a:path w="13335" h="13335">
                <a:moveTo>
                  <a:pt x="13335" y="6668"/>
                </a:moveTo>
                <a:cubicBezTo>
                  <a:pt x="13335" y="10478"/>
                  <a:pt x="10477" y="13335"/>
                  <a:pt x="6667" y="13335"/>
                </a:cubicBezTo>
                <a:cubicBezTo>
                  <a:pt x="2857" y="13335"/>
                  <a:pt x="0" y="10478"/>
                  <a:pt x="0" y="6668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1357017" y="575069"/>
            <a:ext cx="6012872" cy="4051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ctr">
              <a:buNone/>
              <a:defRPr sz="2400" b="1" spc="300">
                <a:solidFill>
                  <a:schemeClr val="accent1"/>
                </a:solidFill>
                <a:latin typeface="+mj-ea"/>
                <a:ea typeface="+mj-ea"/>
                <a:cs typeface="+mj-ea"/>
              </a:defRPr>
            </a:lvl1pPr>
          </a:lstStyle>
          <a:p>
            <a:pPr marL="0" lvl="0">
              <a:buNone/>
            </a:pPr>
            <a:r>
              <a:t>单击此处标题</a:t>
            </a:r>
          </a:p>
        </p:txBody>
      </p:sp>
      <p:sp>
        <p:nvSpPr>
          <p:cNvPr id="113" name="直接连接符 112"/>
          <p:cNvSpPr>
            <a:spLocks noGrp="1"/>
          </p:cNvSpPr>
          <p:nvPr/>
        </p:nvSpPr>
        <p:spPr>
          <a:xfrm>
            <a:off x="1057314" y="1108106"/>
            <a:ext cx="2715789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1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22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23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 rot="2700000">
            <a:off x="-189043" y="-266187"/>
            <a:ext cx="1032516" cy="1032516"/>
          </a:xfrm>
          <a:prstGeom prst="rect">
            <a:avLst/>
          </a:prstGeom>
          <a:solidFill>
            <a:schemeClr val="accent1"/>
          </a:solidFill>
          <a:ln w="25400">
            <a:noFill/>
          </a:ln>
          <a:effectLst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vert="horz" wrap="square" lIns="91440" tIns="45720" rIns="91440" bIns="45720" anchor="t"/>
          <a:lstStyle/>
          <a:p>
            <a:endParaRPr sz="7200" b="1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 rot="2700000">
            <a:off x="321942" y="-265384"/>
            <a:ext cx="1032516" cy="1032516"/>
          </a:xfrm>
          <a:prstGeom prst="rect">
            <a:avLst/>
          </a:prstGeom>
          <a:solidFill>
            <a:schemeClr val="accent1"/>
          </a:solidFill>
          <a:ln w="25400">
            <a:noFill/>
          </a:ln>
          <a:effectLst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vert="horz" wrap="square" lIns="91440" tIns="45720" rIns="91440" bIns="45720" anchor="t"/>
          <a:lstStyle/>
          <a:p>
            <a:endParaRPr sz="7200" b="1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3_标题幻灯片">
    <p:spTree>
      <p:nvGrpSpPr>
        <p:cNvPr id="1" name=""/>
        <p:cNvGrpSpPr/>
        <p:nvPr/>
      </p:nvGrpSpPr>
      <p:grpSpPr/>
      <p:sp>
        <p:nvSpPr>
          <p:cNvPr id="103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13360" y="205740"/>
            <a:ext cx="11765280" cy="6446520"/>
          </a:xfrm>
          <a:prstGeom prst="rect">
            <a:avLst/>
          </a:prstGeom>
          <a:solidFill>
            <a:schemeClr val="bg1"/>
          </a:solidFill>
          <a:ln w="12700" cmpd="sng">
            <a:noFill/>
            <a:prstDash val="solid"/>
          </a:ln>
          <a:effectLst>
            <a:outerShdw blurRad="228600" sx="98000" sy="98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矩形: 圆角 10"/>
          <p:cNvSpPr>
            <a:spLocks noGrp="1"/>
          </p:cNvSpPr>
          <p:nvPr/>
        </p:nvSpPr>
        <p:spPr>
          <a:xfrm>
            <a:off x="314960" y="304800"/>
            <a:ext cx="11562080" cy="6248400"/>
          </a:xfrm>
          <a:prstGeom prst="roundRect">
            <a:avLst>
              <a:gd name="adj" fmla="val 0"/>
            </a:avLst>
          </a:prstGeom>
          <a:noFill/>
          <a:ln w="25400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9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8.png"/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9.jpeg"/><Relationship Id="rId1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2.jpeg"/><Relationship Id="rId1" Type="http://schemas.openxmlformats.org/officeDocument/2006/relationships/image" Target="../media/image1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0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Freeform 5"/>
          <p:cNvSpPr>
            <a:spLocks noGrp="1"/>
          </p:cNvSpPr>
          <p:nvPr/>
        </p:nvSpPr>
        <p:spPr>
          <a:xfrm rot="16200000">
            <a:off x="1044433" y="1458545"/>
            <a:ext cx="4403564" cy="3902853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/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blipFill rotWithShape="0">
            <a:blip r:embed="rId1"/>
            <a:srcRect/>
            <a:stretch>
              <a:fillRect/>
            </a:stretch>
          </a:blipFill>
          <a:ln w="25400">
            <a:noFill/>
          </a:ln>
          <a:effectLst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vert="horz" wrap="square" lIns="91440" tIns="45720" rIns="91440" bIns="45720" anchor="t"/>
          <a:lstStyle/>
          <a:p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Freeform 5"/>
          <p:cNvSpPr>
            <a:spLocks noGrp="1"/>
          </p:cNvSpPr>
          <p:nvPr/>
        </p:nvSpPr>
        <p:spPr>
          <a:xfrm rot="16200000">
            <a:off x="1044433" y="1458545"/>
            <a:ext cx="4403564" cy="3902853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/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accent1">
              <a:lumMod val="100000"/>
            </a:schemeClr>
          </a:solidFill>
          <a:ln w="25400">
            <a:noFill/>
          </a:ln>
        </p:spPr>
        <p:txBody>
          <a:bodyPr vert="horz" wrap="square" lIns="91440" tIns="45720" rIns="91440" bIns="45720" anchor="t"/>
          <a:lstStyle/>
          <a:p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Freeform 5"/>
          <p:cNvSpPr>
            <a:spLocks noGrp="1"/>
          </p:cNvSpPr>
          <p:nvPr/>
        </p:nvSpPr>
        <p:spPr>
          <a:xfrm rot="16200000">
            <a:off x="1461782" y="1828440"/>
            <a:ext cx="3568864" cy="316306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/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>
            <a:gsLst>
              <a:gs pos="30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9600000" scaled="0"/>
          </a:gradFill>
          <a:ln w="25400">
            <a:noFill/>
          </a:ln>
          <a:effectLst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vert="horz" wrap="square" lIns="91440" tIns="45720" rIns="91440" bIns="45720" anchor="t"/>
          <a:lstStyle/>
          <a:p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1515565" y="2544174"/>
            <a:ext cx="3366791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6600" b="1">
                <a:solidFill>
                  <a:schemeClr val="tx1">
                    <a:lumMod val="75000"/>
                    <a:lumOff val="25000"/>
                  </a:schemeClr>
                </a:solidFill>
              </a:rPr>
              <a:t>目录</a:t>
            </a:r>
            <a:endParaRPr sz="66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文本框 10"/>
          <p:cNvSpPr>
            <a:spLocks noGrp="1"/>
          </p:cNvSpPr>
          <p:nvPr/>
        </p:nvSpPr>
        <p:spPr>
          <a:xfrm>
            <a:off x="1562818" y="3638437"/>
            <a:ext cx="33667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3200">
                <a:solidFill>
                  <a:schemeClr val="accent1">
                    <a:lumMod val="100000"/>
                  </a:schemeClr>
                </a:solidFill>
                <a:effectLst>
                  <a:outerShdw blurRad="25400" dist="25400" dir="2700000" algn="tl">
                    <a:srgbClr val="000000">
                      <a:alpha val="34000"/>
                    </a:srgbClr>
                  </a:outerShdw>
                </a:effectLst>
              </a:rPr>
              <a:t>CONTENTS</a:t>
            </a:r>
            <a:endParaRPr sz="3200">
              <a:solidFill>
                <a:schemeClr val="accent1">
                  <a:lumMod val="100000"/>
                </a:schemeClr>
              </a:solidFill>
              <a:effectLst>
                <a:outerShdw blurRad="25400" dist="25400" dir="2700000" algn="tl">
                  <a:srgbClr val="000000">
                    <a:alpha val="34000"/>
                  </a:srgbClr>
                </a:outerShdw>
              </a:effectLst>
            </a:endParaRPr>
          </a:p>
        </p:txBody>
      </p:sp>
      <p:sp>
        <p:nvSpPr>
          <p:cNvPr id="13" name="Freeform 5"/>
          <p:cNvSpPr>
            <a:spLocks noGrp="1"/>
          </p:cNvSpPr>
          <p:nvPr/>
        </p:nvSpPr>
        <p:spPr>
          <a:xfrm rot="16200000">
            <a:off x="1650867" y="5231654"/>
            <a:ext cx="400980" cy="355386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/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accent1">
              <a:lumMod val="100000"/>
            </a:schemeClr>
          </a:solidFill>
          <a:ln w="25400">
            <a:noFill/>
          </a:ln>
          <a:effectLst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vert="horz" wrap="square" lIns="91440" tIns="45720" rIns="91440" bIns="45720" anchor="t"/>
          <a:lstStyle/>
          <a:p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Freeform 5"/>
          <p:cNvSpPr>
            <a:spLocks noGrp="1"/>
          </p:cNvSpPr>
          <p:nvPr/>
        </p:nvSpPr>
        <p:spPr>
          <a:xfrm rot="16200000">
            <a:off x="1688870" y="5265335"/>
            <a:ext cx="324974" cy="288022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/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>
            <a:gsLst>
              <a:gs pos="54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9600000" scaled="0"/>
          </a:gradFill>
          <a:ln w="25400">
            <a:noFill/>
          </a:ln>
          <a:effectLst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vert="horz" wrap="square" lIns="91440" tIns="45720" rIns="91440" bIns="45720" anchor="t"/>
          <a:lstStyle/>
          <a:p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Freeform 5"/>
          <p:cNvSpPr>
            <a:spLocks noGrp="1"/>
          </p:cNvSpPr>
          <p:nvPr/>
        </p:nvSpPr>
        <p:spPr>
          <a:xfrm rot="16200000">
            <a:off x="6337277" y="1744079"/>
            <a:ext cx="643106" cy="569981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/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accent1">
              <a:lumMod val="100000"/>
            </a:schemeClr>
          </a:solidFill>
          <a:ln w="25400">
            <a:noFill/>
          </a:ln>
          <a:effectLst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vert="horz" wrap="square" lIns="91440" tIns="45720" rIns="91440" bIns="45720" anchor="t"/>
          <a:lstStyle/>
          <a:p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Freeform 5"/>
          <p:cNvSpPr>
            <a:spLocks noGrp="1"/>
          </p:cNvSpPr>
          <p:nvPr/>
        </p:nvSpPr>
        <p:spPr>
          <a:xfrm rot="16200000">
            <a:off x="6398227" y="1798098"/>
            <a:ext cx="521205" cy="461940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/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>
            <a:gsLst>
              <a:gs pos="54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9600000" scaled="0"/>
          </a:gradFill>
          <a:ln w="25400">
            <a:noFill/>
          </a:ln>
          <a:effectLst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vert="horz" wrap="square" lIns="91440" tIns="45720" rIns="91440" bIns="45720" anchor="t"/>
          <a:lstStyle/>
          <a:p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Freeform 5"/>
          <p:cNvSpPr>
            <a:spLocks noGrp="1"/>
          </p:cNvSpPr>
          <p:nvPr/>
        </p:nvSpPr>
        <p:spPr>
          <a:xfrm rot="16200000">
            <a:off x="6340488" y="2667933"/>
            <a:ext cx="643106" cy="569981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/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accent1">
              <a:lumMod val="100000"/>
            </a:schemeClr>
          </a:solidFill>
          <a:ln w="25400">
            <a:noFill/>
          </a:ln>
          <a:effectLst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vert="horz" wrap="square" lIns="91440" tIns="45720" rIns="91440" bIns="45720" anchor="t"/>
          <a:lstStyle/>
          <a:p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Freeform 5"/>
          <p:cNvSpPr>
            <a:spLocks noGrp="1"/>
          </p:cNvSpPr>
          <p:nvPr/>
        </p:nvSpPr>
        <p:spPr>
          <a:xfrm rot="16200000">
            <a:off x="6401438" y="2721952"/>
            <a:ext cx="521205" cy="461940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/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>
            <a:gsLst>
              <a:gs pos="54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9600000" scaled="0"/>
          </a:gradFill>
          <a:ln w="25400">
            <a:noFill/>
          </a:ln>
          <a:effectLst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vert="horz" wrap="square" lIns="91440" tIns="45720" rIns="91440" bIns="45720" anchor="t"/>
          <a:lstStyle/>
          <a:p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" name="Freeform 5"/>
          <p:cNvSpPr>
            <a:spLocks noGrp="1"/>
          </p:cNvSpPr>
          <p:nvPr/>
        </p:nvSpPr>
        <p:spPr>
          <a:xfrm rot="16200000">
            <a:off x="6359760" y="3550357"/>
            <a:ext cx="643106" cy="569981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/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accent1">
              <a:lumMod val="100000"/>
            </a:schemeClr>
          </a:solidFill>
          <a:ln w="25400">
            <a:noFill/>
          </a:ln>
          <a:effectLst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vert="horz" wrap="square" lIns="91440" tIns="45720" rIns="91440" bIns="45720" anchor="t"/>
          <a:lstStyle/>
          <a:p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Freeform 5"/>
          <p:cNvSpPr>
            <a:spLocks noGrp="1"/>
          </p:cNvSpPr>
          <p:nvPr/>
        </p:nvSpPr>
        <p:spPr>
          <a:xfrm rot="16200000">
            <a:off x="6420710" y="3604376"/>
            <a:ext cx="521205" cy="461940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/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>
            <a:gsLst>
              <a:gs pos="54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9600000" scaled="0"/>
          </a:gradFill>
          <a:ln w="25400">
            <a:noFill/>
          </a:ln>
          <a:effectLst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vert="horz" wrap="square" lIns="91440" tIns="45720" rIns="91440" bIns="45720" anchor="t"/>
          <a:lstStyle/>
          <a:p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" name="Freeform 5"/>
          <p:cNvSpPr>
            <a:spLocks noGrp="1"/>
          </p:cNvSpPr>
          <p:nvPr/>
        </p:nvSpPr>
        <p:spPr>
          <a:xfrm rot="16200000">
            <a:off x="6369080" y="4384662"/>
            <a:ext cx="643106" cy="569981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/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accent1">
              <a:lumMod val="100000"/>
            </a:schemeClr>
          </a:solidFill>
          <a:ln w="25400">
            <a:noFill/>
          </a:ln>
          <a:effectLst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vert="horz" wrap="square" lIns="91440" tIns="45720" rIns="91440" bIns="45720" anchor="t"/>
          <a:lstStyle/>
          <a:p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6" name="Freeform 5"/>
          <p:cNvSpPr>
            <a:spLocks noGrp="1"/>
          </p:cNvSpPr>
          <p:nvPr/>
        </p:nvSpPr>
        <p:spPr>
          <a:xfrm rot="16200000">
            <a:off x="6430030" y="4438681"/>
            <a:ext cx="521205" cy="461940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/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>
            <a:gsLst>
              <a:gs pos="54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9600000" scaled="0"/>
          </a:gradFill>
          <a:ln w="25400">
            <a:noFill/>
          </a:ln>
          <a:effectLst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vert="horz" wrap="square" lIns="91440" tIns="45720" rIns="91440" bIns="45720" anchor="t"/>
          <a:lstStyle/>
          <a:p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" name="文本框 26"/>
          <p:cNvSpPr>
            <a:spLocks noGrp="1"/>
          </p:cNvSpPr>
          <p:nvPr/>
        </p:nvSpPr>
        <p:spPr>
          <a:xfrm>
            <a:off x="6459662" y="1856220"/>
            <a:ext cx="4619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01</a:t>
            </a:r>
          </a:p>
        </p:txBody>
      </p:sp>
      <p:sp>
        <p:nvSpPr>
          <p:cNvPr id="28" name="文本框 27"/>
          <p:cNvSpPr>
            <a:spLocks noGrp="1"/>
          </p:cNvSpPr>
          <p:nvPr/>
        </p:nvSpPr>
        <p:spPr>
          <a:xfrm>
            <a:off x="6459662" y="2777785"/>
            <a:ext cx="4619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02</a:t>
            </a:r>
          </a:p>
        </p:txBody>
      </p:sp>
      <p:sp>
        <p:nvSpPr>
          <p:cNvPr id="29" name="文本框 28"/>
          <p:cNvSpPr>
            <a:spLocks noGrp="1"/>
          </p:cNvSpPr>
          <p:nvPr/>
        </p:nvSpPr>
        <p:spPr>
          <a:xfrm>
            <a:off x="6458181" y="3650680"/>
            <a:ext cx="4619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03</a:t>
            </a:r>
          </a:p>
        </p:txBody>
      </p:sp>
      <p:sp>
        <p:nvSpPr>
          <p:cNvPr id="30" name="文本框 29"/>
          <p:cNvSpPr>
            <a:spLocks noGrp="1"/>
          </p:cNvSpPr>
          <p:nvPr/>
        </p:nvSpPr>
        <p:spPr>
          <a:xfrm>
            <a:off x="6458181" y="4484985"/>
            <a:ext cx="4619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04</a:t>
            </a:r>
          </a:p>
        </p:txBody>
      </p:sp>
      <p:sp>
        <p:nvSpPr>
          <p:cNvPr id="31" name="文本框 30"/>
          <p:cNvSpPr>
            <a:spLocks noGrp="1"/>
          </p:cNvSpPr>
          <p:nvPr/>
        </p:nvSpPr>
        <p:spPr>
          <a:xfrm>
            <a:off x="7329643" y="1811351"/>
            <a:ext cx="22474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/>
              <a:t>个人信息</a:t>
            </a:r>
            <a:endParaRPr sz="2400" b="1"/>
          </a:p>
        </p:txBody>
      </p:sp>
      <p:sp>
        <p:nvSpPr>
          <p:cNvPr id="37" name="文本框 36"/>
          <p:cNvSpPr>
            <a:spLocks noGrp="1"/>
          </p:cNvSpPr>
          <p:nvPr/>
        </p:nvSpPr>
        <p:spPr>
          <a:xfrm>
            <a:off x="7329643" y="2671785"/>
            <a:ext cx="22474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/>
              <a:t>项目经历</a:t>
            </a:r>
            <a:endParaRPr sz="2400" b="1"/>
          </a:p>
        </p:txBody>
      </p:sp>
      <p:sp>
        <p:nvSpPr>
          <p:cNvPr id="42" name="文本框 41"/>
          <p:cNvSpPr>
            <a:spLocks noGrp="1"/>
          </p:cNvSpPr>
          <p:nvPr/>
        </p:nvSpPr>
        <p:spPr>
          <a:xfrm>
            <a:off x="7329643" y="3532219"/>
            <a:ext cx="22474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/>
              <a:t>科研实习</a:t>
            </a:r>
            <a:endParaRPr sz="2400" b="1"/>
          </a:p>
        </p:txBody>
      </p:sp>
      <p:sp>
        <p:nvSpPr>
          <p:cNvPr id="43" name="文本框 42"/>
          <p:cNvSpPr>
            <a:spLocks noGrp="1"/>
          </p:cNvSpPr>
          <p:nvPr/>
        </p:nvSpPr>
        <p:spPr>
          <a:xfrm>
            <a:off x="7329643" y="4392652"/>
            <a:ext cx="22474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/>
              <a:t>校园经历</a:t>
            </a:r>
            <a:endParaRPr sz="2400" b="1"/>
          </a:p>
        </p:txBody>
      </p:sp>
      <p:sp>
        <p:nvSpPr>
          <p:cNvPr id="45" name="Freeform 5"/>
          <p:cNvSpPr>
            <a:spLocks noGrp="1"/>
          </p:cNvSpPr>
          <p:nvPr/>
        </p:nvSpPr>
        <p:spPr>
          <a:xfrm rot="16200000">
            <a:off x="4449563" y="838191"/>
            <a:ext cx="400980" cy="355386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/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accent1">
              <a:lumMod val="100000"/>
            </a:schemeClr>
          </a:solidFill>
          <a:ln w="25400">
            <a:noFill/>
          </a:ln>
          <a:effectLst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vert="horz" wrap="square" lIns="91440" tIns="45720" rIns="91440" bIns="45720" anchor="t"/>
          <a:lstStyle/>
          <a:p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6" name="Freeform 5"/>
          <p:cNvSpPr>
            <a:spLocks noGrp="1"/>
          </p:cNvSpPr>
          <p:nvPr/>
        </p:nvSpPr>
        <p:spPr>
          <a:xfrm rot="16200000">
            <a:off x="4487566" y="871872"/>
            <a:ext cx="324974" cy="288022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/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>
            <a:gsLst>
              <a:gs pos="54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9600000" scaled="0"/>
          </a:gradFill>
          <a:ln w="25400">
            <a:noFill/>
          </a:ln>
          <a:effectLst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vert="horz" wrap="square" lIns="91440" tIns="45720" rIns="91440" bIns="45720" anchor="t"/>
          <a:lstStyle/>
          <a:p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7" name="powerpoint template design by DAJU_PPT正版来源小红书大橘PPT微信DAJU_PPT请勿抄袭搬运！盗版必究！"/>
          <p:cNvSpPr>
            <a:spLocks noGrp="1"/>
          </p:cNvSpPr>
          <p:nvPr/>
        </p:nvSpPr>
        <p:spPr>
          <a:xfrm>
            <a:off x="3952612" y="3306518"/>
            <a:ext cx="7802136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</a:pPr>
            <a:r>
              <a:rPr sz="6000" b="1" spc="600">
                <a:solidFill>
                  <a:schemeClr val="accent1"/>
                </a:solidFill>
              </a:rPr>
              <a:t>推免面试自我陈述</a:t>
            </a:r>
            <a:endParaRPr sz="6000" b="1" spc="600">
              <a:solidFill>
                <a:schemeClr val="accent1"/>
              </a:solidFill>
            </a:endParaRPr>
          </a:p>
        </p:txBody>
      </p:sp>
      <p:sp>
        <p:nvSpPr>
          <p:cNvPr id="57" name="文本框 19"/>
          <p:cNvSpPr>
            <a:spLocks noGrp="1"/>
          </p:cNvSpPr>
          <p:nvPr/>
        </p:nvSpPr>
        <p:spPr>
          <a:xfrm>
            <a:off x="9218853" y="4973397"/>
            <a:ext cx="39193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buNone/>
            </a:pPr>
            <a:r>
              <a:rPr sz="2000">
                <a:solidFill>
                  <a:schemeClr val="tx1">
                    <a:lumMod val="85000"/>
                    <a:lumOff val="15000"/>
                  </a:schemeClr>
                </a:solidFill>
              </a:rPr>
              <a:t>汇报人：陈飞扬</a:t>
            </a:r>
            <a:endParaRPr sz="20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文本框 3"/>
          <p:cNvSpPr>
            <a:spLocks noGrp="1"/>
          </p:cNvSpPr>
          <p:nvPr/>
        </p:nvSpPr>
        <p:spPr>
          <a:xfrm>
            <a:off x="662940" y="762000"/>
            <a:ext cx="1117228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4800" b="1" spc="600">
                <a:solidFill>
                  <a:srgbClr val="FFFFFF"/>
                </a:solidFill>
              </a:rPr>
              <a:t>武汉科技大学</a:t>
            </a:r>
            <a:endParaRPr sz="4800" b="1" spc="600">
              <a:solidFill>
                <a:srgbClr val="FFFFFF"/>
              </a:solidFill>
            </a:endParaRPr>
          </a:p>
        </p:txBody>
      </p:sp>
      <p:sp>
        <p:nvSpPr>
          <p:cNvPr id="8" name="文本框 7"/>
          <p:cNvSpPr>
            <a:spLocks noGrp="1"/>
          </p:cNvSpPr>
          <p:nvPr/>
        </p:nvSpPr>
        <p:spPr>
          <a:xfrm flipH="1">
            <a:off x="1780168" y="2993380"/>
            <a:ext cx="5410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3600" b="1" spc="600">
                <a:solidFill>
                  <a:srgbClr val="FFFFFF"/>
                </a:solidFill>
              </a:rPr>
              <a:t>计算机学院</a:t>
            </a:r>
            <a:endParaRPr sz="3600" b="1" spc="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powerpoint template design by DAJU_PPT正版来源小红书大橘PPT微信DAJU_PPT请勿抄袭搬运！盗版必究！"/>
          <p:cNvSpPr>
            <a:spLocks noGrp="1"/>
          </p:cNvSpPr>
          <p:nvPr/>
        </p:nvSpPr>
        <p:spPr>
          <a:xfrm>
            <a:off x="314960" y="304800"/>
            <a:ext cx="11562080" cy="6248400"/>
          </a:xfrm>
          <a:prstGeom prst="roundRect">
            <a:avLst>
              <a:gd name="adj" fmla="val 0"/>
            </a:avLst>
          </a:prstGeom>
          <a:noFill/>
          <a:ln w="25400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9" name="powerpoint template design by DAJU_PPT正版来源小红书大橘PPT微信DAJU_PPT请勿抄袭搬运！盗版必究！"/>
          <p:cNvSpPr>
            <a:spLocks noGrp="1"/>
          </p:cNvSpPr>
          <p:nvPr>
            <p:ph type="body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+mn-lt"/>
                <a:ea typeface="+mn-lt"/>
                <a:cs typeface="+mn-lt"/>
              </a:rPr>
              <a:t>个人信息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17" name="powerpoint template design by DAJU_PPT正版来源小红书大橘PPT微信DAJU_PPT请勿抄袭搬运！盗版必究！"/>
          <p:cNvSpPr>
            <a:spLocks noGrp="1"/>
          </p:cNvSpPr>
          <p:nvPr>
            <p:ph type="body" idx="14"/>
          </p:nvPr>
        </p:nvSpPr>
        <p:spPr>
          <a:custGeom>
            <a:avLst/>
            <a:gdLst>
              <a:gd name="connsiteX0" fmla="*/ 0 w 2059940"/>
              <a:gd name="connsiteY0" fmla="*/ 0 h 276999"/>
              <a:gd name="connsiteX1" fmla="*/ 2059940 w 2059940"/>
              <a:gd name="connsiteY1" fmla="*/ 0 h 276999"/>
              <a:gd name="connsiteX2" fmla="*/ 2059940 w 2059940"/>
              <a:gd name="connsiteY2" fmla="*/ 276999 h 276999"/>
              <a:gd name="connsiteX3" fmla="*/ 0 w 2059940"/>
              <a:gd name="connsiteY3" fmla="*/ 276999 h 276999"/>
            </a:gdLst>
            <a:ahLst/>
            <a:cxnLst/>
            <a:rect l="l" t="t" r="r" b="b"/>
            <a:pathLst>
              <a:path w="2059940" h="276999">
                <a:moveTo>
                  <a:pt x="0" y="0"/>
                </a:moveTo>
                <a:lnTo>
                  <a:pt x="2059940" y="0"/>
                </a:lnTo>
                <a:lnTo>
                  <a:pt x="2059940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/>
          <a:lstStyle/>
          <a:p>
            <a:r>
              <a:t>PERSONAL INFORMATION</a:t>
            </a:r>
          </a:p>
        </p:txBody>
      </p:sp>
      <p:sp>
        <p:nvSpPr>
          <p:cNvPr id="12" name="文本框 11"/>
          <p:cNvSpPr>
            <a:spLocks noGrp="1"/>
          </p:cNvSpPr>
          <p:nvPr/>
        </p:nvSpPr>
        <p:spPr>
          <a:xfrm>
            <a:off x="5442332" y="1650424"/>
            <a:ext cx="15974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Part I</a:t>
            </a:r>
            <a:endParaRPr sz="3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xfrm>
            <a:off x="-439792" y="564052"/>
            <a:ext cx="6012872" cy="40510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>
                <a:latin typeface="+mn-lt"/>
                <a:ea typeface="+mn-lt"/>
                <a:cs typeface="+mn-lt"/>
              </a:rPr>
              <a:t>个人基本情况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43" name="powerpoint template design by DAJU_PPT正版来源小红书大橘PPT微信DAJU_PPT请勿抄袭搬运！盗版必究！-1"/>
          <p:cNvSpPr>
            <a:spLocks noGrp="1"/>
          </p:cNvSpPr>
          <p:nvPr/>
        </p:nvSpPr>
        <p:spPr>
          <a:xfrm>
            <a:off x="5275625" y="1089439"/>
            <a:ext cx="2419111" cy="672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spc="300">
                <a:solidFill>
                  <a:schemeClr val="accent1"/>
                </a:solidFill>
                <a:latin typeface="+mj-ea"/>
                <a:ea typeface="+mj-ea"/>
                <a:cs typeface="+mj-ea"/>
              </a:rPr>
              <a:t>陈飞扬</a:t>
            </a:r>
            <a:endParaRPr sz="3200" b="1" spc="300">
              <a:solidFill>
                <a:schemeClr val="accent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46" name="powerpoint template design by DAJU_PPT正版来源小红书大橘PPT微信DAJU_PPT请勿抄袭搬运！盗版必究！-3"/>
          <p:cNvSpPr>
            <a:spLocks noGrp="1"/>
          </p:cNvSpPr>
          <p:nvPr/>
        </p:nvSpPr>
        <p:spPr>
          <a:xfrm>
            <a:off x="5095875" y="1649095"/>
            <a:ext cx="6344920" cy="40347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90204"/>
              <a:buChar char="•"/>
            </a:pPr>
            <a:r>
              <a:rPr b="1">
                <a:latin typeface="+mj-ea"/>
                <a:ea typeface="+mj-ea"/>
                <a:cs typeface="+mj-ea"/>
                <a:sym typeface="+mn-ea"/>
              </a:rPr>
              <a:t>本科院校：武汉科技大学 / 计算机科学与技术</a:t>
            </a:r>
            <a:r>
              <a:rPr lang="zh-CN" b="1">
                <a:latin typeface="+mj-ea"/>
                <a:ea typeface="+mj-ea"/>
                <a:cs typeface="+mj-ea"/>
                <a:sym typeface="+mn-ea"/>
              </a:rPr>
              <a:t>学院</a:t>
            </a:r>
            <a:endParaRPr lang="zh-CN" b="1">
              <a:latin typeface="+mj-ea"/>
              <a:ea typeface="+mj-ea"/>
              <a:cs typeface="+mj-ea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90204"/>
              <a:buChar char="•"/>
            </a:pPr>
            <a:r>
              <a:rPr lang="zh-CN" b="1">
                <a:latin typeface="+mj-ea"/>
                <a:ea typeface="+mj-ea"/>
                <a:cs typeface="+mj-ea"/>
                <a:sym typeface="+mn-ea"/>
              </a:rPr>
              <a:t>专业</a:t>
            </a:r>
            <a:r>
              <a:rPr lang="en-US" altLang="zh-CN" b="1">
                <a:latin typeface="+mj-ea"/>
                <a:ea typeface="+mj-ea"/>
                <a:cs typeface="+mj-ea"/>
                <a:sym typeface="+mn-ea"/>
              </a:rPr>
              <a:t>：</a:t>
            </a:r>
            <a:r>
              <a:rPr lang="zh-CN" altLang="en-US" b="1">
                <a:latin typeface="+mj-ea"/>
                <a:ea typeface="+mj-ea"/>
                <a:cs typeface="+mj-ea"/>
                <a:sym typeface="+mn-ea"/>
              </a:rPr>
              <a:t>计算机科学与技术</a:t>
            </a:r>
            <a:r>
              <a:rPr b="1">
                <a:latin typeface="+mj-ea"/>
                <a:ea typeface="+mj-ea"/>
                <a:cs typeface="+mj-ea"/>
                <a:sym typeface="+mn-ea"/>
              </a:rPr>
              <a:t>（</a:t>
            </a:r>
            <a:r>
              <a:rPr lang="en-US" b="1">
                <a:latin typeface="+mj-ea"/>
                <a:ea typeface="+mj-ea"/>
                <a:cs typeface="+mj-ea"/>
                <a:sym typeface="+mn-ea"/>
              </a:rPr>
              <a:t>ESI</a:t>
            </a:r>
            <a:r>
              <a:rPr lang="zh-CN" altLang="en-US" b="1">
                <a:latin typeface="+mj-ea"/>
                <a:ea typeface="+mj-ea"/>
                <a:cs typeface="+mj-ea"/>
                <a:sym typeface="+mn-ea"/>
              </a:rPr>
              <a:t>全球前</a:t>
            </a:r>
            <a:r>
              <a:rPr lang="en-US" altLang="zh-CN" b="1">
                <a:latin typeface="+mj-ea"/>
                <a:ea typeface="+mj-ea"/>
                <a:cs typeface="+mj-ea"/>
                <a:sym typeface="+mn-ea"/>
              </a:rPr>
              <a:t>1%｜</a:t>
            </a:r>
            <a:r>
              <a:rPr b="1">
                <a:latin typeface="+mj-ea"/>
                <a:ea typeface="+mj-ea"/>
                <a:cs typeface="+mj-ea"/>
                <a:sym typeface="+mn-ea"/>
              </a:rPr>
              <a:t>国家一流专业）</a:t>
            </a:r>
            <a:endParaRPr b="1">
              <a:latin typeface="+mj-ea"/>
              <a:ea typeface="+mj-ea"/>
              <a:cs typeface="+mj-ea"/>
            </a:endParaRPr>
          </a:p>
          <a:p>
            <a:pPr marL="285750" indent="-285750">
              <a:lnSpc>
                <a:spcPct val="150000"/>
              </a:lnSpc>
              <a:buFont typeface="Arial" panose="020B0604020202090204"/>
              <a:buChar char="•"/>
            </a:pPr>
            <a:r>
              <a:rPr>
                <a:latin typeface="+mj-ea"/>
                <a:ea typeface="+mj-ea"/>
                <a:cs typeface="+mj-ea"/>
              </a:rPr>
              <a:t>政治面貌：中共党员</a:t>
            </a:r>
            <a:endParaRPr>
              <a:latin typeface="+mj-ea"/>
              <a:ea typeface="+mj-ea"/>
              <a:cs typeface="+mj-ea"/>
            </a:endParaRPr>
          </a:p>
          <a:p>
            <a:pPr marL="285750" indent="-285750">
              <a:lnSpc>
                <a:spcPct val="150000"/>
              </a:lnSpc>
              <a:buFont typeface="Arial" panose="020B0604020202090204"/>
              <a:buChar char="•"/>
            </a:pPr>
            <a:r>
              <a:rPr>
                <a:latin typeface="+mj-ea"/>
                <a:ea typeface="+mj-ea"/>
                <a:cs typeface="+mj-ea"/>
              </a:rPr>
              <a:t>学业表现：GPA 3.36/4.0，加权排名 16/207（前 7.7%）</a:t>
            </a:r>
            <a:endParaRPr>
              <a:latin typeface="+mj-ea"/>
              <a:ea typeface="+mj-ea"/>
              <a:cs typeface="+mj-ea"/>
            </a:endParaRPr>
          </a:p>
          <a:p>
            <a:pPr marL="285750" indent="-285750">
              <a:lnSpc>
                <a:spcPct val="150000"/>
              </a:lnSpc>
              <a:buFont typeface="Arial" panose="020B0604020202090204"/>
              <a:buChar char="•"/>
            </a:pPr>
            <a:r>
              <a:rPr>
                <a:latin typeface="+mj-ea"/>
                <a:ea typeface="+mj-ea"/>
                <a:cs typeface="+mj-ea"/>
              </a:rPr>
              <a:t>英语水平：CET-4</a:t>
            </a:r>
            <a:endParaRPr>
              <a:latin typeface="+mj-ea"/>
              <a:ea typeface="+mj-ea"/>
              <a:cs typeface="+mj-ea"/>
            </a:endParaRPr>
          </a:p>
          <a:p>
            <a:pPr marL="285750" indent="-285750">
              <a:lnSpc>
                <a:spcPct val="150000"/>
              </a:lnSpc>
              <a:buFont typeface="Arial" panose="020B0604020202090204"/>
              <a:buChar char="•"/>
            </a:pPr>
            <a:r>
              <a:rPr>
                <a:latin typeface="+mj-ea"/>
                <a:ea typeface="+mj-ea"/>
                <a:cs typeface="+mj-ea"/>
              </a:rPr>
              <a:t>荣誉奖励：国家励志奖学金（2024、2025）</a:t>
            </a:r>
            <a:endParaRPr>
              <a:latin typeface="+mj-ea"/>
              <a:ea typeface="+mj-ea"/>
              <a:cs typeface="+mj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/>
              <a:buChar char="Ø"/>
            </a:pPr>
            <a:r>
              <a:t>校园任职：团支部书记、</a:t>
            </a:r>
            <a:r>
              <a:rPr lang="zh-CN"/>
              <a:t>校级人工智能</a:t>
            </a:r>
            <a:r>
              <a:t>协会副会长、</a:t>
            </a:r>
            <a:r>
              <a:rPr lang="zh-CN"/>
              <a:t>校级</a:t>
            </a:r>
            <a:r>
              <a:t>机器人协会核心成员</a:t>
            </a:r>
            <a:endParaRPr>
              <a:latin typeface="+mj-ea"/>
              <a:ea typeface="+mj-ea"/>
              <a:cs typeface="+mj-ea"/>
            </a:endParaRPr>
          </a:p>
        </p:txBody>
      </p:sp>
      <p:pic>
        <p:nvPicPr>
          <p:cNvPr id="52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7286" y="1648795"/>
            <a:ext cx="2924556" cy="38500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powerpoint template design by DAJU_PPT正版来源小红书大橘PPT微信DAJU_PPT请勿抄袭搬运！盗版必究！"/>
          <p:cNvSpPr>
            <a:spLocks noGrp="1"/>
          </p:cNvSpPr>
          <p:nvPr/>
        </p:nvSpPr>
        <p:spPr>
          <a:xfrm>
            <a:off x="3522388" y="4530266"/>
            <a:ext cx="5147224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" name="powerpoint template design by DAJU_PPT正版来源小红书大橘PPT微信DAJU_PPT请勿抄袭搬运！盗版必究！"/>
          <p:cNvSpPr>
            <a:spLocks noGrp="1"/>
          </p:cNvSpPr>
          <p:nvPr>
            <p:ph type="body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+mn-lt"/>
                <a:ea typeface="+mn-lt"/>
                <a:cs typeface="+mn-lt"/>
              </a:rPr>
              <a:t>项目经历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17" name="powerpoint template design by DAJU_PPT正版来源小红书大橘PPT微信DAJU_PPT请勿抄袭搬运！盗版必究！"/>
          <p:cNvSpPr>
            <a:spLocks noGrp="1"/>
          </p:cNvSpPr>
          <p:nvPr>
            <p:ph type="body" idx="14"/>
          </p:nvPr>
        </p:nvSpPr>
        <p:spPr>
          <a:custGeom>
            <a:avLst/>
            <a:gdLst>
              <a:gd name="connsiteX0" fmla="*/ 0 w 2059940"/>
              <a:gd name="connsiteY0" fmla="*/ 0 h 276999"/>
              <a:gd name="connsiteX1" fmla="*/ 2059940 w 2059940"/>
              <a:gd name="connsiteY1" fmla="*/ 0 h 276999"/>
              <a:gd name="connsiteX2" fmla="*/ 2059940 w 2059940"/>
              <a:gd name="connsiteY2" fmla="*/ 276999 h 276999"/>
              <a:gd name="connsiteX3" fmla="*/ 0 w 2059940"/>
              <a:gd name="connsiteY3" fmla="*/ 276999 h 276999"/>
            </a:gdLst>
            <a:ahLst/>
            <a:cxnLst/>
            <a:rect l="l" t="t" r="r" b="b"/>
            <a:pathLst>
              <a:path w="2059940" h="276999">
                <a:moveTo>
                  <a:pt x="0" y="0"/>
                </a:moveTo>
                <a:lnTo>
                  <a:pt x="2059940" y="0"/>
                </a:lnTo>
                <a:lnTo>
                  <a:pt x="2059940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/>
          <a:lstStyle/>
          <a:p>
            <a:r>
              <a:t>THE PROJECT EXPERIENCE</a:t>
            </a:r>
          </a:p>
        </p:txBody>
      </p:sp>
      <p:sp>
        <p:nvSpPr>
          <p:cNvPr id="2" name="文本框 1"/>
          <p:cNvSpPr>
            <a:spLocks noGrp="1"/>
          </p:cNvSpPr>
          <p:nvPr/>
        </p:nvSpPr>
        <p:spPr>
          <a:xfrm>
            <a:off x="5442332" y="1650424"/>
            <a:ext cx="15974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Part II</a:t>
            </a:r>
            <a:endParaRPr sz="3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xfrm>
            <a:off x="-493817" y="572131"/>
            <a:ext cx="6012872" cy="40510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>
                <a:latin typeface="+mn-lt"/>
                <a:ea typeface="+mn-lt"/>
                <a:cs typeface="+mn-lt"/>
              </a:rPr>
              <a:t>项目经历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32" name="powerpoint template design by DAJU_PPT正版来源小红书大橘PPT微信DAJU_PPT请勿抄袭搬运！盗版必究！-3"/>
          <p:cNvSpPr>
            <a:spLocks noGrp="1"/>
          </p:cNvSpPr>
          <p:nvPr/>
        </p:nvSpPr>
        <p:spPr>
          <a:xfrm>
            <a:off x="4115062" y="1118901"/>
            <a:ext cx="7547396" cy="1733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None/>
            </a:pPr>
            <a:r>
              <a:rPr sz="2400" b="1">
                <a:latin typeface="+mj-ea"/>
                <a:ea typeface="+mj-ea"/>
                <a:cs typeface="+mj-ea"/>
              </a:rPr>
              <a:t>CamTalk 多模态实时 AI 视觉对话 Agent</a:t>
            </a:r>
            <a:endParaRPr sz="2400" b="1">
              <a:latin typeface="+mj-ea"/>
              <a:ea typeface="+mj-ea"/>
              <a:cs typeface="+mj-ea"/>
            </a:endParaRPr>
          </a:p>
          <a:p>
            <a:pPr marL="342900" indent="-342900">
              <a:lnSpc>
                <a:spcPct val="130000"/>
              </a:lnSpc>
              <a:buFont typeface="Arial" panose="020B0604020202090204"/>
              <a:buChar char="•"/>
            </a:pPr>
            <a:r>
              <a:rPr sz="2000">
                <a:latin typeface="+mj-ea"/>
                <a:ea typeface="+mj-ea"/>
                <a:cs typeface="+mj-ea"/>
              </a:rPr>
              <a:t>项目负责人 · 2026.04—2026.08</a:t>
            </a:r>
            <a:endParaRPr sz="2000">
              <a:latin typeface="+mj-ea"/>
              <a:ea typeface="+mj-ea"/>
              <a:cs typeface="+mj-ea"/>
            </a:endParaRPr>
          </a:p>
          <a:p>
            <a:pPr marL="342900" indent="-342900">
              <a:lnSpc>
                <a:spcPct val="130000"/>
              </a:lnSpc>
              <a:buFont typeface="Arial" panose="020B0604020202090204"/>
              <a:buChar char="•"/>
            </a:pPr>
            <a:r>
              <a:rPr sz="2000">
                <a:latin typeface="+mj-ea"/>
                <a:ea typeface="+mj-ea"/>
                <a:cs typeface="+mj-ea"/>
              </a:rPr>
              <a:t>国家级网安基地·武汉金银湖实验室</a:t>
            </a:r>
            <a:endParaRPr sz="2000">
              <a:latin typeface="+mj-ea"/>
              <a:ea typeface="+mj-ea"/>
              <a:cs typeface="+mj-ea"/>
            </a:endParaRPr>
          </a:p>
        </p:txBody>
      </p:sp>
      <p:sp>
        <p:nvSpPr>
          <p:cNvPr id="42" name="powerpoint template design by DAJU_PPT正版来源小红书大橘PPT微信DAJU_PPT请勿抄袭搬运！盗版必究！-3"/>
          <p:cNvSpPr>
            <a:spLocks noGrp="1"/>
          </p:cNvSpPr>
          <p:nvPr/>
        </p:nvSpPr>
        <p:spPr>
          <a:xfrm>
            <a:off x="4116332" y="2531040"/>
            <a:ext cx="6630341" cy="13594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buNone/>
            </a:pPr>
            <a:r>
              <a:rPr sz="2400" b="1">
                <a:latin typeface="+mj-ea"/>
                <a:ea typeface="+mj-ea"/>
                <a:cs typeface="+mj-ea"/>
              </a:rPr>
              <a:t>关键指标</a:t>
            </a:r>
            <a:endParaRPr sz="2400" b="1">
              <a:latin typeface="+mj-ea"/>
              <a:ea typeface="+mj-ea"/>
              <a:cs typeface="+mj-ea"/>
            </a:endParaRPr>
          </a:p>
          <a:p>
            <a:pPr marL="342900" indent="-342900">
              <a:lnSpc>
                <a:spcPct val="130000"/>
              </a:lnSpc>
              <a:buFont typeface="Arial" panose="020B0604020202090204"/>
              <a:buChar char="•"/>
            </a:pPr>
            <a:r>
              <a:rPr sz="2000">
                <a:latin typeface="+mj-ea"/>
                <a:ea typeface="+mj-ea"/>
                <a:cs typeface="+mj-ea"/>
              </a:rPr>
              <a:t>静默期数据上传量降低约 80%</a:t>
            </a:r>
            <a:endParaRPr sz="2000">
              <a:latin typeface="+mj-ea"/>
              <a:ea typeface="+mj-ea"/>
              <a:cs typeface="+mj-ea"/>
            </a:endParaRPr>
          </a:p>
          <a:p>
            <a:pPr marL="342900" indent="-342900">
              <a:lnSpc>
                <a:spcPct val="130000"/>
              </a:lnSpc>
              <a:buFont typeface="Arial" panose="020B0604020202090204"/>
              <a:buChar char="•"/>
            </a:pPr>
            <a:r>
              <a:rPr sz="2000">
                <a:latin typeface="+mj-ea"/>
                <a:ea typeface="+mj-ea"/>
                <a:cs typeface="+mj-ea"/>
              </a:rPr>
              <a:t>端到端感知延迟 ≤ 0.5 s</a:t>
            </a:r>
            <a:endParaRPr sz="2000">
              <a:latin typeface="+mj-ea"/>
              <a:ea typeface="+mj-ea"/>
              <a:cs typeface="+mj-ea"/>
            </a:endParaRPr>
          </a:p>
        </p:txBody>
      </p:sp>
      <p:sp>
        <p:nvSpPr>
          <p:cNvPr id="17" name="文本框 16"/>
          <p:cNvSpPr>
            <a:spLocks noGrp="1"/>
          </p:cNvSpPr>
          <p:nvPr/>
        </p:nvSpPr>
        <p:spPr>
          <a:xfrm>
            <a:off x="4115062" y="4199152"/>
            <a:ext cx="7090195" cy="2133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None/>
            </a:pPr>
            <a:r>
              <a:rPr sz="2400" b="1">
                <a:solidFill>
                  <a:srgbClr val="0A73AE"/>
                </a:solidFill>
                <a:latin typeface="+mn-ea"/>
                <a:ea typeface="+mn-ea"/>
                <a:cs typeface="+mn-ea"/>
              </a:rPr>
              <a:t>个人贡献</a:t>
            </a:r>
            <a:endParaRPr sz="2400" b="1">
              <a:solidFill>
                <a:srgbClr val="0A73AE"/>
              </a:solidFill>
              <a:latin typeface="+mn-ea"/>
              <a:ea typeface="+mn-ea"/>
              <a:cs typeface="+mn-ea"/>
            </a:endParaRPr>
          </a:p>
          <a:p>
            <a:pPr marL="342900" indent="-342900">
              <a:lnSpc>
                <a:spcPct val="130000"/>
              </a:lnSpc>
              <a:buFont typeface="Arial" panose="020B0604020202090204"/>
              <a:buChar char="•"/>
            </a:pPr>
            <a:r>
              <a:rPr sz="2000">
                <a:latin typeface="+mj-ea"/>
                <a:ea typeface="+mj-ea"/>
                <a:cs typeface="+mj-ea"/>
              </a:rPr>
              <a:t>VAD + 像素差值关键帧智能采样</a:t>
            </a:r>
            <a:endParaRPr sz="2000">
              <a:latin typeface="+mj-ea"/>
              <a:ea typeface="+mj-ea"/>
              <a:cs typeface="+mj-ea"/>
            </a:endParaRPr>
          </a:p>
          <a:p>
            <a:pPr marL="342900" indent="-342900">
              <a:lnSpc>
                <a:spcPct val="130000"/>
              </a:lnSpc>
              <a:buFont typeface="Arial" panose="020B0604020202090204"/>
              <a:buChar char="•"/>
            </a:pPr>
            <a:r>
              <a:rPr sz="2000">
                <a:latin typeface="+mj-ea"/>
                <a:ea typeface="+mj-ea"/>
                <a:cs typeface="+mj-ea"/>
              </a:rPr>
              <a:t>Eino 7 节点 STT–LLM–TTS 流式编排</a:t>
            </a:r>
            <a:endParaRPr sz="2000">
              <a:latin typeface="+mj-ea"/>
              <a:ea typeface="+mj-ea"/>
              <a:cs typeface="+mj-ea"/>
            </a:endParaRPr>
          </a:p>
          <a:p>
            <a:pPr marL="342900" indent="-342900">
              <a:lnSpc>
                <a:spcPct val="130000"/>
              </a:lnSpc>
              <a:buFont typeface="Arial" panose="020B0604020202090204"/>
              <a:buChar char="•"/>
            </a:pPr>
            <a:r>
              <a:rPr sz="2000">
                <a:latin typeface="+mj-ea"/>
                <a:ea typeface="+mj-ea"/>
                <a:cs typeface="+mj-ea"/>
              </a:rPr>
              <a:t>多轮会话与 30 s 断线恢复</a:t>
            </a:r>
            <a:endParaRPr sz="2000">
              <a:latin typeface="+mj-ea"/>
              <a:ea typeface="+mj-ea"/>
              <a:cs typeface="+mj-ea"/>
            </a:endParaRPr>
          </a:p>
        </p:txBody>
      </p:sp>
      <p:pic>
        <p:nvPicPr>
          <p:cNvPr id="55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5400000">
            <a:off x="1118235" y="1426210"/>
            <a:ext cx="2241550" cy="2257425"/>
          </a:xfrm>
          <a:prstGeom prst="rect">
            <a:avLst/>
          </a:prstGeom>
        </p:spPr>
      </p:pic>
      <p:pic>
        <p:nvPicPr>
          <p:cNvPr id="57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830" y="4353494"/>
            <a:ext cx="2947432" cy="1979051"/>
          </a:xfrm>
          <a:prstGeom prst="rect">
            <a:avLst/>
          </a:prstGeom>
        </p:spPr>
      </p:pic>
      <p:sp>
        <p:nvSpPr>
          <p:cNvPr id="11" name="直接连接符 10"/>
          <p:cNvSpPr>
            <a:spLocks noGrp="1"/>
          </p:cNvSpPr>
          <p:nvPr/>
        </p:nvSpPr>
        <p:spPr>
          <a:xfrm>
            <a:off x="4241494" y="4087885"/>
            <a:ext cx="4241494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powerpoint template design by DAJU_PPT正版来源小红书大橘PPT微信DAJU_PPT请勿抄袭搬运！盗版必究！"/>
          <p:cNvSpPr>
            <a:spLocks noGrp="1"/>
          </p:cNvSpPr>
          <p:nvPr/>
        </p:nvSpPr>
        <p:spPr>
          <a:xfrm>
            <a:off x="4492611" y="1451169"/>
            <a:ext cx="6967998" cy="1977831"/>
          </a:xfrm>
          <a:prstGeom prst="roundRect">
            <a:avLst>
              <a:gd name="adj" fmla="val 0"/>
            </a:avLst>
          </a:prstGeom>
          <a:noFill/>
          <a:ln w="19050" cmpd="sng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xfrm>
            <a:off x="-703137" y="615184"/>
            <a:ext cx="6012872" cy="40510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>
                <a:latin typeface="+mn-lt"/>
                <a:ea typeface="+mn-lt"/>
                <a:cs typeface="+mn-lt"/>
              </a:rPr>
              <a:t>项目经历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13" name="powerpoint template design by DAJU_PPT正版来源小红书大橘PPT微信DAJU_PPT请勿抄袭搬运！盗版必究！"/>
          <p:cNvSpPr>
            <a:spLocks noGrp="1"/>
          </p:cNvSpPr>
          <p:nvPr/>
        </p:nvSpPr>
        <p:spPr>
          <a:xfrm>
            <a:off x="4624691" y="1569842"/>
            <a:ext cx="5934638" cy="1733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buNone/>
            </a:pPr>
            <a:r>
              <a:rPr sz="2400" b="1">
                <a:latin typeface="+mj-ea"/>
                <a:ea typeface="+mj-ea"/>
                <a:cs typeface="+mj-ea"/>
              </a:rPr>
              <a:t>热轧带钢缺陷检测系统</a:t>
            </a:r>
            <a:endParaRPr sz="2400" b="1">
              <a:latin typeface="+mj-ea"/>
              <a:ea typeface="+mj-ea"/>
              <a:cs typeface="+mj-ea"/>
            </a:endParaRPr>
          </a:p>
          <a:p>
            <a:pPr marL="800100" lvl="1" indent="-342900">
              <a:lnSpc>
                <a:spcPct val="130000"/>
              </a:lnSpc>
              <a:buFont typeface="Arial" panose="020B0604020202090204"/>
              <a:buChar char="•"/>
            </a:pPr>
            <a:r>
              <a:rPr sz="2000">
                <a:latin typeface="+mj-ea"/>
                <a:ea typeface="+mj-ea"/>
                <a:cs typeface="+mj-ea"/>
              </a:rPr>
              <a:t>项目负责人 · 2026.05—2026.08</a:t>
            </a:r>
            <a:endParaRPr sz="2000">
              <a:latin typeface="+mj-ea"/>
              <a:ea typeface="+mj-ea"/>
              <a:cs typeface="+mj-ea"/>
            </a:endParaRPr>
          </a:p>
          <a:p>
            <a:pPr marL="800100" lvl="1" indent="-342900">
              <a:lnSpc>
                <a:spcPct val="130000"/>
              </a:lnSpc>
              <a:buFont typeface="Arial" panose="020B0604020202090204"/>
              <a:buChar char="•"/>
            </a:pPr>
            <a:r>
              <a:rPr sz="2000">
                <a:latin typeface="+mj-ea"/>
                <a:ea typeface="+mj-ea"/>
                <a:cs typeface="+mj-ea"/>
              </a:rPr>
              <a:t>CBAM-YOLOv8 · NEU-DET 6 类缺陷</a:t>
            </a:r>
            <a:endParaRPr sz="2000">
              <a:latin typeface="+mj-ea"/>
              <a:ea typeface="+mj-ea"/>
              <a:cs typeface="+mj-ea"/>
            </a:endParaRPr>
          </a:p>
        </p:txBody>
      </p:sp>
      <p:sp>
        <p:nvSpPr>
          <p:cNvPr id="16" name="文本框 15"/>
          <p:cNvSpPr>
            <a:spLocks noGrp="1"/>
          </p:cNvSpPr>
          <p:nvPr/>
        </p:nvSpPr>
        <p:spPr>
          <a:xfrm>
            <a:off x="4501015" y="4290767"/>
            <a:ext cx="3510426" cy="1359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None/>
            </a:pPr>
            <a:r>
              <a:rPr sz="2400" b="1">
                <a:latin typeface="+mj-ea"/>
                <a:ea typeface="+mj-ea"/>
                <a:cs typeface="+mj-ea"/>
              </a:rPr>
              <a:t>mAP 77.5% → 80%+</a:t>
            </a:r>
            <a:endParaRPr sz="2400" b="1">
              <a:latin typeface="+mj-ea"/>
              <a:ea typeface="+mj-ea"/>
              <a:cs typeface="+mj-ea"/>
            </a:endParaRPr>
          </a:p>
          <a:p>
            <a:pPr marL="800100" lvl="1" indent="-342900">
              <a:lnSpc>
                <a:spcPct val="130000"/>
              </a:lnSpc>
              <a:buFont typeface="Arial" panose="020B0604020202090204"/>
              <a:buChar char="•"/>
            </a:pPr>
            <a:r>
              <a:rPr sz="2000">
                <a:latin typeface="+mj-ea"/>
                <a:ea typeface="+mj-ea"/>
                <a:cs typeface="+mj-ea"/>
              </a:rPr>
              <a:t>裂纹 52.2% → 57%+</a:t>
            </a:r>
            <a:endParaRPr sz="2000">
              <a:latin typeface="+mj-ea"/>
              <a:ea typeface="+mj-ea"/>
              <a:cs typeface="+mj-ea"/>
            </a:endParaRPr>
          </a:p>
          <a:p>
            <a:pPr marL="800100" lvl="1" indent="-342900">
              <a:lnSpc>
                <a:spcPct val="130000"/>
              </a:lnSpc>
              <a:buFont typeface="Arial" panose="020B0604020202090204"/>
              <a:buChar char="•"/>
            </a:pPr>
            <a:r>
              <a:rPr sz="2000">
                <a:latin typeface="+mj-ea"/>
                <a:ea typeface="+mj-ea"/>
                <a:cs typeface="+mj-ea"/>
              </a:rPr>
              <a:t>推理 3 ms</a:t>
            </a:r>
            <a:endParaRPr sz="2000">
              <a:latin typeface="+mj-ea"/>
              <a:ea typeface="+mj-ea"/>
              <a:cs typeface="+mj-ea"/>
            </a:endParaRPr>
          </a:p>
        </p:txBody>
      </p:sp>
      <p:sp>
        <p:nvSpPr>
          <p:cNvPr id="17" name="powerpoint template design by DAJU_PPT正版来源小红书大橘PPT微信DAJU_PPT请勿抄袭搬运！盗版必究！"/>
          <p:cNvSpPr>
            <a:spLocks noGrp="1"/>
          </p:cNvSpPr>
          <p:nvPr/>
        </p:nvSpPr>
        <p:spPr>
          <a:xfrm>
            <a:off x="4492611" y="4086000"/>
            <a:ext cx="6967998" cy="1743231"/>
          </a:xfrm>
          <a:prstGeom prst="roundRect">
            <a:avLst>
              <a:gd name="adj" fmla="val 0"/>
            </a:avLst>
          </a:prstGeom>
          <a:noFill/>
          <a:ln w="19050" cmpd="sng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29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526" y="1197428"/>
            <a:ext cx="2045834" cy="2727779"/>
          </a:xfrm>
          <a:prstGeom prst="rect">
            <a:avLst/>
          </a:prstGeom>
        </p:spPr>
      </p:pic>
      <p:pic>
        <p:nvPicPr>
          <p:cNvPr id="30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0653" y="1220688"/>
            <a:ext cx="2045834" cy="2727778"/>
          </a:xfrm>
          <a:prstGeom prst="rect">
            <a:avLst/>
          </a:prstGeom>
        </p:spPr>
      </p:pic>
      <p:pic>
        <p:nvPicPr>
          <p:cNvPr id="31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543" y="4375555"/>
            <a:ext cx="2947432" cy="1979051"/>
          </a:xfrm>
          <a:prstGeom prst="rect">
            <a:avLst/>
          </a:prstGeom>
        </p:spPr>
      </p:pic>
      <p:pic>
        <p:nvPicPr>
          <p:cNvPr id="32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350" y="4375554"/>
            <a:ext cx="2947432" cy="1979051"/>
          </a:xfrm>
          <a:prstGeom prst="rect">
            <a:avLst/>
          </a:prstGeom>
        </p:spPr>
      </p:pic>
      <p:pic>
        <p:nvPicPr>
          <p:cNvPr id="33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117" y="4375554"/>
            <a:ext cx="2947432" cy="1979051"/>
          </a:xfrm>
          <a:prstGeom prst="rect">
            <a:avLst/>
          </a:prstGeom>
        </p:spPr>
      </p:pic>
      <p:pic>
        <p:nvPicPr>
          <p:cNvPr id="34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0062" y="1209059"/>
            <a:ext cx="2045834" cy="272777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xfrm>
            <a:off x="-3442634" y="634710"/>
            <a:ext cx="10392200" cy="365849"/>
          </a:xfrm>
          <a:prstGeom prst="rect">
            <a:avLst/>
          </a:prstGeom>
        </p:spPr>
        <p:txBody>
          <a:bodyPr>
            <a:normAutofit fontScale="89266"/>
          </a:bodyPr>
          <a:lstStyle/>
          <a:p>
            <a:r>
              <a:rPr>
                <a:latin typeface="+mn-lt"/>
                <a:ea typeface="+mn-lt"/>
                <a:cs typeface="+mn-lt"/>
              </a:rPr>
              <a:t>荣誉与证书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36" name="powerpoint template design by DAJU_PPT正版来源小红书大橘PPT微信DAJU_PPT请勿抄袭搬运！盗版必究！"/>
          <p:cNvSpPr>
            <a:spLocks noGrp="1"/>
          </p:cNvSpPr>
          <p:nvPr/>
        </p:nvSpPr>
        <p:spPr>
          <a:xfrm>
            <a:off x="2847543" y="3377492"/>
            <a:ext cx="293404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buNone/>
            </a:pPr>
            <a:r>
              <a:rPr sz="1800">
                <a:latin typeface="+mj-ea"/>
                <a:ea typeface="+mj-ea"/>
                <a:cs typeface="+mj-ea"/>
              </a:rPr>
              <a:t>HarmonyOS 证书</a:t>
            </a:r>
            <a:endParaRPr sz="1800">
              <a:latin typeface="+mj-ea"/>
              <a:ea typeface="+mj-ea"/>
              <a:cs typeface="+mj-ea"/>
            </a:endParaRPr>
          </a:p>
        </p:txBody>
      </p:sp>
      <p:sp>
        <p:nvSpPr>
          <p:cNvPr id="37" name="powerpoint template design by DAJU_PPT正版来源小红书大橘PPT微信DAJU_PPT请勿抄袭搬运！盗版必究！"/>
          <p:cNvSpPr>
            <a:spLocks noGrp="1"/>
          </p:cNvSpPr>
          <p:nvPr/>
        </p:nvSpPr>
        <p:spPr>
          <a:xfrm>
            <a:off x="6813657" y="3406121"/>
            <a:ext cx="2383420" cy="777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buNone/>
            </a:pPr>
            <a:r>
              <a:rPr sz="1800">
                <a:latin typeface="+mj-ea"/>
                <a:ea typeface="+mj-ea"/>
                <a:cs typeface="+mj-ea"/>
              </a:rPr>
              <a:t>创新创业·银奖</a:t>
            </a:r>
            <a:endParaRPr sz="1800">
              <a:latin typeface="+mj-ea"/>
              <a:ea typeface="+mj-ea"/>
              <a:cs typeface="+mj-ea"/>
            </a:endParaRPr>
          </a:p>
        </p:txBody>
      </p:sp>
      <p:sp>
        <p:nvSpPr>
          <p:cNvPr id="39" name="powerpoint template design by DAJU_PPT正版来源小红书大橘PPT微信DAJU_PPT请勿抄袭搬运！盗版必究！"/>
          <p:cNvSpPr>
            <a:spLocks noGrp="1"/>
          </p:cNvSpPr>
          <p:nvPr/>
        </p:nvSpPr>
        <p:spPr>
          <a:xfrm>
            <a:off x="704215" y="5949315"/>
            <a:ext cx="3406140" cy="450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buNone/>
            </a:pPr>
            <a:r>
              <a:rPr lang="zh-CN" sz="1800">
                <a:latin typeface="+mj-ea"/>
                <a:ea typeface="+mj-ea"/>
                <a:cs typeface="+mj-ea"/>
              </a:rPr>
              <a:t>中国机器人及人工智能大赛</a:t>
            </a:r>
            <a:endParaRPr sz="1800">
              <a:latin typeface="+mj-ea"/>
              <a:ea typeface="+mj-ea"/>
              <a:cs typeface="+mj-ea"/>
            </a:endParaRPr>
          </a:p>
        </p:txBody>
      </p:sp>
      <p:sp>
        <p:nvSpPr>
          <p:cNvPr id="40" name="powerpoint template design by DAJU_PPT正版来源小红书大橘PPT微信DAJU_PPT请勿抄袭搬运！盗版必究！"/>
          <p:cNvSpPr>
            <a:spLocks noGrp="1"/>
          </p:cNvSpPr>
          <p:nvPr/>
        </p:nvSpPr>
        <p:spPr>
          <a:xfrm>
            <a:off x="4904290" y="5949388"/>
            <a:ext cx="2383420" cy="450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buNone/>
            </a:pPr>
            <a:r>
              <a:rPr lang="zh-CN" sz="1800">
                <a:latin typeface="+mj-ea"/>
                <a:ea typeface="+mj-ea"/>
                <a:cs typeface="+mj-ea"/>
              </a:rPr>
              <a:t>腾讯</a:t>
            </a:r>
            <a:r>
              <a:rPr lang="zh-CN" sz="1800">
                <a:latin typeface="+mj-ea"/>
                <a:ea typeface="+mj-ea"/>
                <a:cs typeface="+mj-ea"/>
              </a:rPr>
              <a:t>科技</a:t>
            </a:r>
            <a:endParaRPr lang="zh-CN" sz="1800">
              <a:latin typeface="+mj-ea"/>
              <a:ea typeface="+mj-ea"/>
              <a:cs typeface="+mj-ea"/>
            </a:endParaRPr>
          </a:p>
        </p:txBody>
      </p:sp>
      <p:sp>
        <p:nvSpPr>
          <p:cNvPr id="41" name="powerpoint template design by DAJU_PPT正版来源小红书大橘PPT微信DAJU_PPT请勿抄袭搬运！盗版必究！"/>
          <p:cNvSpPr>
            <a:spLocks noGrp="1"/>
          </p:cNvSpPr>
          <p:nvPr/>
        </p:nvSpPr>
        <p:spPr>
          <a:xfrm>
            <a:off x="8723317" y="5949388"/>
            <a:ext cx="238342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buNone/>
            </a:pPr>
            <a:r>
              <a:rPr sz="1800">
                <a:latin typeface="+mj-ea"/>
                <a:ea typeface="+mj-ea"/>
                <a:cs typeface="+mj-ea"/>
              </a:rPr>
              <a:t>金山全栈</a:t>
            </a:r>
            <a:endParaRPr sz="1800">
              <a:latin typeface="+mj-ea"/>
              <a:ea typeface="+mj-ea"/>
              <a:cs typeface="+mj-ea"/>
            </a:endParaRPr>
          </a:p>
        </p:txBody>
      </p:sp>
      <p:pic>
        <p:nvPicPr>
          <p:cNvPr id="54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5218" y="1119673"/>
            <a:ext cx="3405819" cy="2286834"/>
          </a:xfrm>
          <a:prstGeom prst="rect">
            <a:avLst/>
          </a:prstGeom>
        </p:spPr>
      </p:pic>
      <p:pic>
        <p:nvPicPr>
          <p:cNvPr id="56" name="图片 14" descr="/Users/cfy/Desktop/推免材料/腾讯证书.png腾讯证书"/>
          <p:cNvPicPr>
            <a:picLocks noChangeAspect="1"/>
          </p:cNvPicPr>
          <p:nvPr/>
        </p:nvPicPr>
        <p:blipFill>
          <a:blip r:embed="rId2"/>
          <a:srcRect t="26269" b="26269"/>
          <a:stretch>
            <a:fillRect/>
          </a:stretch>
        </p:blipFill>
        <p:spPr>
          <a:xfrm>
            <a:off x="4548624" y="3934028"/>
            <a:ext cx="2947432" cy="1979051"/>
          </a:xfrm>
          <a:prstGeom prst="rect">
            <a:avLst/>
          </a:prstGeom>
        </p:spPr>
      </p:pic>
      <p:pic>
        <p:nvPicPr>
          <p:cNvPr id="57" name="图片 15" descr="/Users/cfy/Desktop/推免材料/金山证书.png金山证书"/>
          <p:cNvPicPr>
            <a:picLocks noChangeAspect="1"/>
          </p:cNvPicPr>
          <p:nvPr/>
        </p:nvPicPr>
        <p:blipFill>
          <a:blip r:embed="rId3"/>
          <a:srcRect t="5242" b="5242"/>
          <a:stretch>
            <a:fillRect/>
          </a:stretch>
        </p:blipFill>
        <p:spPr>
          <a:xfrm rot="5400000">
            <a:off x="8761095" y="3787140"/>
            <a:ext cx="2124710" cy="22002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215" y="3882390"/>
            <a:ext cx="3152140" cy="20669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" name="powerpoint template design by DAJU_PPT正版来源小红书大橘PPT微信DAJU_PPT请勿抄袭搬运！盗版必究！"/>
          <p:cNvSpPr>
            <a:spLocks noGrp="1"/>
          </p:cNvSpPr>
          <p:nvPr>
            <p:ph type="body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+mn-lt"/>
                <a:ea typeface="+mn-lt"/>
                <a:cs typeface="+mn-lt"/>
              </a:rPr>
              <a:t>科研实习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17" name="powerpoint template design by DAJU_PPT正版来源小红书大橘PPT微信DAJU_PPT请勿抄袭搬运！盗版必究！"/>
          <p:cNvSpPr>
            <a:spLocks noGrp="1"/>
          </p:cNvSpPr>
          <p:nvPr>
            <p:ph type="body" idx="14"/>
          </p:nvPr>
        </p:nvSpPr>
        <p:spPr>
          <a:custGeom>
            <a:avLst/>
            <a:gdLst>
              <a:gd name="connsiteX0" fmla="*/ 0 w 2059940"/>
              <a:gd name="connsiteY0" fmla="*/ 0 h 276999"/>
              <a:gd name="connsiteX1" fmla="*/ 2059940 w 2059940"/>
              <a:gd name="connsiteY1" fmla="*/ 0 h 276999"/>
              <a:gd name="connsiteX2" fmla="*/ 2059940 w 2059940"/>
              <a:gd name="connsiteY2" fmla="*/ 276999 h 276999"/>
              <a:gd name="connsiteX3" fmla="*/ 0 w 2059940"/>
              <a:gd name="connsiteY3" fmla="*/ 276999 h 276999"/>
            </a:gdLst>
            <a:ahLst/>
            <a:cxnLst/>
            <a:rect l="l" t="t" r="r" b="b"/>
            <a:pathLst>
              <a:path w="2059940" h="276999">
                <a:moveTo>
                  <a:pt x="0" y="0"/>
                </a:moveTo>
                <a:lnTo>
                  <a:pt x="2059940" y="0"/>
                </a:lnTo>
                <a:lnTo>
                  <a:pt x="2059940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/>
          <a:lstStyle/>
          <a:p>
            <a:r>
              <a:t>THE RESEARCH INTERNSHIP</a:t>
            </a:r>
          </a:p>
        </p:txBody>
      </p:sp>
      <p:sp>
        <p:nvSpPr>
          <p:cNvPr id="2" name="文本框 1"/>
          <p:cNvSpPr>
            <a:spLocks noGrp="1"/>
          </p:cNvSpPr>
          <p:nvPr/>
        </p:nvSpPr>
        <p:spPr>
          <a:xfrm>
            <a:off x="5376230" y="1650424"/>
            <a:ext cx="15974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Part III</a:t>
            </a:r>
            <a:endParaRPr sz="3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7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4859" y="3510533"/>
            <a:ext cx="4261222" cy="2643096"/>
          </a:xfrm>
          <a:prstGeom prst="rect">
            <a:avLst/>
          </a:prstGeom>
        </p:spPr>
      </p:pic>
      <p:pic>
        <p:nvPicPr>
          <p:cNvPr id="38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6999" y="4396411"/>
            <a:ext cx="3400032" cy="1535375"/>
          </a:xfrm>
          <a:prstGeom prst="rect">
            <a:avLst/>
          </a:prstGeom>
        </p:spPr>
      </p:pic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xfrm>
            <a:off x="504052" y="667169"/>
            <a:ext cx="6012872" cy="40510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sz="1800" b="1"/>
              <a:t>金银湖实验室：开源软件供应链安全平台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31" name="powerpoint template design by DAJU_PPT正版来源小红书大橘PPT微信DAJU_PPT请勿抄袭搬运！盗版必究！-1"/>
          <p:cNvSpPr>
            <a:spLocks noGrp="1"/>
          </p:cNvSpPr>
          <p:nvPr/>
        </p:nvSpPr>
        <p:spPr>
          <a:xfrm flipH="1">
            <a:off x="1379782" y="1380690"/>
            <a:ext cx="970336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2400" b="1">
                <a:solidFill>
                  <a:schemeClr val="accent1"/>
                </a:solidFill>
                <a:latin typeface="+mj-ea"/>
                <a:ea typeface="+mj-ea"/>
                <a:cs typeface="+mj-ea"/>
              </a:rPr>
              <a:t>项目简介</a:t>
            </a:r>
            <a:endParaRPr sz="2400" b="1">
              <a:solidFill>
                <a:schemeClr val="accent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32" name="powerpoint template design by DAJU_PPT正版来源小红书大橘PPT微信DAJU_PPT请勿抄袭搬运！盗版必究！-2"/>
          <p:cNvSpPr>
            <a:spLocks noGrp="1"/>
          </p:cNvSpPr>
          <p:nvPr/>
        </p:nvSpPr>
        <p:spPr>
          <a:xfrm flipH="1">
            <a:off x="1204858" y="1794090"/>
            <a:ext cx="4362149" cy="1426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lnSpc>
                <a:spcPct val="130000"/>
              </a:lnSpc>
              <a:buNone/>
            </a:pPr>
            <a:r>
              <a:rPr sz="1800">
                <a:solidFill>
                  <a:srgbClr val="333333"/>
                </a:solidFill>
              </a:rPr>
              <a:t>面向开源软件供应链安全态势感知，参与构建可信开源态势感知平台；联合华中科技大学网安学院，将金银湖大模型用于威胁可视化与漏洞智能修复。</a:t>
            </a:r>
            <a:endParaRPr>
              <a:latin typeface="+mn-ea"/>
              <a:ea typeface="+mn-ea"/>
              <a:cs typeface="+mn-ea"/>
            </a:endParaRPr>
          </a:p>
        </p:txBody>
      </p:sp>
      <p:sp>
        <p:nvSpPr>
          <p:cNvPr id="29" name="powerpoint template design by DAJU_PPT正版来源小红书大橘PPT微信DAJU_PPT请勿抄袭搬运！盗版必究！-1"/>
          <p:cNvSpPr>
            <a:spLocks noGrp="1"/>
          </p:cNvSpPr>
          <p:nvPr/>
        </p:nvSpPr>
        <p:spPr>
          <a:xfrm flipH="1">
            <a:off x="6297793" y="3037144"/>
            <a:ext cx="1231106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2400" b="1">
                <a:solidFill>
                  <a:srgbClr val="0A73AE"/>
                </a:solidFill>
                <a:latin typeface="+mj-ea"/>
                <a:ea typeface="+mj-ea"/>
                <a:cs typeface="+mj-ea"/>
              </a:rPr>
              <a:t>主要工作</a:t>
            </a:r>
            <a:endParaRPr sz="2400" b="1">
              <a:solidFill>
                <a:srgbClr val="0A73AE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30" name="powerpoint template design by DAJU_PPT正版来源小红书大橘PPT微信DAJU_PPT请勿抄袭搬运！盗版必究！-2"/>
          <p:cNvSpPr>
            <a:spLocks noGrp="1"/>
          </p:cNvSpPr>
          <p:nvPr/>
        </p:nvSpPr>
        <p:spPr>
          <a:xfrm flipH="1">
            <a:off x="6455965" y="3451729"/>
            <a:ext cx="5001573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85750" indent="-285750">
              <a:lnSpc>
                <a:spcPct val="130000"/>
              </a:lnSpc>
              <a:buFont typeface="Arial" panose="020B0604020202090204"/>
              <a:buChar char="•"/>
            </a:pPr>
            <a:r>
              <a:rPr>
                <a:latin typeface="+mn-ea"/>
                <a:ea typeface="+mn-ea"/>
                <a:cs typeface="+mn-ea"/>
              </a:rPr>
              <a:t>ECharts 6 监控中心（15+ 组件）</a:t>
            </a:r>
            <a:endParaRPr>
              <a:latin typeface="+mn-ea"/>
              <a:ea typeface="+mn-ea"/>
              <a:cs typeface="+mn-ea"/>
            </a:endParaRPr>
          </a:p>
          <a:p>
            <a:pPr marL="285750" indent="-285750">
              <a:lnSpc>
                <a:spcPct val="130000"/>
              </a:lnSpc>
              <a:buFont typeface="Arial" panose="020B0604020202090204"/>
              <a:buChar char="•"/>
            </a:pPr>
            <a:r>
              <a:rPr>
                <a:latin typeface="+mn-ea"/>
                <a:ea typeface="+mn-ea"/>
                <a:cs typeface="+mn-ea"/>
              </a:rPr>
              <a:t>GeoJSON 容错 + 接口兜底</a:t>
            </a:r>
            <a:endParaRPr>
              <a:latin typeface="+mn-ea"/>
              <a:ea typeface="+mn-ea"/>
              <a:cs typeface="+mn-ea"/>
            </a:endParaRPr>
          </a:p>
        </p:txBody>
      </p:sp>
      <p:pic>
        <p:nvPicPr>
          <p:cNvPr id="44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8306" y="4133292"/>
            <a:ext cx="2798890" cy="2234838"/>
          </a:xfrm>
          <a:prstGeom prst="rect">
            <a:avLst/>
          </a:prstGeom>
        </p:spPr>
      </p:pic>
      <p:sp>
        <p:nvSpPr>
          <p:cNvPr id="33" name="文本框 32"/>
          <p:cNvSpPr>
            <a:spLocks noGrp="1"/>
          </p:cNvSpPr>
          <p:nvPr/>
        </p:nvSpPr>
        <p:spPr>
          <a:xfrm>
            <a:off x="6291161" y="1726880"/>
            <a:ext cx="436215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90204"/>
              <a:buChar char="•"/>
            </a:pPr>
            <a:r>
              <a:rPr b="1">
                <a:solidFill>
                  <a:srgbClr val="333333"/>
                </a:solidFill>
                <a:latin typeface="+mn-ea"/>
                <a:ea typeface="+mn-ea"/>
                <a:cs typeface="+mn-ea"/>
              </a:rPr>
              <a:t>TcodeAI 辅助修复模块</a:t>
            </a:r>
            <a:endParaRPr kern="100">
              <a:solidFill>
                <a:srgbClr val="333333"/>
              </a:solidFill>
              <a:latin typeface="+mn-ea"/>
              <a:ea typeface="+mn-ea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90204"/>
              <a:buChar char="•"/>
            </a:pPr>
            <a:r>
              <a:rPr>
                <a:latin typeface="+mn-ea"/>
                <a:ea typeface="+mn-ea"/>
                <a:cs typeface="+mn-ea"/>
              </a:rPr>
              <a:t>可折叠面板复用 3+ 页面</a:t>
            </a:r>
            <a:endParaRPr>
              <a:latin typeface="+mn-ea"/>
              <a:ea typeface="+mn-ea"/>
              <a:cs typeface="+mn-ea"/>
            </a:endParaRPr>
          </a:p>
        </p:txBody>
      </p:sp>
      <p:sp>
        <p:nvSpPr>
          <p:cNvPr id="7" name="Freeform 5"/>
          <p:cNvSpPr>
            <a:spLocks noGrp="1"/>
          </p:cNvSpPr>
          <p:nvPr/>
        </p:nvSpPr>
        <p:spPr>
          <a:xfrm rot="16200000">
            <a:off x="5717816" y="1411696"/>
            <a:ext cx="400980" cy="355386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/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accent1">
              <a:lumMod val="100000"/>
            </a:schemeClr>
          </a:solidFill>
          <a:ln w="25400">
            <a:noFill/>
          </a:ln>
          <a:effectLst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vert="horz" wrap="square" lIns="91440" tIns="45720" rIns="91440" bIns="45720" anchor="t"/>
          <a:lstStyle/>
          <a:p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Freeform 5"/>
          <p:cNvSpPr>
            <a:spLocks noGrp="1"/>
          </p:cNvSpPr>
          <p:nvPr/>
        </p:nvSpPr>
        <p:spPr>
          <a:xfrm rot="16200000">
            <a:off x="5755819" y="1445377"/>
            <a:ext cx="324974" cy="288022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/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>
            <a:gsLst>
              <a:gs pos="54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9600000" scaled="0"/>
          </a:gradFill>
          <a:ln w="25400">
            <a:noFill/>
          </a:ln>
          <a:effectLst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vert="horz" wrap="square" lIns="91440" tIns="45720" rIns="91440" bIns="45720" anchor="t"/>
          <a:lstStyle/>
          <a:p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Freeform 5"/>
          <p:cNvSpPr>
            <a:spLocks noGrp="1"/>
          </p:cNvSpPr>
          <p:nvPr/>
        </p:nvSpPr>
        <p:spPr>
          <a:xfrm rot="16200000">
            <a:off x="5684134" y="3066260"/>
            <a:ext cx="400980" cy="355386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/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accent1">
              <a:lumMod val="100000"/>
            </a:schemeClr>
          </a:solidFill>
          <a:ln w="25400">
            <a:noFill/>
          </a:ln>
          <a:effectLst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vert="horz" wrap="square" lIns="91440" tIns="45720" rIns="91440" bIns="45720" anchor="t"/>
          <a:lstStyle/>
          <a:p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Freeform 5"/>
          <p:cNvSpPr>
            <a:spLocks noGrp="1"/>
          </p:cNvSpPr>
          <p:nvPr/>
        </p:nvSpPr>
        <p:spPr>
          <a:xfrm rot="16200000">
            <a:off x="5722137" y="3099941"/>
            <a:ext cx="324974" cy="288022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/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>
            <a:gsLst>
              <a:gs pos="54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9600000" scaled="0"/>
          </a:gradFill>
          <a:ln w="25400">
            <a:noFill/>
          </a:ln>
          <a:effectLst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vert="horz" wrap="square" lIns="91440" tIns="45720" rIns="91440" bIns="45720" anchor="t"/>
          <a:lstStyle/>
          <a:p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Freeform 5"/>
          <p:cNvSpPr>
            <a:spLocks noGrp="1"/>
          </p:cNvSpPr>
          <p:nvPr/>
        </p:nvSpPr>
        <p:spPr>
          <a:xfrm rot="16200000">
            <a:off x="799805" y="1414563"/>
            <a:ext cx="400980" cy="355386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/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accent1">
              <a:lumMod val="100000"/>
            </a:schemeClr>
          </a:solidFill>
          <a:ln w="25400">
            <a:noFill/>
          </a:ln>
          <a:effectLst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vert="horz" wrap="square" lIns="91440" tIns="45720" rIns="91440" bIns="45720" anchor="t"/>
          <a:lstStyle/>
          <a:p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Freeform 5"/>
          <p:cNvSpPr>
            <a:spLocks noGrp="1"/>
          </p:cNvSpPr>
          <p:nvPr/>
        </p:nvSpPr>
        <p:spPr>
          <a:xfrm rot="16200000">
            <a:off x="837808" y="1448244"/>
            <a:ext cx="324974" cy="288022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/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>
            <a:gsLst>
              <a:gs pos="54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9600000" scaled="0"/>
          </a:gradFill>
          <a:ln w="25400">
            <a:noFill/>
          </a:ln>
          <a:effectLst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vert="horz" wrap="square" lIns="91440" tIns="45720" rIns="91440" bIns="45720" anchor="t"/>
          <a:lstStyle/>
          <a:p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powerpoint template design by DAJU_PPT正版来源小红书大橘PPT微信DAJU_PPT请勿抄袭搬运！盗版必究！-1"/>
          <p:cNvSpPr>
            <a:spLocks noGrp="1"/>
          </p:cNvSpPr>
          <p:nvPr/>
        </p:nvSpPr>
        <p:spPr>
          <a:xfrm flipH="1">
            <a:off x="6297792" y="1405500"/>
            <a:ext cx="1231106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2400" b="1">
                <a:solidFill>
                  <a:schemeClr val="accent1"/>
                </a:solidFill>
                <a:latin typeface="+mj-ea"/>
                <a:ea typeface="+mj-ea"/>
                <a:cs typeface="+mj-ea"/>
              </a:rPr>
              <a:t>个人产出</a:t>
            </a:r>
            <a:endParaRPr sz="2400" b="1">
              <a:solidFill>
                <a:schemeClr val="accent1"/>
              </a:solidFill>
              <a:latin typeface="+mj-ea"/>
              <a:ea typeface="+mj-ea"/>
              <a:cs typeface="+mj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xfrm>
            <a:off x="501893" y="670502"/>
            <a:ext cx="6012872" cy="40510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sz="1800" b="1"/>
              <a:t>热轧带钢缺陷检测：CBAM-YOLOv8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70" name="powerpoint template design by DAJU_PPT正版来源小红书大橘PPT微信DAJU_PPT请勿抄袭搬运！盗版必究！"/>
          <p:cNvSpPr>
            <a:spLocks noGrp="1"/>
          </p:cNvSpPr>
          <p:nvPr/>
        </p:nvSpPr>
        <p:spPr>
          <a:xfrm>
            <a:off x="6492747" y="153155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defTabSz="685800">
              <a:buNone/>
            </a:pPr>
            <a:r>
              <a:rPr b="1"/>
              <a:t>解决方案</a:t>
            </a:r>
            <a:endParaRPr b="1" kern="0"/>
          </a:p>
        </p:txBody>
      </p:sp>
      <p:sp>
        <p:nvSpPr>
          <p:cNvPr id="71" name="powerpoint template design by DAJU_PPT正版来源小红书大橘PPT微信DAJU_PPT请勿抄袭搬运！盗版必究！"/>
          <p:cNvSpPr>
            <a:spLocks noGrp="1"/>
          </p:cNvSpPr>
          <p:nvPr/>
        </p:nvSpPr>
        <p:spPr>
          <a:xfrm>
            <a:off x="6503763" y="1879747"/>
            <a:ext cx="4750666" cy="11612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defTabSz="685800">
              <a:lnSpc>
                <a:spcPct val="130000"/>
              </a:lnSpc>
              <a:buNone/>
            </a:pPr>
            <a:r>
              <a:t>在 YOLOv8 Neck 端嵌入 CBAM 通道—空间双重注意力，针对弱纹理裂纹进行误差归因与消融验证。</a:t>
            </a:r>
            <a:endParaRPr kern="0"/>
          </a:p>
        </p:txBody>
      </p:sp>
      <p:sp>
        <p:nvSpPr>
          <p:cNvPr id="18" name="powerpoint template design by DAJU_PPT正版来源小红书大橘PPT微信DAJU_PPT请勿抄袭搬运！盗版必究！"/>
          <p:cNvSpPr>
            <a:spLocks noGrp="1"/>
          </p:cNvSpPr>
          <p:nvPr/>
        </p:nvSpPr>
        <p:spPr>
          <a:xfrm>
            <a:off x="678284" y="1482810"/>
            <a:ext cx="4669214" cy="14432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4" name="powerpoint template design by DAJU_PPT正版来源小红书大橘PPT微信DAJU_PPT请勿抄袭搬运！盗版必究！"/>
          <p:cNvSpPr>
            <a:spLocks noGrp="1"/>
          </p:cNvSpPr>
          <p:nvPr/>
        </p:nvSpPr>
        <p:spPr>
          <a:xfrm>
            <a:off x="745074" y="1552592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defTabSz="685800">
              <a:buNone/>
            </a:pPr>
            <a:r>
              <a:rPr b="1">
                <a:solidFill>
                  <a:schemeClr val="bg1"/>
                </a:solidFill>
              </a:rPr>
              <a:t>研究简介</a:t>
            </a:r>
            <a:endParaRPr b="1" kern="0">
              <a:solidFill>
                <a:schemeClr val="bg1"/>
              </a:solidFill>
            </a:endParaRPr>
          </a:p>
        </p:txBody>
      </p:sp>
      <p:sp>
        <p:nvSpPr>
          <p:cNvPr id="25" name="powerpoint template design by DAJU_PPT正版来源小红书大橘PPT微信DAJU_PPT请勿抄袭搬运！盗版必究！"/>
          <p:cNvSpPr>
            <a:spLocks noGrp="1"/>
          </p:cNvSpPr>
          <p:nvPr/>
        </p:nvSpPr>
        <p:spPr>
          <a:xfrm>
            <a:off x="745072" y="1913620"/>
            <a:ext cx="4535635" cy="92354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defTabSz="685800">
              <a:lnSpc>
                <a:spcPct val="130000"/>
              </a:lnSpc>
              <a:buNone/>
            </a:pPr>
            <a:r>
              <a:rPr sz="1400">
                <a:solidFill>
                  <a:schemeClr val="bg1"/>
                </a:solidFill>
              </a:rPr>
              <a:t>面向热轧产线在线质检，基于 NEU-DET（1800 张图像、6 类缺陷）验证模型改进，重点解决弱纹理缺陷漏检。</a:t>
            </a:r>
            <a:endParaRPr sz="1400" kern="0">
              <a:solidFill>
                <a:schemeClr val="bg1"/>
              </a:solidFill>
            </a:endParaRPr>
          </a:p>
        </p:txBody>
      </p:sp>
      <p:pic>
        <p:nvPicPr>
          <p:cNvPr id="81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4465" y="4481830"/>
            <a:ext cx="3519170" cy="1979930"/>
          </a:xfrm>
          <a:prstGeom prst="rect">
            <a:avLst/>
          </a:prstGeom>
          <a:ln>
            <a:noFill/>
          </a:ln>
        </p:spPr>
      </p:pic>
      <p:pic>
        <p:nvPicPr>
          <p:cNvPr id="82" name="图片 2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5400000">
            <a:off x="946150" y="3456305"/>
            <a:ext cx="3369945" cy="2538730"/>
          </a:xfrm>
          <a:prstGeom prst="rect">
            <a:avLst/>
          </a:prstGeom>
          <a:ln>
            <a:noFill/>
          </a:ln>
        </p:spPr>
      </p:pic>
      <p:sp>
        <p:nvSpPr>
          <p:cNvPr id="3" name="Freeform 5"/>
          <p:cNvSpPr>
            <a:spLocks noGrp="1"/>
          </p:cNvSpPr>
          <p:nvPr/>
        </p:nvSpPr>
        <p:spPr>
          <a:xfrm rot="16200000">
            <a:off x="5895509" y="1564378"/>
            <a:ext cx="400980" cy="355386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/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accent1">
              <a:lumMod val="100000"/>
            </a:schemeClr>
          </a:solidFill>
          <a:ln w="25400">
            <a:noFill/>
          </a:ln>
          <a:effectLst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vert="horz" wrap="square" lIns="91440" tIns="45720" rIns="91440" bIns="45720" anchor="t"/>
          <a:lstStyle/>
          <a:p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Freeform 5"/>
          <p:cNvSpPr>
            <a:spLocks noGrp="1"/>
          </p:cNvSpPr>
          <p:nvPr/>
        </p:nvSpPr>
        <p:spPr>
          <a:xfrm rot="16200000">
            <a:off x="5933512" y="1598059"/>
            <a:ext cx="324974" cy="288022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/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>
            <a:gsLst>
              <a:gs pos="54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9600000" scaled="0"/>
          </a:gradFill>
          <a:ln w="25400">
            <a:noFill/>
          </a:ln>
          <a:effectLst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vert="horz" wrap="square" lIns="91440" tIns="45720" rIns="91440" bIns="45720" anchor="t"/>
          <a:lstStyle/>
          <a:p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Freeform 5"/>
          <p:cNvSpPr>
            <a:spLocks noGrp="1"/>
          </p:cNvSpPr>
          <p:nvPr/>
        </p:nvSpPr>
        <p:spPr>
          <a:xfrm rot="16200000">
            <a:off x="5967898" y="3168975"/>
            <a:ext cx="400980" cy="355386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/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accent1">
              <a:lumMod val="100000"/>
            </a:schemeClr>
          </a:solidFill>
          <a:ln w="25400">
            <a:noFill/>
          </a:ln>
          <a:effectLst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vert="horz" wrap="square" lIns="91440" tIns="45720" rIns="91440" bIns="45720" anchor="t"/>
          <a:lstStyle/>
          <a:p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6019469" y="3169285"/>
            <a:ext cx="4501218" cy="1216660"/>
            <a:chOff x="9357" y="7924"/>
            <a:chExt cx="6473" cy="1916"/>
          </a:xfrm>
        </p:grpSpPr>
        <p:grpSp>
          <p:nvGrpSpPr>
            <p:cNvPr id="2" name="组合 1"/>
            <p:cNvGrpSpPr/>
            <p:nvPr/>
          </p:nvGrpSpPr>
          <p:grpSpPr>
            <a:xfrm>
              <a:off x="9357" y="7924"/>
              <a:ext cx="6473" cy="1916"/>
              <a:chOff x="9357" y="7924"/>
              <a:chExt cx="6473" cy="1916"/>
            </a:xfrm>
          </p:grpSpPr>
          <p:sp>
            <p:nvSpPr>
              <p:cNvPr id="28" name="文本框 27"/>
              <p:cNvSpPr>
                <a:spLocks noGrp="1"/>
              </p:cNvSpPr>
              <p:nvPr/>
            </p:nvSpPr>
            <p:spPr>
              <a:xfrm>
                <a:off x="10226" y="8127"/>
                <a:ext cx="5604" cy="17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defTabSz="685800">
                  <a:buNone/>
                </a:pPr>
                <a:endParaRPr b="1" kern="0"/>
              </a:p>
              <a:p>
                <a:pPr defTabSz="685800">
                  <a:lnSpc>
                    <a:spcPct val="130000"/>
                  </a:lnSpc>
                  <a:buNone/>
                </a:pPr>
                <a:r>
                  <a:t>误差归因 + CBAM 改进 + 消融实验</a:t>
                </a:r>
                <a:endParaRPr kern="0"/>
              </a:p>
              <a:p>
                <a:pPr defTabSz="685800">
                  <a:lnSpc>
                    <a:spcPct val="130000"/>
                  </a:lnSpc>
                  <a:buNone/>
                </a:pPr>
                <a:r>
                  <a:t>校级银奖；技术被洪飞智巡采用</a:t>
                </a:r>
                <a:endParaRPr kern="0"/>
              </a:p>
            </p:txBody>
          </p:sp>
          <p:sp>
            <p:nvSpPr>
              <p:cNvPr id="9" name="Freeform 5"/>
              <p:cNvSpPr>
                <a:spLocks noGrp="1"/>
              </p:cNvSpPr>
              <p:nvPr/>
            </p:nvSpPr>
            <p:spPr>
              <a:xfrm rot="16200000">
                <a:off x="9328" y="7953"/>
                <a:ext cx="512" cy="454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/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>
                <a:gsLst>
                  <a:gs pos="54000">
                    <a:schemeClr val="bg1"/>
                  </a:gs>
                  <a:gs pos="100000">
                    <a:schemeClr val="bg1">
                      <a:lumMod val="95000"/>
                    </a:schemeClr>
                  </a:gs>
                </a:gsLst>
                <a:lin ang="9600000" scaled="0"/>
              </a:gradFill>
              <a:ln w="25400">
                <a:noFill/>
              </a:ln>
              <a:effectLst>
                <a:outerShdw blurRad="355600" dist="88900" dir="2700000" algn="tl" rotWithShape="0">
                  <a:prstClr val="black">
                    <a:alpha val="28000"/>
                  </a:prstClr>
                </a:outerShdw>
              </a:effectLst>
            </p:spPr>
            <p:txBody>
              <a:bodyPr vert="horz" wrap="square" lIns="91440" tIns="45720" rIns="91440" bIns="45720" anchor="t"/>
              <a:lstStyle/>
              <a:p>
                <a:endParaRPr sz="480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sp>
          <p:nvSpPr>
            <p:cNvPr id="10" name="powerpoint template design by DAJU_PPT正版来源小红书大橘PPT微信DAJU_PPT请勿抄袭搬运！盗版必究！"/>
            <p:cNvSpPr>
              <a:spLocks noGrp="1"/>
            </p:cNvSpPr>
            <p:nvPr/>
          </p:nvSpPr>
          <p:spPr>
            <a:xfrm>
              <a:off x="10259" y="7939"/>
              <a:ext cx="2573" cy="58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0" algn="l" defTabSz="914400">
                <a:buNone/>
                <a:defRPr sz="1800" kern="1200">
                  <a:solidFill>
                    <a:schemeClr val="tx1"/>
                  </a:solidFill>
                  <a:latin typeface="+mn-lt"/>
                  <a:ea typeface="+mn-lt"/>
                  <a:cs typeface="+mn-lt"/>
                </a:defRPr>
              </a:lvl1pPr>
              <a:lvl2pPr marL="457200" algn="l" defTabSz="914400">
                <a:buNone/>
                <a:defRPr sz="1800" kern="1200">
                  <a:solidFill>
                    <a:schemeClr val="tx1"/>
                  </a:solidFill>
                  <a:latin typeface="+mn-lt"/>
                  <a:ea typeface="+mn-lt"/>
                  <a:cs typeface="+mn-lt"/>
                </a:defRPr>
              </a:lvl2pPr>
              <a:lvl3pPr marL="914400" algn="l" defTabSz="914400">
                <a:buNone/>
                <a:defRPr sz="1800" kern="1200">
                  <a:solidFill>
                    <a:schemeClr val="tx1"/>
                  </a:solidFill>
                  <a:latin typeface="+mn-lt"/>
                  <a:ea typeface="+mn-lt"/>
                  <a:cs typeface="+mn-lt"/>
                </a:defRPr>
              </a:lvl3pPr>
              <a:lvl4pPr marL="1371600" algn="l" defTabSz="914400">
                <a:buNone/>
                <a:defRPr sz="1800" kern="1200">
                  <a:solidFill>
                    <a:schemeClr val="tx1"/>
                  </a:solidFill>
                  <a:latin typeface="+mn-lt"/>
                  <a:ea typeface="+mn-lt"/>
                  <a:cs typeface="+mn-lt"/>
                </a:defRPr>
              </a:lvl4pPr>
              <a:lvl5pPr marL="1828800" algn="l" defTabSz="914400">
                <a:buNone/>
                <a:defRPr sz="1800" kern="1200">
                  <a:solidFill>
                    <a:schemeClr val="tx1"/>
                  </a:solidFill>
                  <a:latin typeface="+mn-lt"/>
                  <a:ea typeface="+mn-lt"/>
                  <a:cs typeface="+mn-lt"/>
                </a:defRPr>
              </a:lvl5pPr>
              <a:lvl6pPr marL="2286000" algn="l" defTabSz="914400">
                <a:buNone/>
                <a:defRPr sz="1800" kern="1200">
                  <a:solidFill>
                    <a:schemeClr val="tx1"/>
                  </a:solidFill>
                  <a:latin typeface="+mn-lt"/>
                  <a:ea typeface="+mn-lt"/>
                  <a:cs typeface="+mn-lt"/>
                </a:defRPr>
              </a:lvl6pPr>
              <a:lvl7pPr marL="2743200" algn="l" defTabSz="914400">
                <a:buNone/>
                <a:defRPr sz="1800" kern="1200">
                  <a:solidFill>
                    <a:schemeClr val="tx1"/>
                  </a:solidFill>
                  <a:latin typeface="+mn-lt"/>
                  <a:ea typeface="+mn-lt"/>
                  <a:cs typeface="+mn-lt"/>
                </a:defRPr>
              </a:lvl7pPr>
              <a:lvl8pPr marL="3200400" algn="l" defTabSz="914400">
                <a:buNone/>
                <a:defRPr sz="1800" kern="1200">
                  <a:solidFill>
                    <a:schemeClr val="tx1"/>
                  </a:solidFill>
                  <a:latin typeface="+mn-lt"/>
                  <a:ea typeface="+mn-lt"/>
                  <a:cs typeface="+mn-lt"/>
                </a:defRPr>
              </a:lvl8pPr>
              <a:lvl9pPr marL="3657600" algn="l" defTabSz="914400">
                <a:buNone/>
                <a:defRPr sz="1800" kern="1200">
                  <a:solidFill>
                    <a:schemeClr val="tx1"/>
                  </a:solidFill>
                  <a:latin typeface="+mn-lt"/>
                  <a:ea typeface="+mn-lt"/>
                  <a:cs typeface="+mn-lt"/>
                </a:defRPr>
              </a:lvl9pPr>
            </a:lstStyle>
            <a:p>
              <a:pPr lvl="0" defTabSz="685800">
                <a:buNone/>
              </a:pPr>
              <a:r>
                <a:rPr b="1"/>
                <a:t>主要贡献 / 成果</a:t>
              </a:r>
              <a:endParaRPr b="1" kern="0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" name="powerpoint template design by DAJU_PPT正版来源小红书大橘PPT微信DAJU_PPT请勿抄袭搬运！盗版必究！"/>
          <p:cNvSpPr>
            <a:spLocks noGrp="1"/>
          </p:cNvSpPr>
          <p:nvPr>
            <p:ph type="body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+mn-lt"/>
                <a:ea typeface="+mn-lt"/>
                <a:cs typeface="+mn-lt"/>
              </a:rPr>
              <a:t>校园经历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17" name="powerpoint template design by DAJU_PPT正版来源小红书大橘PPT微信DAJU_PPT请勿抄袭搬运！盗版必究！"/>
          <p:cNvSpPr>
            <a:spLocks noGrp="1"/>
          </p:cNvSpPr>
          <p:nvPr>
            <p:ph type="body" idx="14"/>
          </p:nvPr>
        </p:nvSpPr>
        <p:spPr>
          <a:custGeom>
            <a:avLst/>
            <a:gdLst>
              <a:gd name="connsiteX0" fmla="*/ 0 w 2059940"/>
              <a:gd name="connsiteY0" fmla="*/ 0 h 276999"/>
              <a:gd name="connsiteX1" fmla="*/ 2059940 w 2059940"/>
              <a:gd name="connsiteY1" fmla="*/ 0 h 276999"/>
              <a:gd name="connsiteX2" fmla="*/ 2059940 w 2059940"/>
              <a:gd name="connsiteY2" fmla="*/ 276999 h 276999"/>
              <a:gd name="connsiteX3" fmla="*/ 0 w 2059940"/>
              <a:gd name="connsiteY3" fmla="*/ 276999 h 276999"/>
            </a:gdLst>
            <a:ahLst/>
            <a:cxnLst/>
            <a:rect l="l" t="t" r="r" b="b"/>
            <a:pathLst>
              <a:path w="2059940" h="276999">
                <a:moveTo>
                  <a:pt x="0" y="0"/>
                </a:moveTo>
                <a:lnTo>
                  <a:pt x="2059940" y="0"/>
                </a:lnTo>
                <a:lnTo>
                  <a:pt x="2059940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/>
          <a:lstStyle/>
          <a:p>
            <a:r>
              <a:t>THE CAMPUS EXPERIENCE</a:t>
            </a:r>
          </a:p>
        </p:txBody>
      </p:sp>
      <p:sp>
        <p:nvSpPr>
          <p:cNvPr id="2" name="文本框 1"/>
          <p:cNvSpPr>
            <a:spLocks noGrp="1"/>
          </p:cNvSpPr>
          <p:nvPr/>
        </p:nvSpPr>
        <p:spPr>
          <a:xfrm>
            <a:off x="5343179" y="1650424"/>
            <a:ext cx="15974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Part IV</a:t>
            </a:r>
            <a:endParaRPr sz="3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xfrm>
            <a:off x="-207378" y="630153"/>
            <a:ext cx="6012872" cy="40510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>
                <a:latin typeface="+mn-lt"/>
                <a:ea typeface="+mn-lt"/>
                <a:cs typeface="+mn-lt"/>
              </a:rPr>
              <a:t>校园任职与荣誉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25" name="powerpoint template design by DAJU_PPT正版来源小红书大橘PPT微信DAJU_PPT请勿抄袭搬运！盗版必究！-1"/>
          <p:cNvSpPr>
            <a:spLocks noGrp="1"/>
          </p:cNvSpPr>
          <p:nvPr/>
        </p:nvSpPr>
        <p:spPr>
          <a:xfrm>
            <a:off x="6797040" y="1775509"/>
            <a:ext cx="4785360" cy="25968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342900" indent="-34290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1B3868"/>
              </a:buClr>
              <a:buFont typeface="+mj-lt"/>
              <a:buAutoNum type="arabicPeriod"/>
            </a:pPr>
            <a:r>
              <a:rPr>
                <a:latin typeface="+mn-ea"/>
                <a:ea typeface="+mn-ea"/>
                <a:cs typeface="+mn-ea"/>
              </a:rPr>
              <a:t>团支部书记：组织主题活动与学风建设，获评优秀共青团员、优秀学生干部。</a:t>
            </a:r>
            <a:endParaRPr>
              <a:latin typeface="+mn-ea"/>
              <a:ea typeface="+mn-ea"/>
              <a:cs typeface="+mn-ea"/>
            </a:endParaRPr>
          </a:p>
          <a:p>
            <a:pPr marL="342900" indent="-34290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1B3868"/>
              </a:buClr>
              <a:buFont typeface="+mj-lt"/>
              <a:buAutoNum type="arabicPeriod"/>
            </a:pPr>
            <a:r>
              <a:rPr>
                <a:latin typeface="+mn-ea"/>
                <a:ea typeface="+mn-ea"/>
                <a:cs typeface="+mn-ea"/>
              </a:rPr>
              <a:t>AI 协会副会长：参与 AI 分享与社团运营。</a:t>
            </a:r>
            <a:endParaRPr>
              <a:latin typeface="+mn-ea"/>
              <a:ea typeface="+mn-ea"/>
              <a:cs typeface="+mn-ea"/>
            </a:endParaRPr>
          </a:p>
          <a:p>
            <a:pPr marL="342900" indent="-34290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1B3868"/>
              </a:buClr>
              <a:buFont typeface="+mj-lt"/>
              <a:buAutoNum type="arabicPeriod"/>
            </a:pPr>
            <a:r>
              <a:rPr>
                <a:latin typeface="+mn-ea"/>
                <a:ea typeface="+mn-ea"/>
                <a:cs typeface="+mn-ea"/>
              </a:rPr>
              <a:t>机器人协会核心成员：参与项目实践。</a:t>
            </a:r>
            <a:endParaRPr>
              <a:latin typeface="+mn-ea"/>
              <a:ea typeface="+mn-ea"/>
              <a:cs typeface="+mn-ea"/>
            </a:endParaRPr>
          </a:p>
          <a:p>
            <a:pPr marL="342900" indent="-34290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1B3868"/>
              </a:buClr>
              <a:buFont typeface="+mj-lt"/>
              <a:buAutoNum type="arabicPeriod"/>
            </a:pPr>
            <a:r>
              <a:rPr>
                <a:latin typeface="+mn-ea"/>
                <a:ea typeface="+mn-ea"/>
                <a:cs typeface="+mn-ea"/>
              </a:rPr>
              <a:t>荣誉：二等奖学金、优秀学生、先进个人。</a:t>
            </a:r>
            <a:endParaRPr>
              <a:latin typeface="+mn-ea"/>
              <a:ea typeface="+mn-ea"/>
              <a:cs typeface="+mn-ea"/>
            </a:endParaRPr>
          </a:p>
        </p:txBody>
      </p:sp>
      <p:sp>
        <p:nvSpPr>
          <p:cNvPr id="26" name="powerpoint template design by DAJU_PPT正版来源小红书大橘PPT微信DAJU_PPT请勿抄袭搬运！盗版必究！-2"/>
          <p:cNvSpPr>
            <a:spLocks noGrp="1"/>
          </p:cNvSpPr>
          <p:nvPr/>
        </p:nvSpPr>
        <p:spPr>
          <a:xfrm>
            <a:off x="6797040" y="1585078"/>
            <a:ext cx="313944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 sz="2400" b="1" spc="100">
              <a:latin typeface="+mj-ea"/>
              <a:ea typeface="+mj-ea"/>
              <a:cs typeface="+mj-ea"/>
            </a:endParaRPr>
          </a:p>
        </p:txBody>
      </p:sp>
      <p:sp>
        <p:nvSpPr>
          <p:cNvPr id="37" name="powerpoint template design by DAJU_PPT正版来源小红书大橘PPT微信DAJU_PPT请勿抄袭搬运！盗版必究！"/>
          <p:cNvSpPr>
            <a:spLocks noGrp="1"/>
          </p:cNvSpPr>
          <p:nvPr/>
        </p:nvSpPr>
        <p:spPr>
          <a:xfrm>
            <a:off x="6903498" y="5649574"/>
            <a:ext cx="315404" cy="293704"/>
          </a:xfrm>
          <a:custGeom>
            <a:avLst/>
            <a:gdLst>
              <a:gd name="T0" fmla="*/ 8052 w 11204"/>
              <a:gd name="T1" fmla="*/ 701 h 10433"/>
              <a:gd name="T2" fmla="*/ 7702 w 11204"/>
              <a:gd name="T3" fmla="*/ 6 h 10433"/>
              <a:gd name="T4" fmla="*/ 7352 w 11204"/>
              <a:gd name="T5" fmla="*/ 701 h 10433"/>
              <a:gd name="T6" fmla="*/ 3854 w 11204"/>
              <a:gd name="T7" fmla="*/ 353 h 10433"/>
              <a:gd name="T8" fmla="*/ 3504 w 11204"/>
              <a:gd name="T9" fmla="*/ 6 h 10433"/>
              <a:gd name="T10" fmla="*/ 3154 w 11204"/>
              <a:gd name="T11" fmla="*/ 353 h 10433"/>
              <a:gd name="T12" fmla="*/ 1755 w 11204"/>
              <a:gd name="T13" fmla="*/ 701 h 10433"/>
              <a:gd name="T14" fmla="*/ 5 w 11204"/>
              <a:gd name="T15" fmla="*/ 2438 h 10433"/>
              <a:gd name="T16" fmla="*/ 513 w 11204"/>
              <a:gd name="T17" fmla="*/ 9925 h 10433"/>
              <a:gd name="T18" fmla="*/ 9450 w 11204"/>
              <a:gd name="T19" fmla="*/ 10428 h 10433"/>
              <a:gd name="T20" fmla="*/ 11200 w 11204"/>
              <a:gd name="T21" fmla="*/ 8691 h 10433"/>
              <a:gd name="T22" fmla="*/ 10693 w 11204"/>
              <a:gd name="T23" fmla="*/ 1205 h 10433"/>
              <a:gd name="T24" fmla="*/ 707 w 11204"/>
              <a:gd name="T25" fmla="*/ 2438 h 10433"/>
              <a:gd name="T26" fmla="*/ 3155 w 11204"/>
              <a:gd name="T27" fmla="*/ 1396 h 10433"/>
              <a:gd name="T28" fmla="*/ 3252 w 11204"/>
              <a:gd name="T29" fmla="*/ 1996 h 10433"/>
              <a:gd name="T30" fmla="*/ 3759 w 11204"/>
              <a:gd name="T31" fmla="*/ 1996 h 10433"/>
              <a:gd name="T32" fmla="*/ 3855 w 11204"/>
              <a:gd name="T33" fmla="*/ 1396 h 10433"/>
              <a:gd name="T34" fmla="*/ 7353 w 11204"/>
              <a:gd name="T35" fmla="*/ 1743 h 10433"/>
              <a:gd name="T36" fmla="*/ 7950 w 11204"/>
              <a:gd name="T37" fmla="*/ 1990 h 10433"/>
              <a:gd name="T38" fmla="*/ 8053 w 11204"/>
              <a:gd name="T39" fmla="*/ 1396 h 10433"/>
              <a:gd name="T40" fmla="*/ 10500 w 11204"/>
              <a:gd name="T41" fmla="*/ 2438 h 10433"/>
              <a:gd name="T42" fmla="*/ 707 w 11204"/>
              <a:gd name="T43" fmla="*/ 3480 h 10433"/>
              <a:gd name="T44" fmla="*/ 10499 w 11204"/>
              <a:gd name="T45" fmla="*/ 8691 h 10433"/>
              <a:gd name="T46" fmla="*/ 1757 w 11204"/>
              <a:gd name="T47" fmla="*/ 9733 h 10433"/>
              <a:gd name="T48" fmla="*/ 707 w 11204"/>
              <a:gd name="T49" fmla="*/ 4175 h 10433"/>
              <a:gd name="T50" fmla="*/ 10499 w 11204"/>
              <a:gd name="T51" fmla="*/ 8691 h 10433"/>
              <a:gd name="T52" fmla="*/ 2504 w 11204"/>
              <a:gd name="T53" fmla="*/ 8691 h 10433"/>
              <a:gd name="T54" fmla="*/ 3202 w 11204"/>
              <a:gd name="T55" fmla="*/ 7996 h 10433"/>
              <a:gd name="T56" fmla="*/ 2502 w 11204"/>
              <a:gd name="T57" fmla="*/ 7301 h 10433"/>
              <a:gd name="T58" fmla="*/ 1802 w 11204"/>
              <a:gd name="T59" fmla="*/ 7996 h 10433"/>
              <a:gd name="T60" fmla="*/ 2504 w 11204"/>
              <a:gd name="T61" fmla="*/ 8691 h 10433"/>
              <a:gd name="T62" fmla="*/ 2991 w 11204"/>
              <a:gd name="T63" fmla="*/ 6398 h 10433"/>
              <a:gd name="T64" fmla="*/ 2991 w 11204"/>
              <a:gd name="T65" fmla="*/ 5426 h 10433"/>
              <a:gd name="T66" fmla="*/ 2012 w 11204"/>
              <a:gd name="T67" fmla="*/ 5426 h 10433"/>
              <a:gd name="T68" fmla="*/ 2012 w 11204"/>
              <a:gd name="T69" fmla="*/ 6398 h 10433"/>
              <a:gd name="T70" fmla="*/ 5646 w 11204"/>
              <a:gd name="T71" fmla="*/ 8691 h 10433"/>
              <a:gd name="T72" fmla="*/ 6136 w 11204"/>
              <a:gd name="T73" fmla="*/ 7510 h 10433"/>
              <a:gd name="T74" fmla="*/ 5156 w 11204"/>
              <a:gd name="T75" fmla="*/ 7510 h 10433"/>
              <a:gd name="T76" fmla="*/ 5156 w 11204"/>
              <a:gd name="T77" fmla="*/ 8482 h 10433"/>
              <a:gd name="T78" fmla="*/ 5646 w 11204"/>
              <a:gd name="T79" fmla="*/ 6606 h 10433"/>
              <a:gd name="T80" fmla="*/ 6139 w 11204"/>
              <a:gd name="T81" fmla="*/ 5426 h 10433"/>
              <a:gd name="T82" fmla="*/ 5159 w 11204"/>
              <a:gd name="T83" fmla="*/ 5426 h 10433"/>
              <a:gd name="T84" fmla="*/ 5154 w 11204"/>
              <a:gd name="T85" fmla="*/ 6398 h 10433"/>
              <a:gd name="T86" fmla="*/ 8630 w 11204"/>
              <a:gd name="T87" fmla="*/ 8691 h 10433"/>
              <a:gd name="T88" fmla="*/ 9330 w 11204"/>
              <a:gd name="T89" fmla="*/ 7996 h 10433"/>
              <a:gd name="T90" fmla="*/ 8630 w 11204"/>
              <a:gd name="T91" fmla="*/ 7301 h 10433"/>
              <a:gd name="T92" fmla="*/ 7930 w 11204"/>
              <a:gd name="T93" fmla="*/ 7996 h 10433"/>
              <a:gd name="T94" fmla="*/ 8630 w 11204"/>
              <a:gd name="T95" fmla="*/ 8691 h 10433"/>
              <a:gd name="T96" fmla="*/ 9329 w 11204"/>
              <a:gd name="T97" fmla="*/ 5912 h 10433"/>
              <a:gd name="T98" fmla="*/ 8629 w 11204"/>
              <a:gd name="T99" fmla="*/ 5217 h 10433"/>
              <a:gd name="T100" fmla="*/ 7929 w 11204"/>
              <a:gd name="T101" fmla="*/ 5912 h 10433"/>
              <a:gd name="T102" fmla="*/ 8630 w 11204"/>
              <a:gd name="T103" fmla="*/ 6606 h 10433"/>
            </a:gdLst>
            <a:ahLst/>
            <a:cxnLst/>
            <a:rect l="0" t="0" r="r" b="b"/>
            <a:pathLst>
              <a:path w="11204" h="10433">
                <a:moveTo>
                  <a:pt x="9450" y="701"/>
                </a:moveTo>
                <a:lnTo>
                  <a:pt x="8052" y="701"/>
                </a:lnTo>
                <a:lnTo>
                  <a:pt x="8052" y="353"/>
                </a:lnTo>
                <a:cubicBezTo>
                  <a:pt x="8052" y="161"/>
                  <a:pt x="7895" y="6"/>
                  <a:pt x="7702" y="6"/>
                </a:cubicBezTo>
                <a:cubicBezTo>
                  <a:pt x="7509" y="6"/>
                  <a:pt x="7353" y="161"/>
                  <a:pt x="7352" y="353"/>
                </a:cubicBezTo>
                <a:lnTo>
                  <a:pt x="7352" y="701"/>
                </a:lnTo>
                <a:lnTo>
                  <a:pt x="3854" y="701"/>
                </a:lnTo>
                <a:lnTo>
                  <a:pt x="3854" y="353"/>
                </a:lnTo>
                <a:cubicBezTo>
                  <a:pt x="3860" y="260"/>
                  <a:pt x="3825" y="167"/>
                  <a:pt x="3758" y="101"/>
                </a:cubicBezTo>
                <a:cubicBezTo>
                  <a:pt x="3690" y="35"/>
                  <a:pt x="3598" y="0"/>
                  <a:pt x="3504" y="6"/>
                </a:cubicBezTo>
                <a:cubicBezTo>
                  <a:pt x="3410" y="0"/>
                  <a:pt x="3318" y="35"/>
                  <a:pt x="3250" y="101"/>
                </a:cubicBezTo>
                <a:cubicBezTo>
                  <a:pt x="3184" y="167"/>
                  <a:pt x="3149" y="260"/>
                  <a:pt x="3154" y="353"/>
                </a:cubicBezTo>
                <a:lnTo>
                  <a:pt x="3154" y="701"/>
                </a:lnTo>
                <a:lnTo>
                  <a:pt x="1755" y="701"/>
                </a:lnTo>
                <a:cubicBezTo>
                  <a:pt x="1290" y="696"/>
                  <a:pt x="843" y="877"/>
                  <a:pt x="513" y="1205"/>
                </a:cubicBezTo>
                <a:cubicBezTo>
                  <a:pt x="184" y="1531"/>
                  <a:pt x="2" y="1975"/>
                  <a:pt x="5" y="2438"/>
                </a:cubicBezTo>
                <a:lnTo>
                  <a:pt x="5" y="8691"/>
                </a:lnTo>
                <a:cubicBezTo>
                  <a:pt x="0" y="9153"/>
                  <a:pt x="184" y="9598"/>
                  <a:pt x="513" y="9925"/>
                </a:cubicBezTo>
                <a:cubicBezTo>
                  <a:pt x="843" y="10252"/>
                  <a:pt x="1290" y="10433"/>
                  <a:pt x="1755" y="10428"/>
                </a:cubicBezTo>
                <a:lnTo>
                  <a:pt x="9450" y="10428"/>
                </a:lnTo>
                <a:cubicBezTo>
                  <a:pt x="9915" y="10433"/>
                  <a:pt x="10363" y="10252"/>
                  <a:pt x="10693" y="9925"/>
                </a:cubicBezTo>
                <a:cubicBezTo>
                  <a:pt x="11022" y="9598"/>
                  <a:pt x="11204" y="9155"/>
                  <a:pt x="11200" y="8691"/>
                </a:cubicBezTo>
                <a:lnTo>
                  <a:pt x="11200" y="2438"/>
                </a:lnTo>
                <a:cubicBezTo>
                  <a:pt x="11204" y="1976"/>
                  <a:pt x="11022" y="1531"/>
                  <a:pt x="10693" y="1205"/>
                </a:cubicBezTo>
                <a:cubicBezTo>
                  <a:pt x="10362" y="878"/>
                  <a:pt x="9915" y="697"/>
                  <a:pt x="9450" y="701"/>
                </a:cubicBezTo>
                <a:close/>
                <a:moveTo>
                  <a:pt x="707" y="2438"/>
                </a:moveTo>
                <a:cubicBezTo>
                  <a:pt x="720" y="1868"/>
                  <a:pt x="1183" y="1410"/>
                  <a:pt x="1757" y="1396"/>
                </a:cubicBezTo>
                <a:lnTo>
                  <a:pt x="3155" y="1396"/>
                </a:lnTo>
                <a:lnTo>
                  <a:pt x="3155" y="1743"/>
                </a:lnTo>
                <a:cubicBezTo>
                  <a:pt x="3149" y="1837"/>
                  <a:pt x="3184" y="1930"/>
                  <a:pt x="3252" y="1996"/>
                </a:cubicBezTo>
                <a:cubicBezTo>
                  <a:pt x="3319" y="2062"/>
                  <a:pt x="3410" y="2097"/>
                  <a:pt x="3505" y="2091"/>
                </a:cubicBezTo>
                <a:cubicBezTo>
                  <a:pt x="3599" y="2097"/>
                  <a:pt x="3692" y="2062"/>
                  <a:pt x="3759" y="1996"/>
                </a:cubicBezTo>
                <a:cubicBezTo>
                  <a:pt x="3827" y="1930"/>
                  <a:pt x="3862" y="1837"/>
                  <a:pt x="3855" y="1743"/>
                </a:cubicBezTo>
                <a:lnTo>
                  <a:pt x="3855" y="1396"/>
                </a:lnTo>
                <a:lnTo>
                  <a:pt x="7353" y="1396"/>
                </a:lnTo>
                <a:lnTo>
                  <a:pt x="7353" y="1743"/>
                </a:lnTo>
                <a:cubicBezTo>
                  <a:pt x="7353" y="1936"/>
                  <a:pt x="7509" y="2091"/>
                  <a:pt x="7703" y="2091"/>
                </a:cubicBezTo>
                <a:cubicBezTo>
                  <a:pt x="7795" y="2091"/>
                  <a:pt x="7884" y="2055"/>
                  <a:pt x="7950" y="1990"/>
                </a:cubicBezTo>
                <a:cubicBezTo>
                  <a:pt x="8015" y="1925"/>
                  <a:pt x="8053" y="1836"/>
                  <a:pt x="8053" y="1743"/>
                </a:cubicBezTo>
                <a:lnTo>
                  <a:pt x="8053" y="1396"/>
                </a:lnTo>
                <a:lnTo>
                  <a:pt x="9452" y="1396"/>
                </a:lnTo>
                <a:cubicBezTo>
                  <a:pt x="10025" y="1410"/>
                  <a:pt x="10486" y="1868"/>
                  <a:pt x="10500" y="2438"/>
                </a:cubicBezTo>
                <a:lnTo>
                  <a:pt x="10500" y="3480"/>
                </a:lnTo>
                <a:lnTo>
                  <a:pt x="707" y="3480"/>
                </a:lnTo>
                <a:lnTo>
                  <a:pt x="707" y="2438"/>
                </a:lnTo>
                <a:close/>
                <a:moveTo>
                  <a:pt x="10499" y="8691"/>
                </a:moveTo>
                <a:cubicBezTo>
                  <a:pt x="10485" y="9261"/>
                  <a:pt x="10023" y="9718"/>
                  <a:pt x="9450" y="9733"/>
                </a:cubicBezTo>
                <a:lnTo>
                  <a:pt x="1757" y="9733"/>
                </a:lnTo>
                <a:cubicBezTo>
                  <a:pt x="1183" y="9720"/>
                  <a:pt x="720" y="9261"/>
                  <a:pt x="707" y="8691"/>
                </a:cubicBezTo>
                <a:lnTo>
                  <a:pt x="707" y="4175"/>
                </a:lnTo>
                <a:lnTo>
                  <a:pt x="10500" y="4175"/>
                </a:lnTo>
                <a:lnTo>
                  <a:pt x="10499" y="8691"/>
                </a:lnTo>
                <a:close/>
                <a:moveTo>
                  <a:pt x="10499" y="8691"/>
                </a:moveTo>
                <a:close/>
                <a:moveTo>
                  <a:pt x="2504" y="8691"/>
                </a:moveTo>
                <a:cubicBezTo>
                  <a:pt x="2689" y="8696"/>
                  <a:pt x="2868" y="8620"/>
                  <a:pt x="2991" y="8482"/>
                </a:cubicBezTo>
                <a:cubicBezTo>
                  <a:pt x="3125" y="8356"/>
                  <a:pt x="3202" y="8179"/>
                  <a:pt x="3202" y="7996"/>
                </a:cubicBezTo>
                <a:cubicBezTo>
                  <a:pt x="3202" y="7812"/>
                  <a:pt x="3125" y="7636"/>
                  <a:pt x="2991" y="7510"/>
                </a:cubicBezTo>
                <a:cubicBezTo>
                  <a:pt x="2864" y="7376"/>
                  <a:pt x="2687" y="7301"/>
                  <a:pt x="2502" y="7301"/>
                </a:cubicBezTo>
                <a:cubicBezTo>
                  <a:pt x="2316" y="7301"/>
                  <a:pt x="2140" y="7376"/>
                  <a:pt x="2012" y="7510"/>
                </a:cubicBezTo>
                <a:cubicBezTo>
                  <a:pt x="1878" y="7636"/>
                  <a:pt x="1802" y="7812"/>
                  <a:pt x="1802" y="7996"/>
                </a:cubicBezTo>
                <a:cubicBezTo>
                  <a:pt x="1802" y="8179"/>
                  <a:pt x="1878" y="8356"/>
                  <a:pt x="2012" y="8482"/>
                </a:cubicBezTo>
                <a:cubicBezTo>
                  <a:pt x="2137" y="8621"/>
                  <a:pt x="2317" y="8697"/>
                  <a:pt x="2504" y="8691"/>
                </a:cubicBezTo>
                <a:close/>
                <a:moveTo>
                  <a:pt x="2504" y="6606"/>
                </a:moveTo>
                <a:cubicBezTo>
                  <a:pt x="2689" y="6611"/>
                  <a:pt x="2868" y="6535"/>
                  <a:pt x="2991" y="6398"/>
                </a:cubicBezTo>
                <a:cubicBezTo>
                  <a:pt x="3118" y="6267"/>
                  <a:pt x="3193" y="6095"/>
                  <a:pt x="3202" y="5912"/>
                </a:cubicBezTo>
                <a:cubicBezTo>
                  <a:pt x="3194" y="5730"/>
                  <a:pt x="3119" y="5557"/>
                  <a:pt x="2991" y="5426"/>
                </a:cubicBezTo>
                <a:cubicBezTo>
                  <a:pt x="2864" y="5292"/>
                  <a:pt x="2687" y="5217"/>
                  <a:pt x="2502" y="5217"/>
                </a:cubicBezTo>
                <a:cubicBezTo>
                  <a:pt x="2316" y="5217"/>
                  <a:pt x="2139" y="5292"/>
                  <a:pt x="2012" y="5426"/>
                </a:cubicBezTo>
                <a:cubicBezTo>
                  <a:pt x="1885" y="5557"/>
                  <a:pt x="1810" y="5730"/>
                  <a:pt x="1802" y="5912"/>
                </a:cubicBezTo>
                <a:cubicBezTo>
                  <a:pt x="1810" y="6095"/>
                  <a:pt x="1884" y="6267"/>
                  <a:pt x="2012" y="6398"/>
                </a:cubicBezTo>
                <a:cubicBezTo>
                  <a:pt x="2137" y="6536"/>
                  <a:pt x="2317" y="6612"/>
                  <a:pt x="2504" y="6606"/>
                </a:cubicBezTo>
                <a:close/>
                <a:moveTo>
                  <a:pt x="5646" y="8691"/>
                </a:moveTo>
                <a:cubicBezTo>
                  <a:pt x="5929" y="8695"/>
                  <a:pt x="6185" y="8526"/>
                  <a:pt x="6294" y="8265"/>
                </a:cubicBezTo>
                <a:cubicBezTo>
                  <a:pt x="6401" y="8005"/>
                  <a:pt x="6339" y="7705"/>
                  <a:pt x="6136" y="7510"/>
                </a:cubicBezTo>
                <a:cubicBezTo>
                  <a:pt x="6009" y="7376"/>
                  <a:pt x="5831" y="7301"/>
                  <a:pt x="5646" y="7301"/>
                </a:cubicBezTo>
                <a:cubicBezTo>
                  <a:pt x="5461" y="7301"/>
                  <a:pt x="5284" y="7376"/>
                  <a:pt x="5156" y="7510"/>
                </a:cubicBezTo>
                <a:cubicBezTo>
                  <a:pt x="5023" y="7636"/>
                  <a:pt x="4946" y="7812"/>
                  <a:pt x="4946" y="7996"/>
                </a:cubicBezTo>
                <a:cubicBezTo>
                  <a:pt x="4946" y="8179"/>
                  <a:pt x="5023" y="8356"/>
                  <a:pt x="5156" y="8482"/>
                </a:cubicBezTo>
                <a:cubicBezTo>
                  <a:pt x="5281" y="8621"/>
                  <a:pt x="5461" y="8696"/>
                  <a:pt x="5646" y="8691"/>
                </a:cubicBezTo>
                <a:close/>
                <a:moveTo>
                  <a:pt x="5646" y="6606"/>
                </a:moveTo>
                <a:cubicBezTo>
                  <a:pt x="6030" y="6598"/>
                  <a:pt x="6339" y="6292"/>
                  <a:pt x="6349" y="5912"/>
                </a:cubicBezTo>
                <a:cubicBezTo>
                  <a:pt x="6340" y="5730"/>
                  <a:pt x="6267" y="5557"/>
                  <a:pt x="6139" y="5426"/>
                </a:cubicBezTo>
                <a:cubicBezTo>
                  <a:pt x="6012" y="5292"/>
                  <a:pt x="5834" y="5217"/>
                  <a:pt x="5649" y="5217"/>
                </a:cubicBezTo>
                <a:cubicBezTo>
                  <a:pt x="5464" y="5217"/>
                  <a:pt x="5288" y="5292"/>
                  <a:pt x="5159" y="5426"/>
                </a:cubicBezTo>
                <a:cubicBezTo>
                  <a:pt x="5032" y="5557"/>
                  <a:pt x="4958" y="5730"/>
                  <a:pt x="4949" y="5912"/>
                </a:cubicBezTo>
                <a:cubicBezTo>
                  <a:pt x="4957" y="6093"/>
                  <a:pt x="5029" y="6266"/>
                  <a:pt x="5154" y="6398"/>
                </a:cubicBezTo>
                <a:cubicBezTo>
                  <a:pt x="5280" y="6536"/>
                  <a:pt x="5460" y="6612"/>
                  <a:pt x="5646" y="6606"/>
                </a:cubicBezTo>
                <a:close/>
                <a:moveTo>
                  <a:pt x="8630" y="8691"/>
                </a:moveTo>
                <a:cubicBezTo>
                  <a:pt x="8817" y="8696"/>
                  <a:pt x="8995" y="8620"/>
                  <a:pt x="9120" y="8482"/>
                </a:cubicBezTo>
                <a:cubicBezTo>
                  <a:pt x="9254" y="8356"/>
                  <a:pt x="9330" y="8179"/>
                  <a:pt x="9330" y="7996"/>
                </a:cubicBezTo>
                <a:cubicBezTo>
                  <a:pt x="9330" y="7812"/>
                  <a:pt x="9254" y="7636"/>
                  <a:pt x="9120" y="7510"/>
                </a:cubicBezTo>
                <a:cubicBezTo>
                  <a:pt x="8993" y="7376"/>
                  <a:pt x="8815" y="7301"/>
                  <a:pt x="8630" y="7301"/>
                </a:cubicBezTo>
                <a:cubicBezTo>
                  <a:pt x="8445" y="7301"/>
                  <a:pt x="8268" y="7376"/>
                  <a:pt x="8140" y="7510"/>
                </a:cubicBezTo>
                <a:cubicBezTo>
                  <a:pt x="8003" y="7633"/>
                  <a:pt x="7925" y="7811"/>
                  <a:pt x="7930" y="7996"/>
                </a:cubicBezTo>
                <a:cubicBezTo>
                  <a:pt x="7939" y="8178"/>
                  <a:pt x="8013" y="8351"/>
                  <a:pt x="8140" y="8482"/>
                </a:cubicBezTo>
                <a:cubicBezTo>
                  <a:pt x="8265" y="8620"/>
                  <a:pt x="8444" y="8696"/>
                  <a:pt x="8630" y="8691"/>
                </a:cubicBezTo>
                <a:close/>
                <a:moveTo>
                  <a:pt x="8630" y="6606"/>
                </a:moveTo>
                <a:cubicBezTo>
                  <a:pt x="9013" y="6597"/>
                  <a:pt x="9320" y="6291"/>
                  <a:pt x="9329" y="5912"/>
                </a:cubicBezTo>
                <a:cubicBezTo>
                  <a:pt x="9320" y="5730"/>
                  <a:pt x="9247" y="5557"/>
                  <a:pt x="9119" y="5426"/>
                </a:cubicBezTo>
                <a:cubicBezTo>
                  <a:pt x="8992" y="5292"/>
                  <a:pt x="8814" y="5217"/>
                  <a:pt x="8629" y="5217"/>
                </a:cubicBezTo>
                <a:cubicBezTo>
                  <a:pt x="8444" y="5217"/>
                  <a:pt x="8267" y="5292"/>
                  <a:pt x="8139" y="5426"/>
                </a:cubicBezTo>
                <a:cubicBezTo>
                  <a:pt x="8013" y="5557"/>
                  <a:pt x="7938" y="5730"/>
                  <a:pt x="7929" y="5912"/>
                </a:cubicBezTo>
                <a:cubicBezTo>
                  <a:pt x="7938" y="6095"/>
                  <a:pt x="8012" y="6267"/>
                  <a:pt x="8139" y="6398"/>
                </a:cubicBezTo>
                <a:cubicBezTo>
                  <a:pt x="8265" y="6536"/>
                  <a:pt x="8444" y="6612"/>
                  <a:pt x="8630" y="6606"/>
                </a:cubicBezTo>
                <a:close/>
                <a:moveTo>
                  <a:pt x="8630" y="6606"/>
                </a:move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8" name="powerpoint template design by DAJU_PPT正版来源小红书大橘PPT微信DAJU_PPT请勿抄袭搬运！盗版必究！"/>
          <p:cNvSpPr>
            <a:spLocks noGrp="1"/>
          </p:cNvSpPr>
          <p:nvPr/>
        </p:nvSpPr>
        <p:spPr>
          <a:xfrm>
            <a:off x="7770258" y="5649693"/>
            <a:ext cx="315404" cy="293465"/>
          </a:xfrm>
          <a:custGeom>
            <a:avLst/>
            <a:gdLst>
              <a:gd name="connsiteX0" fmla="*/ 152463 w 579032"/>
              <a:gd name="connsiteY0" fmla="*/ 122028 h 538757"/>
              <a:gd name="connsiteX1" fmla="*/ 163208 w 579032"/>
              <a:gd name="connsiteY1" fmla="*/ 126290 h 538757"/>
              <a:gd name="connsiteX2" fmla="*/ 254646 w 579032"/>
              <a:gd name="connsiteY2" fmla="*/ 217725 h 538757"/>
              <a:gd name="connsiteX3" fmla="*/ 254646 w 579032"/>
              <a:gd name="connsiteY3" fmla="*/ 239251 h 538757"/>
              <a:gd name="connsiteX4" fmla="*/ 163208 w 579032"/>
              <a:gd name="connsiteY4" fmla="*/ 330686 h 538757"/>
              <a:gd name="connsiteX5" fmla="*/ 141634 w 579032"/>
              <a:gd name="connsiteY5" fmla="*/ 330733 h 538757"/>
              <a:gd name="connsiteX6" fmla="*/ 141634 w 579032"/>
              <a:gd name="connsiteY6" fmla="*/ 309160 h 538757"/>
              <a:gd name="connsiteX7" fmla="*/ 207070 w 579032"/>
              <a:gd name="connsiteY7" fmla="*/ 243727 h 538757"/>
              <a:gd name="connsiteX8" fmla="*/ 15240 w 579032"/>
              <a:gd name="connsiteY8" fmla="*/ 243727 h 538757"/>
              <a:gd name="connsiteX9" fmla="*/ 0 w 579032"/>
              <a:gd name="connsiteY9" fmla="*/ 228488 h 538757"/>
              <a:gd name="connsiteX10" fmla="*/ 15240 w 579032"/>
              <a:gd name="connsiteY10" fmla="*/ 213249 h 538757"/>
              <a:gd name="connsiteX11" fmla="*/ 207070 w 579032"/>
              <a:gd name="connsiteY11" fmla="*/ 213249 h 538757"/>
              <a:gd name="connsiteX12" fmla="*/ 141634 w 579032"/>
              <a:gd name="connsiteY12" fmla="*/ 147863 h 538757"/>
              <a:gd name="connsiteX13" fmla="*/ 141825 w 579032"/>
              <a:gd name="connsiteY13" fmla="*/ 126481 h 538757"/>
              <a:gd name="connsiteX14" fmla="*/ 152463 w 579032"/>
              <a:gd name="connsiteY14" fmla="*/ 122028 h 538757"/>
              <a:gd name="connsiteX15" fmla="*/ 546990 w 579032"/>
              <a:gd name="connsiteY15" fmla="*/ 38996 h 538757"/>
              <a:gd name="connsiteX16" fmla="*/ 384494 w 579032"/>
              <a:gd name="connsiteY16" fmla="*/ 108656 h 538757"/>
              <a:gd name="connsiteX17" fmla="*/ 365735 w 579032"/>
              <a:gd name="connsiteY17" fmla="*/ 137129 h 538757"/>
              <a:gd name="connsiteX18" fmla="*/ 365735 w 579032"/>
              <a:gd name="connsiteY18" fmla="*/ 502808 h 538757"/>
              <a:gd name="connsiteX19" fmla="*/ 367116 w 579032"/>
              <a:gd name="connsiteY19" fmla="*/ 508093 h 538757"/>
              <a:gd name="connsiteX20" fmla="*/ 372496 w 579032"/>
              <a:gd name="connsiteY20" fmla="*/ 507236 h 538757"/>
              <a:gd name="connsiteX21" fmla="*/ 529802 w 579032"/>
              <a:gd name="connsiteY21" fmla="*/ 439862 h 538757"/>
              <a:gd name="connsiteX22" fmla="*/ 548561 w 579032"/>
              <a:gd name="connsiteY22" fmla="*/ 411388 h 538757"/>
              <a:gd name="connsiteX23" fmla="*/ 548561 w 579032"/>
              <a:gd name="connsiteY23" fmla="*/ 45710 h 538757"/>
              <a:gd name="connsiteX24" fmla="*/ 546990 w 579032"/>
              <a:gd name="connsiteY24" fmla="*/ 38996 h 538757"/>
              <a:gd name="connsiteX25" fmla="*/ 259087 w 579032"/>
              <a:gd name="connsiteY25" fmla="*/ 0 h 538757"/>
              <a:gd name="connsiteX26" fmla="*/ 533325 w 579032"/>
              <a:gd name="connsiteY26" fmla="*/ 0 h 538757"/>
              <a:gd name="connsiteX27" fmla="*/ 579032 w 579032"/>
              <a:gd name="connsiteY27" fmla="*/ 45710 h 538757"/>
              <a:gd name="connsiteX28" fmla="*/ 579032 w 579032"/>
              <a:gd name="connsiteY28" fmla="*/ 411388 h 538757"/>
              <a:gd name="connsiteX29" fmla="*/ 541800 w 579032"/>
              <a:gd name="connsiteY29" fmla="*/ 467907 h 538757"/>
              <a:gd name="connsiteX30" fmla="*/ 384494 w 579032"/>
              <a:gd name="connsiteY30" fmla="*/ 535281 h 538757"/>
              <a:gd name="connsiteX31" fmla="*/ 368306 w 579032"/>
              <a:gd name="connsiteY31" fmla="*/ 538757 h 538757"/>
              <a:gd name="connsiteX32" fmla="*/ 350357 w 579032"/>
              <a:gd name="connsiteY32" fmla="*/ 533519 h 538757"/>
              <a:gd name="connsiteX33" fmla="*/ 335264 w 579032"/>
              <a:gd name="connsiteY33" fmla="*/ 502808 h 538757"/>
              <a:gd name="connsiteX34" fmla="*/ 335264 w 579032"/>
              <a:gd name="connsiteY34" fmla="*/ 457098 h 538757"/>
              <a:gd name="connsiteX35" fmla="*/ 259087 w 579032"/>
              <a:gd name="connsiteY35" fmla="*/ 457098 h 538757"/>
              <a:gd name="connsiteX36" fmla="*/ 213380 w 579032"/>
              <a:gd name="connsiteY36" fmla="*/ 411388 h 538757"/>
              <a:gd name="connsiteX37" fmla="*/ 213380 w 579032"/>
              <a:gd name="connsiteY37" fmla="*/ 319969 h 538757"/>
              <a:gd name="connsiteX38" fmla="*/ 228615 w 579032"/>
              <a:gd name="connsiteY38" fmla="*/ 304732 h 538757"/>
              <a:gd name="connsiteX39" fmla="*/ 243851 w 579032"/>
              <a:gd name="connsiteY39" fmla="*/ 319969 h 538757"/>
              <a:gd name="connsiteX40" fmla="*/ 243851 w 579032"/>
              <a:gd name="connsiteY40" fmla="*/ 411388 h 538757"/>
              <a:gd name="connsiteX41" fmla="*/ 259087 w 579032"/>
              <a:gd name="connsiteY41" fmla="*/ 426625 h 538757"/>
              <a:gd name="connsiteX42" fmla="*/ 335264 w 579032"/>
              <a:gd name="connsiteY42" fmla="*/ 426625 h 538757"/>
              <a:gd name="connsiteX43" fmla="*/ 335264 w 579032"/>
              <a:gd name="connsiteY43" fmla="*/ 137129 h 538757"/>
              <a:gd name="connsiteX44" fmla="*/ 372496 w 579032"/>
              <a:gd name="connsiteY44" fmla="*/ 80659 h 538757"/>
              <a:gd name="connsiteX45" fmla="*/ 489571 w 579032"/>
              <a:gd name="connsiteY45" fmla="*/ 30473 h 538757"/>
              <a:gd name="connsiteX46" fmla="*/ 259087 w 579032"/>
              <a:gd name="connsiteY46" fmla="*/ 30473 h 538757"/>
              <a:gd name="connsiteX47" fmla="*/ 243851 w 579032"/>
              <a:gd name="connsiteY47" fmla="*/ 45710 h 538757"/>
              <a:gd name="connsiteX48" fmla="*/ 243851 w 579032"/>
              <a:gd name="connsiteY48" fmla="*/ 137129 h 538757"/>
              <a:gd name="connsiteX49" fmla="*/ 228615 w 579032"/>
              <a:gd name="connsiteY49" fmla="*/ 152366 h 538757"/>
              <a:gd name="connsiteX50" fmla="*/ 213380 w 579032"/>
              <a:gd name="connsiteY50" fmla="*/ 137129 h 538757"/>
              <a:gd name="connsiteX51" fmla="*/ 213380 w 579032"/>
              <a:gd name="connsiteY51" fmla="*/ 45710 h 538757"/>
              <a:gd name="connsiteX52" fmla="*/ 259087 w 579032"/>
              <a:gd name="connsiteY52" fmla="*/ 0 h 538757"/>
            </a:gdLst>
            <a:ahLst/>
            <a:cxnLst/>
            <a:rect l="l" t="t" r="r" b="b"/>
            <a:pathLst>
              <a:path w="579032" h="538757">
                <a:moveTo>
                  <a:pt x="152463" y="122028"/>
                </a:moveTo>
                <a:cubicBezTo>
                  <a:pt x="156326" y="121992"/>
                  <a:pt x="160208" y="123409"/>
                  <a:pt x="163208" y="126290"/>
                </a:cubicBezTo>
                <a:lnTo>
                  <a:pt x="254646" y="217725"/>
                </a:lnTo>
                <a:cubicBezTo>
                  <a:pt x="260599" y="223678"/>
                  <a:pt x="260599" y="233298"/>
                  <a:pt x="254646" y="239251"/>
                </a:cubicBezTo>
                <a:lnTo>
                  <a:pt x="163208" y="330686"/>
                </a:lnTo>
                <a:cubicBezTo>
                  <a:pt x="157255" y="336638"/>
                  <a:pt x="147635" y="336686"/>
                  <a:pt x="141634" y="330733"/>
                </a:cubicBezTo>
                <a:cubicBezTo>
                  <a:pt x="135681" y="324780"/>
                  <a:pt x="135681" y="315113"/>
                  <a:pt x="141634" y="309160"/>
                </a:cubicBezTo>
                <a:lnTo>
                  <a:pt x="207070" y="243727"/>
                </a:lnTo>
                <a:lnTo>
                  <a:pt x="15240" y="243727"/>
                </a:lnTo>
                <a:cubicBezTo>
                  <a:pt x="6810" y="243727"/>
                  <a:pt x="0" y="236917"/>
                  <a:pt x="0" y="228488"/>
                </a:cubicBezTo>
                <a:cubicBezTo>
                  <a:pt x="0" y="220106"/>
                  <a:pt x="6810" y="213249"/>
                  <a:pt x="15240" y="213249"/>
                </a:cubicBezTo>
                <a:lnTo>
                  <a:pt x="207070" y="213249"/>
                </a:lnTo>
                <a:lnTo>
                  <a:pt x="141634" y="147863"/>
                </a:lnTo>
                <a:cubicBezTo>
                  <a:pt x="135872" y="141863"/>
                  <a:pt x="135967" y="132386"/>
                  <a:pt x="141825" y="126481"/>
                </a:cubicBezTo>
                <a:cubicBezTo>
                  <a:pt x="144754" y="123552"/>
                  <a:pt x="148599" y="122064"/>
                  <a:pt x="152463" y="122028"/>
                </a:cubicBezTo>
                <a:close/>
                <a:moveTo>
                  <a:pt x="546990" y="38996"/>
                </a:moveTo>
                <a:lnTo>
                  <a:pt x="384494" y="108656"/>
                </a:lnTo>
                <a:cubicBezTo>
                  <a:pt x="374686" y="112894"/>
                  <a:pt x="365735" y="126416"/>
                  <a:pt x="365735" y="137129"/>
                </a:cubicBezTo>
                <a:lnTo>
                  <a:pt x="365735" y="502808"/>
                </a:lnTo>
                <a:cubicBezTo>
                  <a:pt x="365735" y="505998"/>
                  <a:pt x="366544" y="507760"/>
                  <a:pt x="367116" y="508093"/>
                </a:cubicBezTo>
                <a:cubicBezTo>
                  <a:pt x="367639" y="508427"/>
                  <a:pt x="369591" y="508522"/>
                  <a:pt x="372496" y="507236"/>
                </a:cubicBezTo>
                <a:lnTo>
                  <a:pt x="529802" y="439862"/>
                </a:lnTo>
                <a:cubicBezTo>
                  <a:pt x="539610" y="435624"/>
                  <a:pt x="548561" y="422102"/>
                  <a:pt x="548561" y="411388"/>
                </a:cubicBezTo>
                <a:lnTo>
                  <a:pt x="548561" y="45710"/>
                </a:lnTo>
                <a:cubicBezTo>
                  <a:pt x="548561" y="43377"/>
                  <a:pt x="548037" y="41091"/>
                  <a:pt x="546990" y="38996"/>
                </a:cubicBezTo>
                <a:close/>
                <a:moveTo>
                  <a:pt x="259087" y="0"/>
                </a:moveTo>
                <a:lnTo>
                  <a:pt x="533325" y="0"/>
                </a:lnTo>
                <a:cubicBezTo>
                  <a:pt x="558512" y="0"/>
                  <a:pt x="579032" y="20522"/>
                  <a:pt x="579032" y="45710"/>
                </a:cubicBezTo>
                <a:lnTo>
                  <a:pt x="579032" y="411388"/>
                </a:lnTo>
                <a:cubicBezTo>
                  <a:pt x="579032" y="434101"/>
                  <a:pt x="562654" y="458908"/>
                  <a:pt x="541800" y="467907"/>
                </a:cubicBezTo>
                <a:lnTo>
                  <a:pt x="384494" y="535281"/>
                </a:lnTo>
                <a:cubicBezTo>
                  <a:pt x="379066" y="537614"/>
                  <a:pt x="373543" y="538757"/>
                  <a:pt x="368306" y="538757"/>
                </a:cubicBezTo>
                <a:cubicBezTo>
                  <a:pt x="361783" y="538757"/>
                  <a:pt x="355641" y="536995"/>
                  <a:pt x="350357" y="533519"/>
                </a:cubicBezTo>
                <a:cubicBezTo>
                  <a:pt x="340739" y="527234"/>
                  <a:pt x="335264" y="515997"/>
                  <a:pt x="335264" y="502808"/>
                </a:cubicBezTo>
                <a:lnTo>
                  <a:pt x="335264" y="457098"/>
                </a:lnTo>
                <a:lnTo>
                  <a:pt x="259087" y="457098"/>
                </a:lnTo>
                <a:cubicBezTo>
                  <a:pt x="233900" y="457098"/>
                  <a:pt x="213380" y="436577"/>
                  <a:pt x="213380" y="411388"/>
                </a:cubicBezTo>
                <a:lnTo>
                  <a:pt x="213380" y="319969"/>
                </a:lnTo>
                <a:cubicBezTo>
                  <a:pt x="213380" y="311541"/>
                  <a:pt x="220188" y="304732"/>
                  <a:pt x="228615" y="304732"/>
                </a:cubicBezTo>
                <a:cubicBezTo>
                  <a:pt x="237043" y="304732"/>
                  <a:pt x="243851" y="311541"/>
                  <a:pt x="243851" y="319969"/>
                </a:cubicBezTo>
                <a:lnTo>
                  <a:pt x="243851" y="411388"/>
                </a:lnTo>
                <a:cubicBezTo>
                  <a:pt x="243851" y="419816"/>
                  <a:pt x="250659" y="426625"/>
                  <a:pt x="259087" y="426625"/>
                </a:cubicBezTo>
                <a:lnTo>
                  <a:pt x="335264" y="426625"/>
                </a:lnTo>
                <a:lnTo>
                  <a:pt x="335264" y="137129"/>
                </a:lnTo>
                <a:cubicBezTo>
                  <a:pt x="335264" y="114417"/>
                  <a:pt x="351642" y="89610"/>
                  <a:pt x="372496" y="80659"/>
                </a:cubicBezTo>
                <a:lnTo>
                  <a:pt x="489571" y="30473"/>
                </a:lnTo>
                <a:lnTo>
                  <a:pt x="259087" y="30473"/>
                </a:lnTo>
                <a:cubicBezTo>
                  <a:pt x="250659" y="30473"/>
                  <a:pt x="243851" y="37282"/>
                  <a:pt x="243851" y="45710"/>
                </a:cubicBezTo>
                <a:lnTo>
                  <a:pt x="243851" y="137129"/>
                </a:lnTo>
                <a:cubicBezTo>
                  <a:pt x="243851" y="145557"/>
                  <a:pt x="237043" y="152366"/>
                  <a:pt x="228615" y="152366"/>
                </a:cubicBezTo>
                <a:cubicBezTo>
                  <a:pt x="220188" y="152366"/>
                  <a:pt x="213380" y="145557"/>
                  <a:pt x="213380" y="137129"/>
                </a:cubicBezTo>
                <a:lnTo>
                  <a:pt x="213380" y="45710"/>
                </a:lnTo>
                <a:cubicBezTo>
                  <a:pt x="213380" y="20522"/>
                  <a:pt x="233900" y="0"/>
                  <a:pt x="2590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9" name="powerpoint template design by DAJU_PPT正版来源小红书大橘PPT微信DAJU_PPT请勿抄袭搬运！盗版必究！"/>
          <p:cNvSpPr>
            <a:spLocks noGrp="1"/>
          </p:cNvSpPr>
          <p:nvPr/>
        </p:nvSpPr>
        <p:spPr>
          <a:xfrm>
            <a:off x="8637048" y="5638724"/>
            <a:ext cx="315343" cy="315404"/>
          </a:xfrm>
          <a:custGeom>
            <a:avLst/>
            <a:gdLst>
              <a:gd name="connsiteX0" fmla="*/ 380952 w 518123"/>
              <a:gd name="connsiteY0" fmla="*/ 365797 h 518222"/>
              <a:gd name="connsiteX1" fmla="*/ 365716 w 518123"/>
              <a:gd name="connsiteY1" fmla="*/ 381038 h 518222"/>
              <a:gd name="connsiteX2" fmla="*/ 380952 w 518123"/>
              <a:gd name="connsiteY2" fmla="*/ 396278 h 518222"/>
              <a:gd name="connsiteX3" fmla="*/ 396189 w 518123"/>
              <a:gd name="connsiteY3" fmla="*/ 381038 h 518222"/>
              <a:gd name="connsiteX4" fmla="*/ 380952 w 518123"/>
              <a:gd name="connsiteY4" fmla="*/ 365797 h 518222"/>
              <a:gd name="connsiteX5" fmla="*/ 137172 w 518123"/>
              <a:gd name="connsiteY5" fmla="*/ 365797 h 518222"/>
              <a:gd name="connsiteX6" fmla="*/ 121936 w 518123"/>
              <a:gd name="connsiteY6" fmla="*/ 381038 h 518222"/>
              <a:gd name="connsiteX7" fmla="*/ 137172 w 518123"/>
              <a:gd name="connsiteY7" fmla="*/ 396278 h 518222"/>
              <a:gd name="connsiteX8" fmla="*/ 152408 w 518123"/>
              <a:gd name="connsiteY8" fmla="*/ 381038 h 518222"/>
              <a:gd name="connsiteX9" fmla="*/ 137172 w 518123"/>
              <a:gd name="connsiteY9" fmla="*/ 365797 h 518222"/>
              <a:gd name="connsiteX10" fmla="*/ 380952 w 518123"/>
              <a:gd name="connsiteY10" fmla="*/ 335315 h 518222"/>
              <a:gd name="connsiteX11" fmla="*/ 426661 w 518123"/>
              <a:gd name="connsiteY11" fmla="*/ 381038 h 518222"/>
              <a:gd name="connsiteX12" fmla="*/ 380952 w 518123"/>
              <a:gd name="connsiteY12" fmla="*/ 426760 h 518222"/>
              <a:gd name="connsiteX13" fmla="*/ 335243 w 518123"/>
              <a:gd name="connsiteY13" fmla="*/ 381038 h 518222"/>
              <a:gd name="connsiteX14" fmla="*/ 380952 w 518123"/>
              <a:gd name="connsiteY14" fmla="*/ 335315 h 518222"/>
              <a:gd name="connsiteX15" fmla="*/ 137172 w 518123"/>
              <a:gd name="connsiteY15" fmla="*/ 335315 h 518222"/>
              <a:gd name="connsiteX16" fmla="*/ 182881 w 518123"/>
              <a:gd name="connsiteY16" fmla="*/ 381038 h 518222"/>
              <a:gd name="connsiteX17" fmla="*/ 137172 w 518123"/>
              <a:gd name="connsiteY17" fmla="*/ 426760 h 518222"/>
              <a:gd name="connsiteX18" fmla="*/ 91463 w 518123"/>
              <a:gd name="connsiteY18" fmla="*/ 381038 h 518222"/>
              <a:gd name="connsiteX19" fmla="*/ 137172 w 518123"/>
              <a:gd name="connsiteY19" fmla="*/ 335315 h 518222"/>
              <a:gd name="connsiteX20" fmla="*/ 380952 w 518123"/>
              <a:gd name="connsiteY20" fmla="*/ 243871 h 518222"/>
              <a:gd name="connsiteX21" fmla="*/ 365716 w 518123"/>
              <a:gd name="connsiteY21" fmla="*/ 259112 h 518222"/>
              <a:gd name="connsiteX22" fmla="*/ 380952 w 518123"/>
              <a:gd name="connsiteY22" fmla="*/ 274352 h 518222"/>
              <a:gd name="connsiteX23" fmla="*/ 396189 w 518123"/>
              <a:gd name="connsiteY23" fmla="*/ 259112 h 518222"/>
              <a:gd name="connsiteX24" fmla="*/ 380952 w 518123"/>
              <a:gd name="connsiteY24" fmla="*/ 243871 h 518222"/>
              <a:gd name="connsiteX25" fmla="*/ 137172 w 518123"/>
              <a:gd name="connsiteY25" fmla="*/ 243871 h 518222"/>
              <a:gd name="connsiteX26" fmla="*/ 121936 w 518123"/>
              <a:gd name="connsiteY26" fmla="*/ 259112 h 518222"/>
              <a:gd name="connsiteX27" fmla="*/ 137172 w 518123"/>
              <a:gd name="connsiteY27" fmla="*/ 274352 h 518222"/>
              <a:gd name="connsiteX28" fmla="*/ 152408 w 518123"/>
              <a:gd name="connsiteY28" fmla="*/ 259112 h 518222"/>
              <a:gd name="connsiteX29" fmla="*/ 137172 w 518123"/>
              <a:gd name="connsiteY29" fmla="*/ 243871 h 518222"/>
              <a:gd name="connsiteX30" fmla="*/ 380952 w 518123"/>
              <a:gd name="connsiteY30" fmla="*/ 213389 h 518222"/>
              <a:gd name="connsiteX31" fmla="*/ 426661 w 518123"/>
              <a:gd name="connsiteY31" fmla="*/ 259112 h 518222"/>
              <a:gd name="connsiteX32" fmla="*/ 380952 w 518123"/>
              <a:gd name="connsiteY32" fmla="*/ 304834 h 518222"/>
              <a:gd name="connsiteX33" fmla="*/ 335243 w 518123"/>
              <a:gd name="connsiteY33" fmla="*/ 259112 h 518222"/>
              <a:gd name="connsiteX34" fmla="*/ 380952 w 518123"/>
              <a:gd name="connsiteY34" fmla="*/ 213389 h 518222"/>
              <a:gd name="connsiteX35" fmla="*/ 137172 w 518123"/>
              <a:gd name="connsiteY35" fmla="*/ 213389 h 518222"/>
              <a:gd name="connsiteX36" fmla="*/ 182881 w 518123"/>
              <a:gd name="connsiteY36" fmla="*/ 259112 h 518222"/>
              <a:gd name="connsiteX37" fmla="*/ 137172 w 518123"/>
              <a:gd name="connsiteY37" fmla="*/ 304834 h 518222"/>
              <a:gd name="connsiteX38" fmla="*/ 91463 w 518123"/>
              <a:gd name="connsiteY38" fmla="*/ 259112 h 518222"/>
              <a:gd name="connsiteX39" fmla="*/ 137172 w 518123"/>
              <a:gd name="connsiteY39" fmla="*/ 213389 h 518222"/>
              <a:gd name="connsiteX40" fmla="*/ 380952 w 518123"/>
              <a:gd name="connsiteY40" fmla="*/ 121945 h 518222"/>
              <a:gd name="connsiteX41" fmla="*/ 365716 w 518123"/>
              <a:gd name="connsiteY41" fmla="*/ 137185 h 518222"/>
              <a:gd name="connsiteX42" fmla="*/ 380952 w 518123"/>
              <a:gd name="connsiteY42" fmla="*/ 152426 h 518222"/>
              <a:gd name="connsiteX43" fmla="*/ 396189 w 518123"/>
              <a:gd name="connsiteY43" fmla="*/ 137185 h 518222"/>
              <a:gd name="connsiteX44" fmla="*/ 380952 w 518123"/>
              <a:gd name="connsiteY44" fmla="*/ 121945 h 518222"/>
              <a:gd name="connsiteX45" fmla="*/ 137172 w 518123"/>
              <a:gd name="connsiteY45" fmla="*/ 121945 h 518222"/>
              <a:gd name="connsiteX46" fmla="*/ 121936 w 518123"/>
              <a:gd name="connsiteY46" fmla="*/ 137185 h 518222"/>
              <a:gd name="connsiteX47" fmla="*/ 137172 w 518123"/>
              <a:gd name="connsiteY47" fmla="*/ 152426 h 518222"/>
              <a:gd name="connsiteX48" fmla="*/ 152408 w 518123"/>
              <a:gd name="connsiteY48" fmla="*/ 137185 h 518222"/>
              <a:gd name="connsiteX49" fmla="*/ 137172 w 518123"/>
              <a:gd name="connsiteY49" fmla="*/ 121945 h 518222"/>
              <a:gd name="connsiteX50" fmla="*/ 380952 w 518123"/>
              <a:gd name="connsiteY50" fmla="*/ 91463 h 518222"/>
              <a:gd name="connsiteX51" fmla="*/ 426661 w 518123"/>
              <a:gd name="connsiteY51" fmla="*/ 137185 h 518222"/>
              <a:gd name="connsiteX52" fmla="*/ 380952 w 518123"/>
              <a:gd name="connsiteY52" fmla="*/ 182908 h 518222"/>
              <a:gd name="connsiteX53" fmla="*/ 335243 w 518123"/>
              <a:gd name="connsiteY53" fmla="*/ 137185 h 518222"/>
              <a:gd name="connsiteX54" fmla="*/ 380952 w 518123"/>
              <a:gd name="connsiteY54" fmla="*/ 91463 h 518222"/>
              <a:gd name="connsiteX55" fmla="*/ 137172 w 518123"/>
              <a:gd name="connsiteY55" fmla="*/ 91463 h 518222"/>
              <a:gd name="connsiteX56" fmla="*/ 182881 w 518123"/>
              <a:gd name="connsiteY56" fmla="*/ 137185 h 518222"/>
              <a:gd name="connsiteX57" fmla="*/ 137172 w 518123"/>
              <a:gd name="connsiteY57" fmla="*/ 182908 h 518222"/>
              <a:gd name="connsiteX58" fmla="*/ 91463 w 518123"/>
              <a:gd name="connsiteY58" fmla="*/ 137185 h 518222"/>
              <a:gd name="connsiteX59" fmla="*/ 137172 w 518123"/>
              <a:gd name="connsiteY59" fmla="*/ 91463 h 518222"/>
              <a:gd name="connsiteX60" fmla="*/ 76195 w 518123"/>
              <a:gd name="connsiteY60" fmla="*/ 30484 h 518222"/>
              <a:gd name="connsiteX61" fmla="*/ 30478 w 518123"/>
              <a:gd name="connsiteY61" fmla="*/ 76209 h 518222"/>
              <a:gd name="connsiteX62" fmla="*/ 30478 w 518123"/>
              <a:gd name="connsiteY62" fmla="*/ 442013 h 518222"/>
              <a:gd name="connsiteX63" fmla="*/ 76195 w 518123"/>
              <a:gd name="connsiteY63" fmla="*/ 487738 h 518222"/>
              <a:gd name="connsiteX64" fmla="*/ 441929 w 518123"/>
              <a:gd name="connsiteY64" fmla="*/ 487738 h 518222"/>
              <a:gd name="connsiteX65" fmla="*/ 487645 w 518123"/>
              <a:gd name="connsiteY65" fmla="*/ 442013 h 518222"/>
              <a:gd name="connsiteX66" fmla="*/ 487645 w 518123"/>
              <a:gd name="connsiteY66" fmla="*/ 76209 h 518222"/>
              <a:gd name="connsiteX67" fmla="*/ 441929 w 518123"/>
              <a:gd name="connsiteY67" fmla="*/ 30484 h 518222"/>
              <a:gd name="connsiteX68" fmla="*/ 76195 w 518123"/>
              <a:gd name="connsiteY68" fmla="*/ 0 h 518222"/>
              <a:gd name="connsiteX69" fmla="*/ 441929 w 518123"/>
              <a:gd name="connsiteY69" fmla="*/ 0 h 518222"/>
              <a:gd name="connsiteX70" fmla="*/ 518123 w 518123"/>
              <a:gd name="connsiteY70" fmla="*/ 76209 h 518222"/>
              <a:gd name="connsiteX71" fmla="*/ 518123 w 518123"/>
              <a:gd name="connsiteY71" fmla="*/ 442013 h 518222"/>
              <a:gd name="connsiteX72" fmla="*/ 441929 w 518123"/>
              <a:gd name="connsiteY72" fmla="*/ 518222 h 518222"/>
              <a:gd name="connsiteX73" fmla="*/ 76195 w 518123"/>
              <a:gd name="connsiteY73" fmla="*/ 518222 h 518222"/>
              <a:gd name="connsiteX74" fmla="*/ 0 w 518123"/>
              <a:gd name="connsiteY74" fmla="*/ 442013 h 518222"/>
              <a:gd name="connsiteX75" fmla="*/ 0 w 518123"/>
              <a:gd name="connsiteY75" fmla="*/ 76209 h 518222"/>
              <a:gd name="connsiteX76" fmla="*/ 76195 w 518123"/>
              <a:gd name="connsiteY76" fmla="*/ 0 h 518222"/>
            </a:gdLst>
            <a:ahLst/>
            <a:cxnLst/>
            <a:rect l="l" t="t" r="r" b="b"/>
            <a:pathLst>
              <a:path w="518123" h="518222">
                <a:moveTo>
                  <a:pt x="380952" y="365797"/>
                </a:moveTo>
                <a:cubicBezTo>
                  <a:pt x="372525" y="365797"/>
                  <a:pt x="365716" y="372608"/>
                  <a:pt x="365716" y="381038"/>
                </a:cubicBezTo>
                <a:cubicBezTo>
                  <a:pt x="365716" y="389468"/>
                  <a:pt x="372525" y="396278"/>
                  <a:pt x="380952" y="396278"/>
                </a:cubicBezTo>
                <a:cubicBezTo>
                  <a:pt x="389380" y="396278"/>
                  <a:pt x="396189" y="389468"/>
                  <a:pt x="396189" y="381038"/>
                </a:cubicBezTo>
                <a:cubicBezTo>
                  <a:pt x="396189" y="372608"/>
                  <a:pt x="389380" y="365797"/>
                  <a:pt x="380952" y="365797"/>
                </a:cubicBezTo>
                <a:close/>
                <a:moveTo>
                  <a:pt x="137172" y="365797"/>
                </a:moveTo>
                <a:cubicBezTo>
                  <a:pt x="128744" y="365797"/>
                  <a:pt x="121936" y="372608"/>
                  <a:pt x="121936" y="381038"/>
                </a:cubicBezTo>
                <a:cubicBezTo>
                  <a:pt x="121936" y="389468"/>
                  <a:pt x="128744" y="396278"/>
                  <a:pt x="137172" y="396278"/>
                </a:cubicBezTo>
                <a:cubicBezTo>
                  <a:pt x="145600" y="396278"/>
                  <a:pt x="152408" y="389468"/>
                  <a:pt x="152408" y="381038"/>
                </a:cubicBezTo>
                <a:cubicBezTo>
                  <a:pt x="152408" y="372608"/>
                  <a:pt x="145600" y="365797"/>
                  <a:pt x="137172" y="365797"/>
                </a:cubicBezTo>
                <a:close/>
                <a:moveTo>
                  <a:pt x="380952" y="335315"/>
                </a:moveTo>
                <a:cubicBezTo>
                  <a:pt x="406140" y="335315"/>
                  <a:pt x="426661" y="355843"/>
                  <a:pt x="426661" y="381038"/>
                </a:cubicBezTo>
                <a:cubicBezTo>
                  <a:pt x="426661" y="406233"/>
                  <a:pt x="406140" y="426760"/>
                  <a:pt x="380952" y="426760"/>
                </a:cubicBezTo>
                <a:cubicBezTo>
                  <a:pt x="355765" y="426760"/>
                  <a:pt x="335243" y="406233"/>
                  <a:pt x="335243" y="381038"/>
                </a:cubicBezTo>
                <a:cubicBezTo>
                  <a:pt x="335243" y="355843"/>
                  <a:pt x="355765" y="335315"/>
                  <a:pt x="380952" y="335315"/>
                </a:cubicBezTo>
                <a:close/>
                <a:moveTo>
                  <a:pt x="137172" y="335315"/>
                </a:moveTo>
                <a:cubicBezTo>
                  <a:pt x="162359" y="335315"/>
                  <a:pt x="182881" y="355843"/>
                  <a:pt x="182881" y="381038"/>
                </a:cubicBezTo>
                <a:cubicBezTo>
                  <a:pt x="182881" y="406233"/>
                  <a:pt x="162359" y="426760"/>
                  <a:pt x="137172" y="426760"/>
                </a:cubicBezTo>
                <a:cubicBezTo>
                  <a:pt x="111984" y="426760"/>
                  <a:pt x="91463" y="406233"/>
                  <a:pt x="91463" y="381038"/>
                </a:cubicBezTo>
                <a:cubicBezTo>
                  <a:pt x="91463" y="355843"/>
                  <a:pt x="111984" y="335315"/>
                  <a:pt x="137172" y="335315"/>
                </a:cubicBezTo>
                <a:close/>
                <a:moveTo>
                  <a:pt x="380952" y="243871"/>
                </a:moveTo>
                <a:cubicBezTo>
                  <a:pt x="372525" y="243871"/>
                  <a:pt x="365716" y="250681"/>
                  <a:pt x="365716" y="259112"/>
                </a:cubicBezTo>
                <a:cubicBezTo>
                  <a:pt x="365716" y="267542"/>
                  <a:pt x="372525" y="274352"/>
                  <a:pt x="380952" y="274352"/>
                </a:cubicBezTo>
                <a:cubicBezTo>
                  <a:pt x="389380" y="274352"/>
                  <a:pt x="396189" y="267542"/>
                  <a:pt x="396189" y="259112"/>
                </a:cubicBezTo>
                <a:cubicBezTo>
                  <a:pt x="396189" y="250681"/>
                  <a:pt x="389380" y="243871"/>
                  <a:pt x="380952" y="243871"/>
                </a:cubicBezTo>
                <a:close/>
                <a:moveTo>
                  <a:pt x="137172" y="243871"/>
                </a:moveTo>
                <a:cubicBezTo>
                  <a:pt x="128744" y="243871"/>
                  <a:pt x="121936" y="250681"/>
                  <a:pt x="121936" y="259112"/>
                </a:cubicBezTo>
                <a:cubicBezTo>
                  <a:pt x="121936" y="267542"/>
                  <a:pt x="128744" y="274352"/>
                  <a:pt x="137172" y="274352"/>
                </a:cubicBezTo>
                <a:cubicBezTo>
                  <a:pt x="145600" y="274352"/>
                  <a:pt x="152408" y="267542"/>
                  <a:pt x="152408" y="259112"/>
                </a:cubicBezTo>
                <a:cubicBezTo>
                  <a:pt x="152408" y="250681"/>
                  <a:pt x="145600" y="243871"/>
                  <a:pt x="137172" y="243871"/>
                </a:cubicBezTo>
                <a:close/>
                <a:moveTo>
                  <a:pt x="380952" y="213389"/>
                </a:moveTo>
                <a:cubicBezTo>
                  <a:pt x="406140" y="213389"/>
                  <a:pt x="426661" y="233917"/>
                  <a:pt x="426661" y="259112"/>
                </a:cubicBezTo>
                <a:cubicBezTo>
                  <a:pt x="426661" y="284306"/>
                  <a:pt x="406140" y="304834"/>
                  <a:pt x="380952" y="304834"/>
                </a:cubicBezTo>
                <a:cubicBezTo>
                  <a:pt x="355765" y="304834"/>
                  <a:pt x="335243" y="284306"/>
                  <a:pt x="335243" y="259112"/>
                </a:cubicBezTo>
                <a:cubicBezTo>
                  <a:pt x="335243" y="233917"/>
                  <a:pt x="355765" y="213389"/>
                  <a:pt x="380952" y="213389"/>
                </a:cubicBezTo>
                <a:close/>
                <a:moveTo>
                  <a:pt x="137172" y="213389"/>
                </a:moveTo>
                <a:cubicBezTo>
                  <a:pt x="162359" y="213389"/>
                  <a:pt x="182881" y="233917"/>
                  <a:pt x="182881" y="259112"/>
                </a:cubicBezTo>
                <a:cubicBezTo>
                  <a:pt x="182881" y="284306"/>
                  <a:pt x="162359" y="304834"/>
                  <a:pt x="137172" y="304834"/>
                </a:cubicBezTo>
                <a:cubicBezTo>
                  <a:pt x="111984" y="304834"/>
                  <a:pt x="91463" y="284306"/>
                  <a:pt x="91463" y="259112"/>
                </a:cubicBezTo>
                <a:cubicBezTo>
                  <a:pt x="91463" y="233917"/>
                  <a:pt x="111984" y="213389"/>
                  <a:pt x="137172" y="213389"/>
                </a:cubicBezTo>
                <a:close/>
                <a:moveTo>
                  <a:pt x="380952" y="121945"/>
                </a:moveTo>
                <a:cubicBezTo>
                  <a:pt x="372525" y="121945"/>
                  <a:pt x="365716" y="128755"/>
                  <a:pt x="365716" y="137185"/>
                </a:cubicBezTo>
                <a:cubicBezTo>
                  <a:pt x="365716" y="145615"/>
                  <a:pt x="372525" y="152426"/>
                  <a:pt x="380952" y="152426"/>
                </a:cubicBezTo>
                <a:cubicBezTo>
                  <a:pt x="389380" y="152426"/>
                  <a:pt x="396189" y="145615"/>
                  <a:pt x="396189" y="137185"/>
                </a:cubicBezTo>
                <a:cubicBezTo>
                  <a:pt x="396189" y="128755"/>
                  <a:pt x="389380" y="121945"/>
                  <a:pt x="380952" y="121945"/>
                </a:cubicBezTo>
                <a:close/>
                <a:moveTo>
                  <a:pt x="137172" y="121945"/>
                </a:moveTo>
                <a:cubicBezTo>
                  <a:pt x="128744" y="121945"/>
                  <a:pt x="121936" y="128755"/>
                  <a:pt x="121936" y="137185"/>
                </a:cubicBezTo>
                <a:cubicBezTo>
                  <a:pt x="121936" y="145615"/>
                  <a:pt x="128744" y="152426"/>
                  <a:pt x="137172" y="152426"/>
                </a:cubicBezTo>
                <a:cubicBezTo>
                  <a:pt x="145600" y="152426"/>
                  <a:pt x="152408" y="145615"/>
                  <a:pt x="152408" y="137185"/>
                </a:cubicBezTo>
                <a:cubicBezTo>
                  <a:pt x="152408" y="128755"/>
                  <a:pt x="145600" y="121945"/>
                  <a:pt x="137172" y="121945"/>
                </a:cubicBezTo>
                <a:close/>
                <a:moveTo>
                  <a:pt x="380952" y="91463"/>
                </a:moveTo>
                <a:cubicBezTo>
                  <a:pt x="406140" y="91463"/>
                  <a:pt x="426661" y="111990"/>
                  <a:pt x="426661" y="137185"/>
                </a:cubicBezTo>
                <a:cubicBezTo>
                  <a:pt x="426661" y="162380"/>
                  <a:pt x="406140" y="182908"/>
                  <a:pt x="380952" y="182908"/>
                </a:cubicBezTo>
                <a:cubicBezTo>
                  <a:pt x="355765" y="182908"/>
                  <a:pt x="335243" y="162380"/>
                  <a:pt x="335243" y="137185"/>
                </a:cubicBezTo>
                <a:cubicBezTo>
                  <a:pt x="335243" y="111990"/>
                  <a:pt x="355765" y="91463"/>
                  <a:pt x="380952" y="91463"/>
                </a:cubicBezTo>
                <a:close/>
                <a:moveTo>
                  <a:pt x="137172" y="91463"/>
                </a:moveTo>
                <a:cubicBezTo>
                  <a:pt x="162359" y="91463"/>
                  <a:pt x="182881" y="111990"/>
                  <a:pt x="182881" y="137185"/>
                </a:cubicBezTo>
                <a:cubicBezTo>
                  <a:pt x="182881" y="162380"/>
                  <a:pt x="162359" y="182908"/>
                  <a:pt x="137172" y="182908"/>
                </a:cubicBezTo>
                <a:cubicBezTo>
                  <a:pt x="111984" y="182908"/>
                  <a:pt x="91463" y="162380"/>
                  <a:pt x="91463" y="137185"/>
                </a:cubicBezTo>
                <a:cubicBezTo>
                  <a:pt x="91463" y="111990"/>
                  <a:pt x="111984" y="91463"/>
                  <a:pt x="137172" y="91463"/>
                </a:cubicBezTo>
                <a:close/>
                <a:moveTo>
                  <a:pt x="76195" y="30484"/>
                </a:moveTo>
                <a:cubicBezTo>
                  <a:pt x="51003" y="30484"/>
                  <a:pt x="30478" y="51012"/>
                  <a:pt x="30478" y="76209"/>
                </a:cubicBezTo>
                <a:lnTo>
                  <a:pt x="30478" y="442013"/>
                </a:lnTo>
                <a:cubicBezTo>
                  <a:pt x="30478" y="467210"/>
                  <a:pt x="51003" y="487738"/>
                  <a:pt x="76195" y="487738"/>
                </a:cubicBezTo>
                <a:lnTo>
                  <a:pt x="441929" y="487738"/>
                </a:lnTo>
                <a:cubicBezTo>
                  <a:pt x="467120" y="487738"/>
                  <a:pt x="487645" y="467210"/>
                  <a:pt x="487645" y="442013"/>
                </a:cubicBezTo>
                <a:lnTo>
                  <a:pt x="487645" y="76209"/>
                </a:lnTo>
                <a:cubicBezTo>
                  <a:pt x="487645" y="51012"/>
                  <a:pt x="467120" y="30484"/>
                  <a:pt x="441929" y="30484"/>
                </a:cubicBezTo>
                <a:close/>
                <a:moveTo>
                  <a:pt x="76195" y="0"/>
                </a:moveTo>
                <a:lnTo>
                  <a:pt x="441929" y="0"/>
                </a:lnTo>
                <a:cubicBezTo>
                  <a:pt x="483931" y="0"/>
                  <a:pt x="518123" y="34199"/>
                  <a:pt x="518123" y="76209"/>
                </a:cubicBezTo>
                <a:lnTo>
                  <a:pt x="518123" y="442013"/>
                </a:lnTo>
                <a:cubicBezTo>
                  <a:pt x="518123" y="484023"/>
                  <a:pt x="483931" y="518222"/>
                  <a:pt x="441929" y="518222"/>
                </a:cubicBezTo>
                <a:lnTo>
                  <a:pt x="76195" y="518222"/>
                </a:lnTo>
                <a:cubicBezTo>
                  <a:pt x="34145" y="518174"/>
                  <a:pt x="48" y="484071"/>
                  <a:pt x="0" y="442013"/>
                </a:cubicBezTo>
                <a:lnTo>
                  <a:pt x="0" y="76209"/>
                </a:lnTo>
                <a:cubicBezTo>
                  <a:pt x="0" y="34199"/>
                  <a:pt x="34192" y="0"/>
                  <a:pt x="7619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40" name="powerpoint template design by DAJU_PPT正版来源小红书大橘PPT微信DAJU_PPT请勿抄袭搬运！盗版必究！"/>
          <p:cNvSpPr>
            <a:spLocks noGrp="1"/>
          </p:cNvSpPr>
          <p:nvPr/>
        </p:nvSpPr>
        <p:spPr>
          <a:xfrm>
            <a:off x="9503778" y="5678169"/>
            <a:ext cx="315404" cy="236514"/>
          </a:xfrm>
          <a:custGeom>
            <a:avLst/>
            <a:gdLst>
              <a:gd name="connsiteX0" fmla="*/ 502847 w 609586"/>
              <a:gd name="connsiteY0" fmla="*/ 365700 h 457115"/>
              <a:gd name="connsiteX1" fmla="*/ 518077 w 609586"/>
              <a:gd name="connsiteY1" fmla="*/ 380929 h 457115"/>
              <a:gd name="connsiteX2" fmla="*/ 502847 w 609586"/>
              <a:gd name="connsiteY2" fmla="*/ 396159 h 457115"/>
              <a:gd name="connsiteX3" fmla="*/ 487618 w 609586"/>
              <a:gd name="connsiteY3" fmla="*/ 380929 h 457115"/>
              <a:gd name="connsiteX4" fmla="*/ 502847 w 609586"/>
              <a:gd name="connsiteY4" fmla="*/ 365700 h 457115"/>
              <a:gd name="connsiteX5" fmla="*/ 15238 w 609586"/>
              <a:gd name="connsiteY5" fmla="*/ 365692 h 457115"/>
              <a:gd name="connsiteX6" fmla="*/ 350480 w 609586"/>
              <a:gd name="connsiteY6" fmla="*/ 365692 h 457115"/>
              <a:gd name="connsiteX7" fmla="*/ 365719 w 609586"/>
              <a:gd name="connsiteY7" fmla="*/ 380929 h 457115"/>
              <a:gd name="connsiteX8" fmla="*/ 350480 w 609586"/>
              <a:gd name="connsiteY8" fmla="*/ 396167 h 457115"/>
              <a:gd name="connsiteX9" fmla="*/ 30476 w 609586"/>
              <a:gd name="connsiteY9" fmla="*/ 396167 h 457115"/>
              <a:gd name="connsiteX10" fmla="*/ 30476 w 609586"/>
              <a:gd name="connsiteY10" fmla="*/ 411404 h 457115"/>
              <a:gd name="connsiteX11" fmla="*/ 45715 w 609586"/>
              <a:gd name="connsiteY11" fmla="*/ 426641 h 457115"/>
              <a:gd name="connsiteX12" fmla="*/ 350480 w 609586"/>
              <a:gd name="connsiteY12" fmla="*/ 426641 h 457115"/>
              <a:gd name="connsiteX13" fmla="*/ 365719 w 609586"/>
              <a:gd name="connsiteY13" fmla="*/ 441878 h 457115"/>
              <a:gd name="connsiteX14" fmla="*/ 350480 w 609586"/>
              <a:gd name="connsiteY14" fmla="*/ 457115 h 457115"/>
              <a:gd name="connsiteX15" fmla="*/ 45715 w 609586"/>
              <a:gd name="connsiteY15" fmla="*/ 457115 h 457115"/>
              <a:gd name="connsiteX16" fmla="*/ 0 w 609586"/>
              <a:gd name="connsiteY16" fmla="*/ 411404 h 457115"/>
              <a:gd name="connsiteX17" fmla="*/ 0 w 609586"/>
              <a:gd name="connsiteY17" fmla="*/ 380929 h 457115"/>
              <a:gd name="connsiteX18" fmla="*/ 15238 w 609586"/>
              <a:gd name="connsiteY18" fmla="*/ 365692 h 457115"/>
              <a:gd name="connsiteX19" fmla="*/ 441930 w 609586"/>
              <a:gd name="connsiteY19" fmla="*/ 152389 h 457115"/>
              <a:gd name="connsiteX20" fmla="*/ 426689 w 609586"/>
              <a:gd name="connsiteY20" fmla="*/ 167626 h 457115"/>
              <a:gd name="connsiteX21" fmla="*/ 426689 w 609586"/>
              <a:gd name="connsiteY21" fmla="*/ 411406 h 457115"/>
              <a:gd name="connsiteX22" fmla="*/ 441930 w 609586"/>
              <a:gd name="connsiteY22" fmla="*/ 426643 h 457115"/>
              <a:gd name="connsiteX23" fmla="*/ 563862 w 609586"/>
              <a:gd name="connsiteY23" fmla="*/ 426643 h 457115"/>
              <a:gd name="connsiteX24" fmla="*/ 579103 w 609586"/>
              <a:gd name="connsiteY24" fmla="*/ 411406 h 457115"/>
              <a:gd name="connsiteX25" fmla="*/ 579103 w 609586"/>
              <a:gd name="connsiteY25" fmla="*/ 167626 h 457115"/>
              <a:gd name="connsiteX26" fmla="*/ 563862 w 609586"/>
              <a:gd name="connsiteY26" fmla="*/ 152389 h 457115"/>
              <a:gd name="connsiteX27" fmla="*/ 441930 w 609586"/>
              <a:gd name="connsiteY27" fmla="*/ 121917 h 457115"/>
              <a:gd name="connsiteX28" fmla="*/ 563862 w 609586"/>
              <a:gd name="connsiteY28" fmla="*/ 121917 h 457115"/>
              <a:gd name="connsiteX29" fmla="*/ 609586 w 609586"/>
              <a:gd name="connsiteY29" fmla="*/ 167626 h 457115"/>
              <a:gd name="connsiteX30" fmla="*/ 609586 w 609586"/>
              <a:gd name="connsiteY30" fmla="*/ 411406 h 457115"/>
              <a:gd name="connsiteX31" fmla="*/ 563862 w 609586"/>
              <a:gd name="connsiteY31" fmla="*/ 457115 h 457115"/>
              <a:gd name="connsiteX32" fmla="*/ 441930 w 609586"/>
              <a:gd name="connsiteY32" fmla="*/ 457115 h 457115"/>
              <a:gd name="connsiteX33" fmla="*/ 396206 w 609586"/>
              <a:gd name="connsiteY33" fmla="*/ 411406 h 457115"/>
              <a:gd name="connsiteX34" fmla="*/ 396206 w 609586"/>
              <a:gd name="connsiteY34" fmla="*/ 167626 h 457115"/>
              <a:gd name="connsiteX35" fmla="*/ 441930 w 609586"/>
              <a:gd name="connsiteY35" fmla="*/ 121917 h 457115"/>
              <a:gd name="connsiteX36" fmla="*/ 106668 w 609586"/>
              <a:gd name="connsiteY36" fmla="*/ 0 h 457115"/>
              <a:gd name="connsiteX37" fmla="*/ 502863 w 609586"/>
              <a:gd name="connsiteY37" fmla="*/ 0 h 457115"/>
              <a:gd name="connsiteX38" fmla="*/ 548578 w 609586"/>
              <a:gd name="connsiteY38" fmla="*/ 45711 h 457115"/>
              <a:gd name="connsiteX39" fmla="*/ 548578 w 609586"/>
              <a:gd name="connsiteY39" fmla="*/ 76186 h 457115"/>
              <a:gd name="connsiteX40" fmla="*/ 533340 w 609586"/>
              <a:gd name="connsiteY40" fmla="*/ 91423 h 457115"/>
              <a:gd name="connsiteX41" fmla="*/ 518102 w 609586"/>
              <a:gd name="connsiteY41" fmla="*/ 76186 h 457115"/>
              <a:gd name="connsiteX42" fmla="*/ 518102 w 609586"/>
              <a:gd name="connsiteY42" fmla="*/ 45711 h 457115"/>
              <a:gd name="connsiteX43" fmla="*/ 502863 w 609586"/>
              <a:gd name="connsiteY43" fmla="*/ 30474 h 457115"/>
              <a:gd name="connsiteX44" fmla="*/ 106668 w 609586"/>
              <a:gd name="connsiteY44" fmla="*/ 30474 h 457115"/>
              <a:gd name="connsiteX45" fmla="*/ 91430 w 609586"/>
              <a:gd name="connsiteY45" fmla="*/ 45711 h 457115"/>
              <a:gd name="connsiteX46" fmla="*/ 91430 w 609586"/>
              <a:gd name="connsiteY46" fmla="*/ 289506 h 457115"/>
              <a:gd name="connsiteX47" fmla="*/ 106668 w 609586"/>
              <a:gd name="connsiteY47" fmla="*/ 304743 h 457115"/>
              <a:gd name="connsiteX48" fmla="*/ 350480 w 609586"/>
              <a:gd name="connsiteY48" fmla="*/ 304743 h 457115"/>
              <a:gd name="connsiteX49" fmla="*/ 365719 w 609586"/>
              <a:gd name="connsiteY49" fmla="*/ 319980 h 457115"/>
              <a:gd name="connsiteX50" fmla="*/ 350480 w 609586"/>
              <a:gd name="connsiteY50" fmla="*/ 335217 h 457115"/>
              <a:gd name="connsiteX51" fmla="*/ 106668 w 609586"/>
              <a:gd name="connsiteY51" fmla="*/ 335217 h 457115"/>
              <a:gd name="connsiteX52" fmla="*/ 60953 w 609586"/>
              <a:gd name="connsiteY52" fmla="*/ 289506 h 457115"/>
              <a:gd name="connsiteX53" fmla="*/ 60953 w 609586"/>
              <a:gd name="connsiteY53" fmla="*/ 45711 h 457115"/>
              <a:gd name="connsiteX54" fmla="*/ 106668 w 609586"/>
              <a:gd name="connsiteY54" fmla="*/ 0 h 457115"/>
            </a:gdLst>
            <a:ahLst/>
            <a:cxnLst/>
            <a:rect l="l" t="t" r="r" b="b"/>
            <a:pathLst>
              <a:path w="609586" h="457115">
                <a:moveTo>
                  <a:pt x="502847" y="365700"/>
                </a:moveTo>
                <a:cubicBezTo>
                  <a:pt x="511271" y="365652"/>
                  <a:pt x="518124" y="372505"/>
                  <a:pt x="518077" y="380929"/>
                </a:cubicBezTo>
                <a:cubicBezTo>
                  <a:pt x="518124" y="389353"/>
                  <a:pt x="511271" y="396206"/>
                  <a:pt x="502847" y="396159"/>
                </a:cubicBezTo>
                <a:cubicBezTo>
                  <a:pt x="494423" y="396206"/>
                  <a:pt x="487570" y="389353"/>
                  <a:pt x="487618" y="380929"/>
                </a:cubicBezTo>
                <a:cubicBezTo>
                  <a:pt x="487570" y="372505"/>
                  <a:pt x="494423" y="365652"/>
                  <a:pt x="502847" y="365700"/>
                </a:cubicBezTo>
                <a:close/>
                <a:moveTo>
                  <a:pt x="15238" y="365692"/>
                </a:moveTo>
                <a:lnTo>
                  <a:pt x="350480" y="365692"/>
                </a:lnTo>
                <a:cubicBezTo>
                  <a:pt x="358909" y="365692"/>
                  <a:pt x="365719" y="372501"/>
                  <a:pt x="365719" y="380929"/>
                </a:cubicBezTo>
                <a:cubicBezTo>
                  <a:pt x="365719" y="389357"/>
                  <a:pt x="358909" y="396167"/>
                  <a:pt x="350480" y="396167"/>
                </a:cubicBezTo>
                <a:lnTo>
                  <a:pt x="30476" y="396167"/>
                </a:lnTo>
                <a:lnTo>
                  <a:pt x="30476" y="411404"/>
                </a:lnTo>
                <a:cubicBezTo>
                  <a:pt x="30476" y="419832"/>
                  <a:pt x="37286" y="426641"/>
                  <a:pt x="45715" y="426641"/>
                </a:cubicBezTo>
                <a:lnTo>
                  <a:pt x="350480" y="426641"/>
                </a:lnTo>
                <a:cubicBezTo>
                  <a:pt x="358909" y="426641"/>
                  <a:pt x="365719" y="433450"/>
                  <a:pt x="365719" y="441878"/>
                </a:cubicBezTo>
                <a:cubicBezTo>
                  <a:pt x="365719" y="450306"/>
                  <a:pt x="358909" y="457115"/>
                  <a:pt x="350480" y="457115"/>
                </a:cubicBezTo>
                <a:lnTo>
                  <a:pt x="45715" y="457115"/>
                </a:lnTo>
                <a:cubicBezTo>
                  <a:pt x="20524" y="457115"/>
                  <a:pt x="0" y="436593"/>
                  <a:pt x="0" y="411404"/>
                </a:cubicBezTo>
                <a:lnTo>
                  <a:pt x="0" y="380929"/>
                </a:lnTo>
                <a:cubicBezTo>
                  <a:pt x="0" y="372501"/>
                  <a:pt x="6809" y="365692"/>
                  <a:pt x="15238" y="365692"/>
                </a:cubicBezTo>
                <a:close/>
                <a:moveTo>
                  <a:pt x="441930" y="152389"/>
                </a:moveTo>
                <a:cubicBezTo>
                  <a:pt x="433500" y="152389"/>
                  <a:pt x="426689" y="159198"/>
                  <a:pt x="426689" y="167626"/>
                </a:cubicBezTo>
                <a:lnTo>
                  <a:pt x="426689" y="411406"/>
                </a:lnTo>
                <a:cubicBezTo>
                  <a:pt x="426689" y="419834"/>
                  <a:pt x="433500" y="426643"/>
                  <a:pt x="441930" y="426643"/>
                </a:cubicBezTo>
                <a:lnTo>
                  <a:pt x="563862" y="426643"/>
                </a:lnTo>
                <a:cubicBezTo>
                  <a:pt x="572292" y="426643"/>
                  <a:pt x="579103" y="419834"/>
                  <a:pt x="579103" y="411406"/>
                </a:cubicBezTo>
                <a:lnTo>
                  <a:pt x="579103" y="167626"/>
                </a:lnTo>
                <a:cubicBezTo>
                  <a:pt x="579103" y="159198"/>
                  <a:pt x="572292" y="152389"/>
                  <a:pt x="563862" y="152389"/>
                </a:cubicBezTo>
                <a:close/>
                <a:moveTo>
                  <a:pt x="441930" y="121917"/>
                </a:moveTo>
                <a:lnTo>
                  <a:pt x="563862" y="121917"/>
                </a:lnTo>
                <a:cubicBezTo>
                  <a:pt x="589058" y="121917"/>
                  <a:pt x="609586" y="142438"/>
                  <a:pt x="609586" y="167626"/>
                </a:cubicBezTo>
                <a:lnTo>
                  <a:pt x="609586" y="411406"/>
                </a:lnTo>
                <a:cubicBezTo>
                  <a:pt x="609586" y="436594"/>
                  <a:pt x="589058" y="457115"/>
                  <a:pt x="563862" y="457115"/>
                </a:cubicBezTo>
                <a:lnTo>
                  <a:pt x="441930" y="457115"/>
                </a:lnTo>
                <a:cubicBezTo>
                  <a:pt x="416734" y="457115"/>
                  <a:pt x="396206" y="436594"/>
                  <a:pt x="396206" y="411406"/>
                </a:cubicBezTo>
                <a:lnTo>
                  <a:pt x="396206" y="167626"/>
                </a:lnTo>
                <a:cubicBezTo>
                  <a:pt x="396206" y="142438"/>
                  <a:pt x="416734" y="121917"/>
                  <a:pt x="441930" y="121917"/>
                </a:cubicBezTo>
                <a:close/>
                <a:moveTo>
                  <a:pt x="106668" y="0"/>
                </a:moveTo>
                <a:lnTo>
                  <a:pt x="502863" y="0"/>
                </a:lnTo>
                <a:cubicBezTo>
                  <a:pt x="528054" y="0"/>
                  <a:pt x="548578" y="20522"/>
                  <a:pt x="548578" y="45711"/>
                </a:cubicBezTo>
                <a:lnTo>
                  <a:pt x="548578" y="76186"/>
                </a:lnTo>
                <a:cubicBezTo>
                  <a:pt x="548578" y="84614"/>
                  <a:pt x="541769" y="91423"/>
                  <a:pt x="533340" y="91423"/>
                </a:cubicBezTo>
                <a:cubicBezTo>
                  <a:pt x="524911" y="91423"/>
                  <a:pt x="518102" y="84614"/>
                  <a:pt x="518102" y="76186"/>
                </a:cubicBezTo>
                <a:lnTo>
                  <a:pt x="518102" y="45711"/>
                </a:lnTo>
                <a:cubicBezTo>
                  <a:pt x="518102" y="37283"/>
                  <a:pt x="511292" y="30474"/>
                  <a:pt x="502863" y="30474"/>
                </a:cubicBezTo>
                <a:lnTo>
                  <a:pt x="106668" y="30474"/>
                </a:lnTo>
                <a:cubicBezTo>
                  <a:pt x="98239" y="30474"/>
                  <a:pt x="91430" y="37283"/>
                  <a:pt x="91430" y="45711"/>
                </a:cubicBezTo>
                <a:lnTo>
                  <a:pt x="91430" y="289506"/>
                </a:lnTo>
                <a:cubicBezTo>
                  <a:pt x="91430" y="297934"/>
                  <a:pt x="98239" y="304743"/>
                  <a:pt x="106668" y="304743"/>
                </a:cubicBezTo>
                <a:lnTo>
                  <a:pt x="350480" y="304743"/>
                </a:lnTo>
                <a:cubicBezTo>
                  <a:pt x="358909" y="304743"/>
                  <a:pt x="365719" y="311552"/>
                  <a:pt x="365719" y="319980"/>
                </a:cubicBezTo>
                <a:cubicBezTo>
                  <a:pt x="365719" y="328408"/>
                  <a:pt x="358909" y="335217"/>
                  <a:pt x="350480" y="335217"/>
                </a:cubicBezTo>
                <a:lnTo>
                  <a:pt x="106668" y="335217"/>
                </a:lnTo>
                <a:cubicBezTo>
                  <a:pt x="81477" y="335217"/>
                  <a:pt x="60953" y="314695"/>
                  <a:pt x="60953" y="289506"/>
                </a:cubicBezTo>
                <a:lnTo>
                  <a:pt x="60953" y="45711"/>
                </a:lnTo>
                <a:cubicBezTo>
                  <a:pt x="60953" y="20522"/>
                  <a:pt x="81477" y="0"/>
                  <a:pt x="10666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pic>
        <p:nvPicPr>
          <p:cNvPr id="51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59371" y="1704094"/>
            <a:ext cx="5715000" cy="3800475"/>
          </a:xfrm>
          <a:prstGeom prst="rect">
            <a:avLst/>
          </a:prstGeom>
        </p:spPr>
      </p:pic>
      <p:pic>
        <p:nvPicPr>
          <p:cNvPr id="52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1750" y="4399235"/>
            <a:ext cx="2315727" cy="1554893"/>
          </a:xfrm>
          <a:prstGeom prst="rect">
            <a:avLst/>
          </a:prstGeom>
        </p:spPr>
      </p:pic>
      <p:pic>
        <p:nvPicPr>
          <p:cNvPr id="53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3096" y="4399235"/>
            <a:ext cx="2315727" cy="155489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powerpoint template design by DAJU_PPT正版来源小红书大橘PPT微信DAJU_PPT请勿抄袭搬运！盗版必究！-6"/>
          <p:cNvSpPr>
            <a:spLocks noGrp="1"/>
          </p:cNvSpPr>
          <p:nvPr/>
        </p:nvSpPr>
        <p:spPr>
          <a:xfrm>
            <a:off x="8053814" y="1894450"/>
            <a:ext cx="3496302" cy="26768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</a:p>
        </p:txBody>
      </p:sp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xfrm>
            <a:off x="-580708" y="537477"/>
            <a:ext cx="6012872" cy="40510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>
                <a:latin typeface="+mn-lt"/>
                <a:ea typeface="+mn-lt"/>
                <a:cs typeface="+mn-lt"/>
              </a:rPr>
              <a:t>实习经历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36" name="powerpoint template design by DAJU_PPT正版来源小红书大橘PPT微信DAJU_PPT请勿抄袭搬运！盗版必究！-1"/>
          <p:cNvSpPr>
            <a:spLocks noGrp="1"/>
          </p:cNvSpPr>
          <p:nvPr/>
        </p:nvSpPr>
        <p:spPr>
          <a:xfrm>
            <a:off x="581725" y="4873210"/>
            <a:ext cx="11028550" cy="417576"/>
          </a:xfrm>
          <a:prstGeom prst="rect">
            <a:avLst/>
          </a:prstGeom>
          <a:noFill/>
          <a:ln w="9525">
            <a:noFill/>
          </a:ln>
        </p:spPr>
        <p:txBody>
          <a:bodyPr wrap="square" lIns="60960" tIns="30480" rIns="60960" bIns="30480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 defTabSz="1450975">
              <a:lnSpc>
                <a:spcPct val="130000"/>
              </a:lnSpc>
              <a:buNone/>
            </a:pPr>
            <a:r>
              <a:rPr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</a:rPr>
              <a:t>两段实习聚焦前端可视化、AI 辅助修复与医疗系统智能化迭代。</a:t>
            </a:r>
            <a:endParaRPr b="1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37" name="powerpoint template design by DAJU_PPT正版来源小红书大橘PPT微信DAJU_PPT请勿抄袭搬运！盗版必究！-2"/>
          <p:cNvSpPr>
            <a:spLocks noGrp="1"/>
          </p:cNvSpPr>
          <p:nvPr/>
        </p:nvSpPr>
        <p:spPr>
          <a:xfrm>
            <a:off x="600774" y="1886234"/>
            <a:ext cx="3496302" cy="26768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</a:p>
        </p:txBody>
      </p:sp>
      <p:sp>
        <p:nvSpPr>
          <p:cNvPr id="56" name="powerpoint template design by DAJU_PPT正版来源小红书大橘PPT微信DAJU_PPT请勿抄袭搬运！盗版必究！-5"/>
          <p:cNvSpPr>
            <a:spLocks noGrp="1"/>
          </p:cNvSpPr>
          <p:nvPr/>
        </p:nvSpPr>
        <p:spPr>
          <a:xfrm>
            <a:off x="679450" y="4056662"/>
            <a:ext cx="2164214" cy="914400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b="1">
                <a:solidFill>
                  <a:schemeClr val="bg1"/>
                </a:solidFill>
              </a:rPr>
              <a:t>国家网络安全人才与创新基地</a:t>
            </a:r>
            <a:endParaRPr b="1">
              <a:solidFill>
                <a:schemeClr val="bg1"/>
              </a:solidFill>
            </a:endParaRPr>
          </a:p>
          <a:p>
            <a:r>
              <a:rPr b="1">
                <a:solidFill>
                  <a:schemeClr val="bg1"/>
                </a:solidFill>
              </a:rPr>
              <a:t>武汉金银湖实验室</a:t>
            </a:r>
            <a:endParaRPr b="1">
              <a:solidFill>
                <a:schemeClr val="bg1"/>
              </a:solidFill>
            </a:endParaRPr>
          </a:p>
        </p:txBody>
      </p:sp>
      <p:sp>
        <p:nvSpPr>
          <p:cNvPr id="57" name="powerpoint template design by DAJU_PPT正版来源小红书大橘PPT微信DAJU_PPT请勿抄袭搬运！盗版必究！-6"/>
          <p:cNvSpPr>
            <a:spLocks noGrp="1"/>
          </p:cNvSpPr>
          <p:nvPr/>
        </p:nvSpPr>
        <p:spPr>
          <a:xfrm>
            <a:off x="4366898" y="1884536"/>
            <a:ext cx="3496302" cy="26768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</a:p>
        </p:txBody>
      </p:sp>
      <p:sp>
        <p:nvSpPr>
          <p:cNvPr id="59" name="powerpoint template design by DAJU_PPT正版来源小红书大橘PPT微信DAJU_PPT请勿抄袭搬运！盗版必究！-8"/>
          <p:cNvSpPr>
            <a:spLocks noGrp="1"/>
          </p:cNvSpPr>
          <p:nvPr/>
        </p:nvSpPr>
        <p:spPr>
          <a:xfrm>
            <a:off x="4569538" y="3435787"/>
            <a:ext cx="3003433" cy="348300"/>
          </a:xfrm>
          <a:prstGeom prst="rect">
            <a:avLst/>
          </a:prstGeom>
          <a:noFill/>
          <a:ln w="9525">
            <a:noFill/>
          </a:ln>
        </p:spPr>
        <p:txBody>
          <a:bodyPr wrap="square" lIns="60960" tIns="30480" rIns="60960" bIns="30480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 defTabSz="685800">
              <a:lnSpc>
                <a:spcPct val="130000"/>
              </a:lnSpc>
              <a:buNone/>
            </a:pPr>
            <a:endParaRPr sz="1600" kern="0"/>
          </a:p>
        </p:txBody>
      </p:sp>
      <p:sp>
        <p:nvSpPr>
          <p:cNvPr id="60" name="powerpoint template design by DAJU_PPT正版来源小红书大橘PPT微信DAJU_PPT请勿抄袭搬运！盗版必究！-9"/>
          <p:cNvSpPr>
            <a:spLocks noGrp="1"/>
          </p:cNvSpPr>
          <p:nvPr/>
        </p:nvSpPr>
        <p:spPr>
          <a:xfrm>
            <a:off x="4516755" y="4044070"/>
            <a:ext cx="1830818" cy="914400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b="1">
                <a:solidFill>
                  <a:schemeClr val="bg1"/>
                </a:solidFill>
              </a:rPr>
              <a:t>东软集团</a:t>
            </a:r>
            <a:endParaRPr b="1">
              <a:solidFill>
                <a:schemeClr val="bg1"/>
              </a:solidFill>
            </a:endParaRPr>
          </a:p>
          <a:p>
            <a:r>
              <a:rPr b="1">
                <a:solidFill>
                  <a:schemeClr val="bg1"/>
                </a:solidFill>
              </a:rPr>
              <a:t>东软医疗健康事业部</a:t>
            </a:r>
            <a:endParaRPr b="1">
              <a:solidFill>
                <a:schemeClr val="bg1"/>
              </a:solidFill>
            </a:endParaRPr>
          </a:p>
        </p:txBody>
      </p:sp>
      <p:sp>
        <p:nvSpPr>
          <p:cNvPr id="17" name="powerpoint template design by DAJU_PPT正版来源小红书大橘PPT微信DAJU_PPT请勿抄袭搬运！盗版必究！-5"/>
          <p:cNvSpPr>
            <a:spLocks noGrp="1"/>
          </p:cNvSpPr>
          <p:nvPr/>
        </p:nvSpPr>
        <p:spPr>
          <a:xfrm>
            <a:off x="8204748" y="3988073"/>
            <a:ext cx="3204931" cy="646331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b="1">
                <a:solidFill>
                  <a:schemeClr val="bg1"/>
                </a:solidFill>
              </a:rPr>
              <a:t>武汉洪飞智巡科技有限公司</a:t>
            </a:r>
            <a:endParaRPr b="1">
              <a:solidFill>
                <a:schemeClr val="bg1"/>
              </a:solidFill>
            </a:endParaRPr>
          </a:p>
          <a:p>
            <a:r>
              <a:rPr b="1">
                <a:solidFill>
                  <a:schemeClr val="bg1"/>
                </a:solidFill>
              </a:rPr>
              <a:t>相关技术采用</a:t>
            </a:r>
            <a:endParaRPr b="1">
              <a:solidFill>
                <a:schemeClr val="bg1"/>
              </a:solidFill>
            </a:endParaRPr>
          </a:p>
        </p:txBody>
      </p:sp>
      <p:pic>
        <p:nvPicPr>
          <p:cNvPr id="73" name="Picture 4"/>
          <p:cNvPicPr>
            <a:picLocks noChangeAspect="1"/>
          </p:cNvPicPr>
          <p:nvPr/>
        </p:nvPicPr>
        <p:blipFill rotWithShape="1">
          <a:blip r:embed="rId1"/>
          <a:srcRect l="12310"/>
          <a:stretch>
            <a:fillRect/>
          </a:stretch>
        </p:blipFill>
        <p:spPr>
          <a:xfrm>
            <a:off x="600774" y="1920755"/>
            <a:ext cx="3180490" cy="2093846"/>
          </a:xfrm>
          <a:prstGeom prst="rect">
            <a:avLst/>
          </a:prstGeom>
        </p:spPr>
      </p:pic>
      <p:pic>
        <p:nvPicPr>
          <p:cNvPr id="74" name="Picture 4"/>
          <p:cNvPicPr>
            <a:picLocks noChangeAspect="1"/>
          </p:cNvPicPr>
          <p:nvPr/>
        </p:nvPicPr>
        <p:blipFill rotWithShape="1">
          <a:blip r:embed="rId1"/>
          <a:srcRect l="12310"/>
          <a:stretch>
            <a:fillRect/>
          </a:stretch>
        </p:blipFill>
        <p:spPr>
          <a:xfrm>
            <a:off x="4378924" y="1911553"/>
            <a:ext cx="3180490" cy="2093846"/>
          </a:xfrm>
          <a:prstGeom prst="rect">
            <a:avLst/>
          </a:prstGeom>
        </p:spPr>
      </p:pic>
      <p:pic>
        <p:nvPicPr>
          <p:cNvPr id="75" name="Picture 4"/>
          <p:cNvPicPr>
            <a:picLocks noChangeAspect="1"/>
          </p:cNvPicPr>
          <p:nvPr/>
        </p:nvPicPr>
        <p:blipFill rotWithShape="1">
          <a:blip r:embed="rId1"/>
          <a:srcRect l="12310"/>
          <a:stretch>
            <a:fillRect/>
          </a:stretch>
        </p:blipFill>
        <p:spPr>
          <a:xfrm>
            <a:off x="8064311" y="1902325"/>
            <a:ext cx="3180490" cy="209384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7" name="powerpoint template design by DAJU_PPT正版来源小红书大橘PPT微信DAJU_PPT请勿抄袭搬运！盗版必究！-1"/>
          <p:cNvSpPr>
            <a:spLocks noGrp="1"/>
          </p:cNvSpPr>
          <p:nvPr/>
        </p:nvSpPr>
        <p:spPr>
          <a:xfrm>
            <a:off x="0" y="0"/>
            <a:ext cx="1224280" cy="1224280"/>
          </a:xfrm>
          <a:custGeom>
            <a:avLst/>
            <a:gdLst>
              <a:gd name="connsiteX0" fmla="*/ 0 w 1224280"/>
              <a:gd name="connsiteY0" fmla="*/ 0 h 1224280"/>
              <a:gd name="connsiteX1" fmla="*/ 1224280 w 1224280"/>
              <a:gd name="connsiteY1" fmla="*/ 0 h 1224280"/>
              <a:gd name="connsiteX2" fmla="*/ 0 w 1224280"/>
              <a:gd name="connsiteY2" fmla="*/ 1224280 h 1224280"/>
            </a:gdLst>
            <a:ahLst/>
            <a:cxnLst/>
            <a:rect l="l" t="t" r="r" b="b"/>
            <a:pathLst>
              <a:path w="1224280" h="1224280">
                <a:moveTo>
                  <a:pt x="0" y="0"/>
                </a:moveTo>
                <a:lnTo>
                  <a:pt x="1224280" y="0"/>
                </a:lnTo>
                <a:cubicBezTo>
                  <a:pt x="1224280" y="676151"/>
                  <a:pt x="676151" y="1224280"/>
                  <a:pt x="0" y="1224280"/>
                </a:cubicBezTo>
                <a:close/>
              </a:path>
            </a:pathLst>
          </a:custGeom>
          <a:solidFill>
            <a:schemeClr val="accent1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8" name="powerpoint template design by DAJU_PPT正版来源小红书大橘PPT微信DAJU_PPT请勿抄袭搬运！盗版必究！-2"/>
          <p:cNvSpPr>
            <a:spLocks noGrp="1"/>
          </p:cNvSpPr>
          <p:nvPr/>
        </p:nvSpPr>
        <p:spPr>
          <a:xfrm flipH="1">
            <a:off x="10967720" y="0"/>
            <a:ext cx="1224280" cy="1224280"/>
          </a:xfrm>
          <a:custGeom>
            <a:avLst/>
            <a:gdLst>
              <a:gd name="connsiteX0" fmla="*/ 0 w 1224280"/>
              <a:gd name="connsiteY0" fmla="*/ 0 h 1224280"/>
              <a:gd name="connsiteX1" fmla="*/ 1224280 w 1224280"/>
              <a:gd name="connsiteY1" fmla="*/ 0 h 1224280"/>
              <a:gd name="connsiteX2" fmla="*/ 0 w 1224280"/>
              <a:gd name="connsiteY2" fmla="*/ 1224280 h 1224280"/>
            </a:gdLst>
            <a:ahLst/>
            <a:cxnLst/>
            <a:rect l="l" t="t" r="r" b="b"/>
            <a:pathLst>
              <a:path w="1224280" h="1224280">
                <a:moveTo>
                  <a:pt x="0" y="0"/>
                </a:moveTo>
                <a:lnTo>
                  <a:pt x="1224280" y="0"/>
                </a:lnTo>
                <a:cubicBezTo>
                  <a:pt x="1224280" y="676151"/>
                  <a:pt x="676151" y="1224280"/>
                  <a:pt x="0" y="1224280"/>
                </a:cubicBezTo>
                <a:close/>
              </a:path>
            </a:pathLst>
          </a:custGeom>
          <a:solidFill>
            <a:schemeClr val="accent1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9" name="powerpoint template design by DAJU_PPT正版来源小红书大橘PPT微信DAJU_PPT请勿抄袭搬运！盗版必究！-3"/>
          <p:cNvSpPr>
            <a:spLocks noGrp="1"/>
          </p:cNvSpPr>
          <p:nvPr/>
        </p:nvSpPr>
        <p:spPr>
          <a:xfrm flipV="1">
            <a:off x="0" y="5633720"/>
            <a:ext cx="1224280" cy="1224280"/>
          </a:xfrm>
          <a:custGeom>
            <a:avLst/>
            <a:gdLst>
              <a:gd name="connsiteX0" fmla="*/ 0 w 1224280"/>
              <a:gd name="connsiteY0" fmla="*/ 0 h 1224280"/>
              <a:gd name="connsiteX1" fmla="*/ 1224280 w 1224280"/>
              <a:gd name="connsiteY1" fmla="*/ 0 h 1224280"/>
              <a:gd name="connsiteX2" fmla="*/ 0 w 1224280"/>
              <a:gd name="connsiteY2" fmla="*/ 1224280 h 1224280"/>
            </a:gdLst>
            <a:ahLst/>
            <a:cxnLst/>
            <a:rect l="l" t="t" r="r" b="b"/>
            <a:pathLst>
              <a:path w="1224280" h="1224280">
                <a:moveTo>
                  <a:pt x="0" y="0"/>
                </a:moveTo>
                <a:lnTo>
                  <a:pt x="1224280" y="0"/>
                </a:lnTo>
                <a:cubicBezTo>
                  <a:pt x="1224280" y="676151"/>
                  <a:pt x="676151" y="1224280"/>
                  <a:pt x="0" y="1224280"/>
                </a:cubicBezTo>
                <a:close/>
              </a:path>
            </a:pathLst>
          </a:custGeom>
          <a:solidFill>
            <a:schemeClr val="accent1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0" name="powerpoint template design by DAJU_PPT正版来源小红书大橘PPT微信DAJU_PPT请勿抄袭搬运！盗版必究！-4"/>
          <p:cNvSpPr>
            <a:spLocks noGrp="1"/>
          </p:cNvSpPr>
          <p:nvPr/>
        </p:nvSpPr>
        <p:spPr>
          <a:xfrm flipH="1" flipV="1">
            <a:off x="10967720" y="5633720"/>
            <a:ext cx="1224280" cy="1224280"/>
          </a:xfrm>
          <a:custGeom>
            <a:avLst/>
            <a:gdLst>
              <a:gd name="connsiteX0" fmla="*/ 0 w 1224280"/>
              <a:gd name="connsiteY0" fmla="*/ 0 h 1224280"/>
              <a:gd name="connsiteX1" fmla="*/ 1224280 w 1224280"/>
              <a:gd name="connsiteY1" fmla="*/ 0 h 1224280"/>
              <a:gd name="connsiteX2" fmla="*/ 0 w 1224280"/>
              <a:gd name="connsiteY2" fmla="*/ 1224280 h 1224280"/>
            </a:gdLst>
            <a:ahLst/>
            <a:cxnLst/>
            <a:rect l="l" t="t" r="r" b="b"/>
            <a:pathLst>
              <a:path w="1224280" h="1224280">
                <a:moveTo>
                  <a:pt x="0" y="0"/>
                </a:moveTo>
                <a:lnTo>
                  <a:pt x="1224280" y="0"/>
                </a:lnTo>
                <a:cubicBezTo>
                  <a:pt x="1224280" y="676151"/>
                  <a:pt x="676151" y="1224280"/>
                  <a:pt x="0" y="1224280"/>
                </a:cubicBezTo>
                <a:close/>
              </a:path>
            </a:pathLst>
          </a:custGeom>
          <a:solidFill>
            <a:schemeClr val="accent1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9" name="powerpoint template design by DAJU_PPT正版来源小红书大橘PPT微信DAJU_PPT请勿抄袭搬运！盗版必究！-5"/>
          <p:cNvSpPr>
            <a:spLocks noGrp="1"/>
          </p:cNvSpPr>
          <p:nvPr/>
        </p:nvSpPr>
        <p:spPr>
          <a:xfrm>
            <a:off x="213360" y="205740"/>
            <a:ext cx="11765280" cy="6446520"/>
          </a:xfrm>
          <a:prstGeom prst="rect">
            <a:avLst/>
          </a:prstGeom>
          <a:solidFill>
            <a:schemeClr val="bg1"/>
          </a:solidFill>
          <a:ln w="12700" cmpd="sng">
            <a:noFill/>
            <a:prstDash val="solid"/>
          </a:ln>
          <a:effectLst>
            <a:outerShdw blurRad="228600" sx="98000" sy="98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powerpoint template design by DAJU_PPT正版来源小红书大橘PPT微信DAJU_PPT请勿抄袭搬运！盗版必究！-6"/>
          <p:cNvSpPr>
            <a:spLocks noGrp="1"/>
          </p:cNvSpPr>
          <p:nvPr/>
        </p:nvSpPr>
        <p:spPr>
          <a:xfrm>
            <a:off x="314960" y="304800"/>
            <a:ext cx="11562080" cy="6248400"/>
          </a:xfrm>
          <a:prstGeom prst="roundRect">
            <a:avLst>
              <a:gd name="adj" fmla="val 0"/>
            </a:avLst>
          </a:prstGeom>
          <a:noFill/>
          <a:ln w="25400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7" name="powerpoint template design by DAJU_PPT正版来源小红书大橘PPT微信DAJU_PPT请勿抄袭搬运！盗版必究！"/>
          <p:cNvSpPr>
            <a:spLocks noGrp="1"/>
          </p:cNvSpPr>
          <p:nvPr/>
        </p:nvSpPr>
        <p:spPr>
          <a:xfrm>
            <a:off x="1771739" y="3134976"/>
            <a:ext cx="8648521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</a:pPr>
            <a:r>
              <a:rPr sz="6000" b="1" spc="600">
                <a:solidFill>
                  <a:schemeClr val="accent1"/>
                </a:solidFill>
              </a:rPr>
              <a:t>恳请各位老师批评指导</a:t>
            </a:r>
            <a:endParaRPr sz="6000" b="1" spc="600">
              <a:solidFill>
                <a:schemeClr val="accent1"/>
              </a:solidFill>
            </a:endParaRPr>
          </a:p>
        </p:txBody>
      </p:sp>
      <p:pic>
        <p:nvPicPr>
          <p:cNvPr id="69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0543" y="979814"/>
            <a:ext cx="1870911" cy="1809670"/>
          </a:xfrm>
          <a:prstGeom prst="rect">
            <a:avLst/>
          </a:prstGeom>
        </p:spPr>
      </p:pic>
      <p:sp>
        <p:nvSpPr>
          <p:cNvPr id="4" name="文本框 19"/>
          <p:cNvSpPr>
            <a:spLocks noGrp="1"/>
          </p:cNvSpPr>
          <p:nvPr/>
        </p:nvSpPr>
        <p:spPr>
          <a:xfrm>
            <a:off x="8160850" y="4930685"/>
            <a:ext cx="39193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buNone/>
            </a:pPr>
            <a:r>
              <a:rPr sz="2000">
                <a:solidFill>
                  <a:schemeClr val="tx1">
                    <a:lumMod val="85000"/>
                    <a:lumOff val="15000"/>
                  </a:schemeClr>
                </a:solidFill>
              </a:rPr>
              <a:t>汇报人：陈飞扬</a:t>
            </a:r>
            <a:endParaRPr sz="20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自定义 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A73AE"/>
      </a:accent1>
      <a:accent2>
        <a:srgbClr val="0A73AE"/>
      </a:accent2>
      <a:accent3>
        <a:srgbClr val="0A73AE"/>
      </a:accent3>
      <a:accent4>
        <a:srgbClr val="0A73AE"/>
      </a:accent4>
      <a:accent5>
        <a:srgbClr val="0A73AE"/>
      </a:accent5>
      <a:accent6>
        <a:srgbClr val="70AD47"/>
      </a:accent6>
      <a:hlink>
        <a:srgbClr val="0563C1"/>
      </a:hlink>
      <a:folHlink>
        <a:srgbClr val="954F72"/>
      </a:folHlink>
    </a:clrScheme>
    <a:fontScheme name="mmhun255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自定义 2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自定义 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A73AE"/>
      </a:accent1>
      <a:accent2>
        <a:srgbClr val="0A73AE"/>
      </a:accent2>
      <a:accent3>
        <a:srgbClr val="0A73AE"/>
      </a:accent3>
      <a:accent4>
        <a:srgbClr val="0A73AE"/>
      </a:accent4>
      <a:accent5>
        <a:srgbClr val="0A73AE"/>
      </a:accent5>
      <a:accent6>
        <a:srgbClr val="70AD47"/>
      </a:accent6>
      <a:hlink>
        <a:srgbClr val="0563C1"/>
      </a:hlink>
      <a:folHlink>
        <a:srgbClr val="954F72"/>
      </a:folHlink>
    </a:clrScheme>
    <a:fontScheme name="mmhun255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自定义 2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1223</Words>
  <Application>WPS 表格</Application>
  <PresentationFormat>Converted Presentation</PresentationFormat>
  <Paragraphs>156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1" baseType="lpstr">
      <vt:lpstr>Arial</vt:lpstr>
      <vt:lpstr>宋体</vt:lpstr>
      <vt:lpstr>Wingdings</vt:lpstr>
      <vt:lpstr>Arial</vt:lpstr>
      <vt:lpstr>微软雅黑</vt:lpstr>
      <vt:lpstr>Wingdings</vt:lpstr>
      <vt:lpstr>方正雅意黑 GB18030L2</vt:lpstr>
      <vt:lpstr>宋体</vt:lpstr>
      <vt:lpstr>汉仪书宋二KW</vt:lpstr>
      <vt:lpstr>微软雅黑</vt:lpstr>
      <vt:lpstr>Arial Unicode MS</vt:lpstr>
      <vt:lpstr>Calibri</vt:lpstr>
      <vt:lpstr>Helvetica Neue</vt:lpstr>
      <vt:lpstr>Wingdings</vt:lpstr>
      <vt:lpstr>微软雅黑</vt:lpstr>
      <vt:lpstr>Office Theme</vt:lpstr>
      <vt:lpstr>PowerPoint 演示文稿</vt:lpstr>
      <vt:lpstr>PowerPoint 演示文稿</vt:lpstr>
      <vt:lpstr>PowerPoint 演示文稿</vt:lpstr>
      <vt:lpstr>个人基本情况</vt:lpstr>
      <vt:lpstr>PowerPoint 演示文稿</vt:lpstr>
      <vt:lpstr>项目经历</vt:lpstr>
      <vt:lpstr>项目经历</vt:lpstr>
      <vt:lpstr>荣誉与证书</vt:lpstr>
      <vt:lpstr>PowerPoint 演示文稿</vt:lpstr>
      <vt:lpstr>金银湖实验室：开源软件供应链安全平台</vt:lpstr>
      <vt:lpstr>热轧带钢缺陷检测：CBAM-YOLOv8</vt:lpstr>
      <vt:lpstr>PowerPoint 演示文稿</vt:lpstr>
      <vt:lpstr>校园任职与荣誉</vt:lpstr>
      <vt:lpstr>实习经历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WPS_1696038416</cp:lastModifiedBy>
  <cp:revision>5</cp:revision>
  <dcterms:created xsi:type="dcterms:W3CDTF">2026-09-10T07:43:27Z</dcterms:created>
  <dcterms:modified xsi:type="dcterms:W3CDTF">2026-09-10T07:43:27Z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74D8C0A496A7322BCD659F6A8AE5A739_42</vt:lpwstr>
  </property>
  <property fmtid="{D5CDD505-2E9C-101B-9397-08002B2CF9AE}" pid="3" name="KSOProductBuildVer">
    <vt:lpwstr>2052-12.1.26055.26055</vt:lpwstr>
  </property>
</Properties>
</file>